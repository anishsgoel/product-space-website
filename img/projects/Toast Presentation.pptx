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6.xml"/>
  <Override ContentType="application/vnd.openxmlformats-officedocument.presentationml.comments+xml" PartName="/ppt/comments/comment3.xml"/>
  <Override ContentType="application/vnd.openxmlformats-officedocument.presentationml.comments+xml" PartName="/ppt/comments/comment15.xml"/>
  <Override ContentType="application/vnd.openxmlformats-officedocument.presentationml.comments+xml" PartName="/ppt/comments/comment13.xml"/>
  <Override ContentType="application/vnd.openxmlformats-officedocument.presentationml.comments+xml" PartName="/ppt/comments/comment16.xml"/>
  <Override ContentType="application/vnd.openxmlformats-officedocument.presentationml.comments+xml" PartName="/ppt/comments/comment1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12.xml"/>
  <Override ContentType="application/vnd.openxmlformats-officedocument.presentationml.comments+xml" PartName="/ppt/comments/comment14.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5"/>
    <p:sldMasterId id="2147483694" r:id="rId6"/>
    <p:sldMasterId id="214748369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Lst>
  <p:sldSz cy="5143500" cx="9144000"/>
  <p:notesSz cx="6858000" cy="9144000"/>
  <p:embeddedFontLst>
    <p:embeddedFont>
      <p:font typeface="Hammersmith One"/>
      <p:regular r:id="rId47"/>
    </p:embeddedFont>
    <p:embeddedFont>
      <p:font typeface="Roboto ExtraLight"/>
      <p:regular r:id="rId48"/>
      <p:bold r:id="rId49"/>
      <p:italic r:id="rId50"/>
      <p:boldItalic r:id="rId51"/>
    </p:embeddedFont>
    <p:embeddedFont>
      <p:font typeface="Raleway"/>
      <p:regular r:id="rId52"/>
      <p:bold r:id="rId53"/>
      <p:italic r:id="rId54"/>
      <p:boldItalic r:id="rId55"/>
    </p:embeddedFont>
    <p:embeddedFont>
      <p:font typeface="Roboto"/>
      <p:regular r:id="rId56"/>
      <p:bold r:id="rId57"/>
      <p:italic r:id="rId58"/>
      <p:boldItalic r:id="rId59"/>
    </p:embeddedFont>
    <p:embeddedFont>
      <p:font typeface="Roboto Medium"/>
      <p:regular r:id="rId60"/>
      <p:bold r:id="rId61"/>
      <p:italic r:id="rId62"/>
      <p:boldItalic r:id="rId63"/>
    </p:embeddedFont>
    <p:embeddedFont>
      <p:font typeface="Poppins"/>
      <p:regular r:id="rId64"/>
      <p:bold r:id="rId65"/>
      <p:italic r:id="rId66"/>
      <p:boldItalic r:id="rId67"/>
    </p:embeddedFont>
    <p:embeddedFont>
      <p:font typeface="Poppins Medium"/>
      <p:regular r:id="rId68"/>
      <p:bold r:id="rId69"/>
      <p:italic r:id="rId70"/>
      <p:boldItalic r:id="rId71"/>
    </p:embeddedFont>
    <p:embeddedFont>
      <p:font typeface="Poppins SemiBold"/>
      <p:regular r:id="rId72"/>
      <p:bold r:id="rId73"/>
      <p:italic r:id="rId74"/>
      <p:boldItalic r:id="rId75"/>
    </p:embeddedFont>
    <p:embeddedFont>
      <p:font typeface="Manjari"/>
      <p:regular r:id="rId76"/>
      <p:bold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4680">
          <p15:clr>
            <a:srgbClr val="747775"/>
          </p15:clr>
        </p15:guide>
        <p15:guide id="2" pos="5679">
          <p15:clr>
            <a:srgbClr val="747775"/>
          </p15:clr>
        </p15:guide>
        <p15:guide id="3" pos="3533">
          <p15:clr>
            <a:srgbClr val="747775"/>
          </p15:clr>
        </p15:guide>
        <p15:guide id="4" pos="5450">
          <p15:clr>
            <a:srgbClr val="747775"/>
          </p15:clr>
        </p15:guide>
        <p15:guide id="5" orient="horz" pos="748">
          <p15:clr>
            <a:srgbClr val="747775"/>
          </p15:clr>
        </p15:guide>
        <p15:guide id="6" orient="horz" pos="320">
          <p15:clr>
            <a:srgbClr val="747775"/>
          </p15:clr>
        </p15:guide>
        <p15:guide id="7" orient="horz" pos="2643">
          <p15:clr>
            <a:srgbClr val="747775"/>
          </p15:clr>
        </p15:guide>
        <p15:guide id="8" orient="horz" pos="2016">
          <p15:clr>
            <a:srgbClr val="747775"/>
          </p15:clr>
        </p15:guide>
        <p15:guide id="9" orient="horz" pos="996">
          <p15:clr>
            <a:srgbClr val="747775"/>
          </p15:clr>
        </p15:guide>
        <p15:guide id="10" pos="4913">
          <p15:clr>
            <a:srgbClr val="747775"/>
          </p15:clr>
        </p15:guide>
        <p15:guide id="11" pos="5112">
          <p15:clr>
            <a:srgbClr val="747775"/>
          </p15:clr>
        </p15:guide>
        <p15:guide id="12" pos="5311">
          <p15:clr>
            <a:srgbClr val="747775"/>
          </p15:clr>
        </p15:guide>
        <p15:guide id="13" pos="5565">
          <p15:clr>
            <a:srgbClr val="747775"/>
          </p15:clr>
        </p15:guide>
        <p15:guide id="14" pos="309">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Sebastian Larsen"/>
  <p:cmAuthor clrIdx="1" id="1" initials="" lastIdx="23" name="Janice Ku"/>
  <p:cmAuthor clrIdx="2" id="2" initials="" lastIdx="1" name="Raymond Song"/>
  <p:cmAuthor clrIdx="3" id="3" initials="" lastIdx="1" name="Lucas Suarez"/>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680"/>
        <p:guide pos="5679"/>
        <p:guide pos="3533"/>
        <p:guide pos="5450"/>
        <p:guide pos="748" orient="horz"/>
        <p:guide pos="320" orient="horz"/>
        <p:guide pos="2643" orient="horz"/>
        <p:guide pos="2016" orient="horz"/>
        <p:guide pos="996" orient="horz"/>
        <p:guide pos="4913"/>
        <p:guide pos="5112"/>
        <p:guide pos="5311"/>
        <p:guide pos="5565"/>
        <p:guide pos="30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1.xml"/><Relationship Id="rId48" Type="http://schemas.openxmlformats.org/officeDocument/2006/relationships/font" Target="fonts/RobotoExtraLight-regular.fntdata"/><Relationship Id="rId47" Type="http://schemas.openxmlformats.org/officeDocument/2006/relationships/font" Target="fonts/HammersmithOne-regular.fntdata"/><Relationship Id="rId49" Type="http://schemas.openxmlformats.org/officeDocument/2006/relationships/font" Target="fonts/RobotoExtraLigh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73" Type="http://schemas.openxmlformats.org/officeDocument/2006/relationships/font" Target="fonts/PoppinsSemiBold-bold.fntdata"/><Relationship Id="rId72" Type="http://schemas.openxmlformats.org/officeDocument/2006/relationships/font" Target="fonts/PoppinsSemiBold-regular.fntdata"/><Relationship Id="rId31" Type="http://schemas.openxmlformats.org/officeDocument/2006/relationships/slide" Target="slides/slide23.xml"/><Relationship Id="rId75" Type="http://schemas.openxmlformats.org/officeDocument/2006/relationships/font" Target="fonts/PoppinsSemiBold-boldItalic.fntdata"/><Relationship Id="rId30" Type="http://schemas.openxmlformats.org/officeDocument/2006/relationships/slide" Target="slides/slide22.xml"/><Relationship Id="rId74" Type="http://schemas.openxmlformats.org/officeDocument/2006/relationships/font" Target="fonts/PoppinsSemiBold-italic.fntdata"/><Relationship Id="rId33" Type="http://schemas.openxmlformats.org/officeDocument/2006/relationships/slide" Target="slides/slide25.xml"/><Relationship Id="rId77" Type="http://schemas.openxmlformats.org/officeDocument/2006/relationships/font" Target="fonts/Manjari-bold.fntdata"/><Relationship Id="rId32" Type="http://schemas.openxmlformats.org/officeDocument/2006/relationships/slide" Target="slides/slide24.xml"/><Relationship Id="rId76" Type="http://schemas.openxmlformats.org/officeDocument/2006/relationships/font" Target="fonts/Manjari-regular.fntdata"/><Relationship Id="rId35" Type="http://schemas.openxmlformats.org/officeDocument/2006/relationships/slide" Target="slides/slide27.xml"/><Relationship Id="rId34" Type="http://schemas.openxmlformats.org/officeDocument/2006/relationships/slide" Target="slides/slide26.xml"/><Relationship Id="rId71" Type="http://schemas.openxmlformats.org/officeDocument/2006/relationships/font" Target="fonts/PoppinsMedium-boldItalic.fntdata"/><Relationship Id="rId70" Type="http://schemas.openxmlformats.org/officeDocument/2006/relationships/font" Target="fonts/PoppinsMedium-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RobotoMedium-italic.fntdata"/><Relationship Id="rId61" Type="http://schemas.openxmlformats.org/officeDocument/2006/relationships/font" Target="fonts/RobotoMedium-bold.fntdata"/><Relationship Id="rId20" Type="http://schemas.openxmlformats.org/officeDocument/2006/relationships/slide" Target="slides/slide12.xml"/><Relationship Id="rId64" Type="http://schemas.openxmlformats.org/officeDocument/2006/relationships/font" Target="fonts/Poppins-regular.fntdata"/><Relationship Id="rId63" Type="http://schemas.openxmlformats.org/officeDocument/2006/relationships/font" Target="fonts/RobotoMedium-boldItalic.fntdata"/><Relationship Id="rId22" Type="http://schemas.openxmlformats.org/officeDocument/2006/relationships/slide" Target="slides/slide14.xml"/><Relationship Id="rId66" Type="http://schemas.openxmlformats.org/officeDocument/2006/relationships/font" Target="fonts/Poppins-italic.fntdata"/><Relationship Id="rId21" Type="http://schemas.openxmlformats.org/officeDocument/2006/relationships/slide" Target="slides/slide13.xml"/><Relationship Id="rId65" Type="http://schemas.openxmlformats.org/officeDocument/2006/relationships/font" Target="fonts/Poppins-bold.fntdata"/><Relationship Id="rId24" Type="http://schemas.openxmlformats.org/officeDocument/2006/relationships/slide" Target="slides/slide16.xml"/><Relationship Id="rId68" Type="http://schemas.openxmlformats.org/officeDocument/2006/relationships/font" Target="fonts/PoppinsMedium-regular.fntdata"/><Relationship Id="rId23" Type="http://schemas.openxmlformats.org/officeDocument/2006/relationships/slide" Target="slides/slide15.xml"/><Relationship Id="rId67" Type="http://schemas.openxmlformats.org/officeDocument/2006/relationships/font" Target="fonts/Poppins-boldItalic.fntdata"/><Relationship Id="rId60" Type="http://schemas.openxmlformats.org/officeDocument/2006/relationships/font" Target="fonts/RobotoMedium-regular.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PoppinsMedium-bold.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ExtraLight-boldItalic.fntdata"/><Relationship Id="rId50" Type="http://schemas.openxmlformats.org/officeDocument/2006/relationships/font" Target="fonts/RobotoExtraLight-italic.fntdata"/><Relationship Id="rId53" Type="http://schemas.openxmlformats.org/officeDocument/2006/relationships/font" Target="fonts/Raleway-bold.fntdata"/><Relationship Id="rId52" Type="http://schemas.openxmlformats.org/officeDocument/2006/relationships/font" Target="fonts/Raleway-regular.fntdata"/><Relationship Id="rId11" Type="http://schemas.openxmlformats.org/officeDocument/2006/relationships/slide" Target="slides/slide3.xml"/><Relationship Id="rId55" Type="http://schemas.openxmlformats.org/officeDocument/2006/relationships/font" Target="fonts/Raleway-boldItalic.fntdata"/><Relationship Id="rId10" Type="http://schemas.openxmlformats.org/officeDocument/2006/relationships/slide" Target="slides/slide2.xml"/><Relationship Id="rId54" Type="http://schemas.openxmlformats.org/officeDocument/2006/relationships/font" Target="fonts/Raleway-italic.fntdata"/><Relationship Id="rId13" Type="http://schemas.openxmlformats.org/officeDocument/2006/relationships/slide" Target="slides/slide5.xml"/><Relationship Id="rId57" Type="http://schemas.openxmlformats.org/officeDocument/2006/relationships/font" Target="fonts/Roboto-bold.fntdata"/><Relationship Id="rId12" Type="http://schemas.openxmlformats.org/officeDocument/2006/relationships/slide" Target="slides/slide4.xml"/><Relationship Id="rId56" Type="http://schemas.openxmlformats.org/officeDocument/2006/relationships/font" Target="fonts/Roboto-regular.fntdata"/><Relationship Id="rId15" Type="http://schemas.openxmlformats.org/officeDocument/2006/relationships/slide" Target="slides/slide7.xml"/><Relationship Id="rId59" Type="http://schemas.openxmlformats.org/officeDocument/2006/relationships/font" Target="fonts/Roboto-boldItalic.fntdata"/><Relationship Id="rId14" Type="http://schemas.openxmlformats.org/officeDocument/2006/relationships/slide" Target="slides/slide6.xml"/><Relationship Id="rId58" Type="http://schemas.openxmlformats.org/officeDocument/2006/relationships/font" Target="fonts/Roboto-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2-06T03:22:52.210">
    <p:pos x="1957" y="2141"/>
    <p:text>Make the majors/years smaller - it looks like his name is "Raymond Human" - same for Lucas and Ella. Maybe try a different size and color?</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12-06T03:25:17.544">
    <p:pos x="123" y="994"/>
    <p:text>Add some description here on methods and goals (maybe KPIs too if you can think of any? - would just be helpful to understand your methodology and, in your own words, what you set out to do.) Right now in its present state this slide has minimal reason to exist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2-06T03:27:21.030">
    <p:pos x="180" y="344"/>
    <p:text>I see methodology is here - nice, but maybe find some way to make the Project Scope slide more useful still</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5-12-03T02:21:44.748">
    <p:pos x="396" y="1916"/>
    <p:text>Ella</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 dt="2025-12-05T19:34:58.746">
    <p:pos x="302" y="467"/>
    <p:text>Need to use a different example–Toast already has some KDS system</p:text>
  </p:cm>
  <p:cm authorId="0" idx="4" dt="2025-12-06T03:28:46.828">
    <p:pos x="3093" y="2294"/>
    <p:text>This seems a bit surface level - could you go into more detail here?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12-06T03:29:35.449">
    <p:pos x="2246" y="2371"/>
    <p:text>This looks great but is basically unreadable. Will you be talking through it? Find a way to present this info a little more legibly.</p:text>
  </p:cm>
  <p:cm authorId="1" idx="3" dt="2025-12-06T04:47:26.551">
    <p:pos x="149" y="160"/>
    <p:text>we can zoom in on the red squares to address sebastian's comment</p:text>
  </p:cm>
  <p:cm authorId="1" idx="4" dt="2025-12-06T04:46:44.581">
    <p:pos x="149" y="160"/>
    <p:text>Wait Ella what we can do is make a copy of this slide</p:text>
  </p:cm>
  <p:cm authorId="1" idx="5" dt="2025-12-06T04:46:48.999">
    <p:pos x="149" y="160"/>
    <p:text>with a zoomed in version</p:text>
  </p:cm>
  <p:cm authorId="1" idx="6" dt="2025-12-06T04:47:07.168">
    <p:pos x="149" y="160"/>
    <p:text>and when you start explaining the red boxes, you switch slides so it's legible</p:text>
  </p:cm>
  <p:cm authorId="1" idx="7" dt="2025-12-06T04:47:26.551">
    <p:pos x="149" y="160"/>
    <p:text>I think this is a good slide to show what the matrix is so we should keep</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2" idx="1" dt="2025-12-05T15:11:22.918">
    <p:pos x="396" y="1916"/>
    <p:text>Lucas + Raymond</p:text>
  </p:cm>
  <p:cm authorId="1" idx="8" dt="2025-12-06T03:29:04.857">
    <p:pos x="6000" y="0"/>
    <p:text>unsure if we need a survey methodology slide</p:text>
  </p:cm>
  <p:cm authorId="1" idx="9" dt="2025-12-06T04:43:46.876">
    <p:pos x="396" y="2437"/>
    <p:text>I'm removing this bc I'm talking about methodology in the intro slides</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0" dt="2025-12-06T04:01:23.031">
    <p:pos x="180" y="337"/>
    <p:text>Is this for all features or a specific feature</p:text>
  </p:cm>
  <p:cm authorId="3" idx="1" dt="2025-12-06T04:01:23.031">
    <p:pos x="180" y="337"/>
    <p:text>general importance of features to the user's experience</p:text>
  </p:cm>
  <p:cm authorId="1" idx="11" dt="2025-12-06T03:27:31.703">
    <p:pos x="6000" y="0"/>
    <p:text>For all slides, if there's a takeaway or recommendation, make it easy to identify visually. Slide 16 is a good example of this!!</p:text>
  </p:cm>
  <p:cm authorId="1" idx="12" dt="2025-12-06T04:48:37.326">
    <p:pos x="180" y="679"/>
    <p:text>this reads like it's referencing something we don't know–maybe rewrite to be more clear</p:text>
  </p:cm>
  <p:cm authorId="1" idx="13" dt="2025-12-06T04:48:55.802">
    <p:pos x="535" y="2080"/>
    <p:text>wym layer ?</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4" dt="2025-12-06T04:50:40.220">
    <p:pos x="180" y="679"/>
    <p:text>Reframe as "Most students" rather than "Students mention the most"–this more clearly indicates that student discounts are important because the most people care about them</p:text>
  </p:cm>
  <p:cm authorId="1" idx="15" dt="2025-12-06T04:52:40.760">
    <p:pos x="2687" y="762"/>
    <p:text>the small text on these graphs are still hard to read, could you increase font size any more?</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6" dt="2025-12-06T03:17:03.625">
    <p:pos x="6000" y="0"/>
    <p:text>this is valuable for Grubhub, but what does this mean for Toast?</p:text>
  </p:cm>
  <p:cm authorId="1" idx="17" dt="2025-12-06T03:17:03.625">
    <p:pos x="6000" y="0"/>
    <p:text>@ls1559@georgetown.edu</p:text>
  </p:cm>
  <p:cm authorId="1" idx="18" dt="2025-12-06T04:54:29.740">
    <p:pos x="180" y="679"/>
    <p:text>good insight, but what does it mean? Spell it out onto the slide bc some people are less able to connect the dots</p:text>
  </p:cm>
</p:cmLst>
</file>

<file path=ppt/comments/comment1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12-06T03:34:51.481">
    <p:pos x="2035" y="1112"/>
    <p:text>This whole slide is suuuper interesting - but sources?</p:text>
  </p:cm>
  <p:cm authorId="1" idx="19" dt="2025-12-06T04:55:45.823">
    <p:pos x="2035" y="1212"/>
    <p:text>what does complete mean? maybe verbally explain. Same with load times</p:text>
  </p:cm>
  <p:cm authorId="1" idx="20" dt="2025-12-06T04:56:00.749">
    <p:pos x="2035" y="1312"/>
    <p:text>reviews on what platform and restaurant responses on what platform</p:text>
  </p:cm>
</p:cmLst>
</file>

<file path=ppt/comments/comment1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1" dt="2025-12-06T04:56:52.067">
    <p:pos x="238" y="660"/>
    <p:text>on the website right?</p:text>
  </p:cm>
</p:cmLst>
</file>

<file path=ppt/comments/comment1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2" dt="2025-12-03T02:21:56.709">
    <p:pos x="396" y="1916"/>
    <p:text>Jessica</p:text>
  </p:cm>
</p:cmLst>
</file>

<file path=ppt/comments/comment1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23" dt="2025-12-03T02:22:05.300">
    <p:pos x="396" y="1916"/>
    <p:text>Janice</p:text>
  </p:cm>
</p:cmLst>
</file>

<file path=ppt/comments/comment1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5-12-06T03:39:03.934">
    <p:pos x="704" y="2353"/>
    <p:text>Great slide</p:text>
  </p:cm>
</p:cmLst>
</file>

<file path=ppt/comments/comment1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5-12-06T03:39:48.641">
    <p:pos x="429" y="1597"/>
    <p:text>Maybe don't include the insta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perplexity.ai/hub/blog/book-a-table-with-perplexity-and-opentable?utm_source=chatgpt.com" TargetMode="External"/><Relationship Id="rId3" Type="http://schemas.openxmlformats.org/officeDocument/2006/relationships/hyperlink" Target="https://support.google.com/business/answer/7091?hl=en#zippy=%2Crelevance%2Cdistance%2Cprominence" TargetMode="External"/><Relationship Id="rId4" Type="http://schemas.openxmlformats.org/officeDocument/2006/relationships/hyperlink" Target="https://support.google.com/business/answer/2721884?sjid=1959068079924437523-NA" TargetMode="External"/><Relationship Id="rId5" Type="http://schemas.openxmlformats.org/officeDocument/2006/relationships/hyperlink" Target="https://get.chownow.com/blog/local-seo-for-restaurants/" TargetMode="External"/><Relationship Id="rId6" Type="http://schemas.openxmlformats.org/officeDocument/2006/relationships/hyperlink" Target="https://www.gourmetmarketing.net/blog/major-myths-google-algorithm-restaurants"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acb5428771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acb542877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acb5428771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acb5428771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cb5428771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acb5428771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7280b85d5243676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7280b85d5243676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acb54287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acb54287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ade8472849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ade8472849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acb5428771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acb5428771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ade8472849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ade8472849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ade847284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ade847284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ae0a3d0da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ae0a3d0da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acb5428771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acb5428771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ae0a3d0da5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ae0a3d0da5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adfdaff5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adfdaff5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adfdaff59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adfdaff59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913cae34bd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913cae34bd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913cae34b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913cae34b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adc12b6b4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adc12b6b4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acb5428771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acb5428771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ade8472849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ade8472849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https://www.perplexity.ai/hub/blog/book-a-table-with-perplexity-and-opentable?</a:t>
            </a:r>
            <a:endParaRPr/>
          </a:p>
          <a:p>
            <a:pPr indent="0" lvl="0" marL="0" rtl="0" algn="l">
              <a:spcBef>
                <a:spcPts val="0"/>
              </a:spcBef>
              <a:spcAft>
                <a:spcPts val="0"/>
              </a:spcAft>
              <a:buNone/>
            </a:pPr>
            <a:r>
              <a:rPr lang="en" u="sng">
                <a:solidFill>
                  <a:schemeClr val="hlink"/>
                </a:solidFill>
                <a:hlinkClick r:id="rId3"/>
              </a:rPr>
              <a:t>https://support.google.com/business/answer/7091?hl=en#zippy=%2Crelevance%2Cdistance%2Cprominence</a:t>
            </a:r>
            <a:r>
              <a:rPr lang="en"/>
              <a:t> </a:t>
            </a:r>
            <a:endParaRPr/>
          </a:p>
          <a:p>
            <a:pPr indent="0" lvl="0" marL="0" rtl="0" algn="l">
              <a:spcBef>
                <a:spcPts val="0"/>
              </a:spcBef>
              <a:spcAft>
                <a:spcPts val="0"/>
              </a:spcAft>
              <a:buNone/>
            </a:pPr>
            <a:r>
              <a:rPr lang="en" u="sng">
                <a:solidFill>
                  <a:schemeClr val="hlink"/>
                </a:solidFill>
                <a:hlinkClick r:id="rId4"/>
              </a:rPr>
              <a:t>https://support.google.com/business/answer/2721884?sjid=1959068079924437523-NA</a:t>
            </a:r>
            <a:r>
              <a:rPr lang="en"/>
              <a:t> </a:t>
            </a:r>
            <a:endParaRPr/>
          </a:p>
          <a:p>
            <a:pPr indent="0" lvl="0" marL="0" rtl="0" algn="l">
              <a:spcBef>
                <a:spcPts val="0"/>
              </a:spcBef>
              <a:spcAft>
                <a:spcPts val="0"/>
              </a:spcAft>
              <a:buNone/>
            </a:pPr>
            <a:r>
              <a:rPr lang="en" u="sng">
                <a:solidFill>
                  <a:schemeClr val="hlink"/>
                </a:solidFill>
                <a:hlinkClick r:id="rId5"/>
              </a:rPr>
              <a:t>https://get.chownow.com/blog/local-seo-for-restaurants/</a:t>
            </a:r>
            <a:r>
              <a:rPr lang="en"/>
              <a:t> </a:t>
            </a:r>
            <a:br>
              <a:rPr lang="en"/>
            </a:br>
            <a:r>
              <a:rPr lang="en" u="sng">
                <a:solidFill>
                  <a:schemeClr val="hlink"/>
                </a:solidFill>
                <a:hlinkClick r:id="rId6"/>
              </a:rPr>
              <a:t>https://www.gourmetmarketing.net/blog/major-myths-google-algorithm-restaurants</a:t>
            </a: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dfdaff590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adfdaff590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adfdaff590_1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adfdaff590_1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cb5428771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acb5428771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de8472849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ade8472849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asked to rank various feature in order of importance, ease of navigation got the most first place ranks (16/49) 3 second places, 10 third places and 10 fourth place rankings</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adc12b6b46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adc12b6b46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this connects to survey results bc  ease of order mattered a lot for our survey respondents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adbdb642e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adbdb642e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913cae34bd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913cae34bd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ade8472849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ade8472849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acb5428771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acb5428771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a4a6fc3e1a_0_2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a4a6fc3e1a_0_2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a4a6fc3e1a_0_2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3a4a6fc3e1a_0_2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cb5428771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acb5428771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913cae34bd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913cae34bd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913cae34b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913cae34b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adc12b6b46_4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adc12b6b46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913cae34b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913cae34bd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a4a6fc3e1a_0_1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a4a6fc3e1a_0_1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913cae34b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913cae34b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acb5428771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acb5428771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11.png"/><Relationship Id="rId4"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1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10.png"/><Relationship Id="rId4"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 Column Text [A]">
  <p:cSld name="TITLE_AND_BODY_1_1_1">
    <p:spTree>
      <p:nvGrpSpPr>
        <p:cNvPr id="50" name="Shape 50"/>
        <p:cNvGrpSpPr/>
        <p:nvPr/>
      </p:nvGrpSpPr>
      <p:grpSpPr>
        <a:xfrm>
          <a:off x="0" y="0"/>
          <a:ext cx="0" cy="0"/>
          <a:chOff x="0" y="0"/>
          <a:chExt cx="0" cy="0"/>
        </a:xfrm>
      </p:grpSpPr>
      <p:pic>
        <p:nvPicPr>
          <p:cNvPr id="51" name="Google Shape;51;p13"/>
          <p:cNvPicPr preferRelativeResize="0"/>
          <p:nvPr/>
        </p:nvPicPr>
        <p:blipFill>
          <a:blip r:embed="rId2">
            <a:alphaModFix/>
          </a:blip>
          <a:stretch>
            <a:fillRect/>
          </a:stretch>
        </p:blipFill>
        <p:spPr>
          <a:xfrm>
            <a:off x="-7797" y="-2050"/>
            <a:ext cx="2980799" cy="5147611"/>
          </a:xfrm>
          <a:prstGeom prst="rect">
            <a:avLst/>
          </a:prstGeom>
          <a:noFill/>
          <a:ln>
            <a:noFill/>
          </a:ln>
        </p:spPr>
      </p:pic>
      <p:sp>
        <p:nvSpPr>
          <p:cNvPr id="52" name="Google Shape;52;p13"/>
          <p:cNvSpPr txBox="1"/>
          <p:nvPr>
            <p:ph idx="1" type="subTitle"/>
          </p:nvPr>
        </p:nvSpPr>
        <p:spPr>
          <a:xfrm>
            <a:off x="401800" y="1022475"/>
            <a:ext cx="2303100" cy="369900"/>
          </a:xfrm>
          <a:prstGeom prst="rect">
            <a:avLst/>
          </a:prstGeom>
        </p:spPr>
        <p:txBody>
          <a:bodyPr anchorCtr="0" anchor="t" bIns="91425" lIns="91425" spcFirstLastPara="1" rIns="91425" wrap="square" tIns="91425">
            <a:normAutofit/>
          </a:bodyPr>
          <a:lstStyle>
            <a:lvl1pPr lvl="0">
              <a:spcBef>
                <a:spcPts val="0"/>
              </a:spcBef>
              <a:spcAft>
                <a:spcPts val="0"/>
              </a:spcAft>
              <a:buSzPts val="1800"/>
              <a:buFont typeface="Raleway"/>
              <a:buNone/>
              <a:defRPr>
                <a:latin typeface="Raleway"/>
                <a:ea typeface="Raleway"/>
                <a:cs typeface="Raleway"/>
                <a:sym typeface="Ralew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type="title"/>
          </p:nvPr>
        </p:nvSpPr>
        <p:spPr>
          <a:xfrm>
            <a:off x="391748" y="1309775"/>
            <a:ext cx="2303100" cy="487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2"/>
              </a:buClr>
              <a:buSzPts val="2800"/>
              <a:buNone/>
              <a:defRPr>
                <a:solidFill>
                  <a:schemeClr val="lt2"/>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4" name="Google Shape;54;p13"/>
          <p:cNvSpPr txBox="1"/>
          <p:nvPr/>
        </p:nvSpPr>
        <p:spPr>
          <a:xfrm>
            <a:off x="401800" y="1797575"/>
            <a:ext cx="2303100" cy="287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50">
              <a:solidFill>
                <a:schemeClr val="dk1"/>
              </a:solidFill>
              <a:latin typeface="Roboto"/>
              <a:ea typeface="Roboto"/>
              <a:cs typeface="Roboto"/>
              <a:sym typeface="Roboto"/>
            </a:endParaRPr>
          </a:p>
        </p:txBody>
      </p:sp>
      <p:sp>
        <p:nvSpPr>
          <p:cNvPr id="55" name="Google Shape;55;p13"/>
          <p:cNvSpPr txBox="1"/>
          <p:nvPr>
            <p:ph idx="2" type="body"/>
          </p:nvPr>
        </p:nvSpPr>
        <p:spPr>
          <a:xfrm>
            <a:off x="391750" y="1797575"/>
            <a:ext cx="2303100" cy="2871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pic>
        <p:nvPicPr>
          <p:cNvPr id="56" name="Google Shape;56;p13"/>
          <p:cNvPicPr preferRelativeResize="0"/>
          <p:nvPr/>
        </p:nvPicPr>
        <p:blipFill>
          <a:blip r:embed="rId3">
            <a:alphaModFix/>
          </a:blip>
          <a:stretch>
            <a:fillRect/>
          </a:stretch>
        </p:blipFill>
        <p:spPr>
          <a:xfrm>
            <a:off x="8543742" y="4348342"/>
            <a:ext cx="214525" cy="349000"/>
          </a:xfrm>
          <a:prstGeom prst="rect">
            <a:avLst/>
          </a:prstGeom>
          <a:noFill/>
          <a:ln>
            <a:noFill/>
          </a:ln>
        </p:spPr>
      </p:pic>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
  <p:cSld name="TITLE_AND_BODY_1">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7815" y="-7800"/>
            <a:ext cx="9161999" cy="2103595"/>
          </a:xfrm>
          <a:prstGeom prst="rect">
            <a:avLst/>
          </a:prstGeom>
          <a:noFill/>
          <a:ln>
            <a:noFill/>
          </a:ln>
        </p:spPr>
      </p:pic>
      <p:sp>
        <p:nvSpPr>
          <p:cNvPr id="59" name="Google Shape;59;p14"/>
          <p:cNvSpPr txBox="1"/>
          <p:nvPr>
            <p:ph type="title"/>
          </p:nvPr>
        </p:nvSpPr>
        <p:spPr>
          <a:xfrm>
            <a:off x="464525" y="937425"/>
            <a:ext cx="81825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4"/>
          <p:cNvSpPr txBox="1"/>
          <p:nvPr>
            <p:ph idx="1" type="body"/>
          </p:nvPr>
        </p:nvSpPr>
        <p:spPr>
          <a:xfrm>
            <a:off x="468450" y="1462175"/>
            <a:ext cx="8182500" cy="3106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1" name="Google Shape;61;p14"/>
          <p:cNvSpPr txBox="1"/>
          <p:nvPr>
            <p:ph idx="2" type="subTitle"/>
          </p:nvPr>
        </p:nvSpPr>
        <p:spPr>
          <a:xfrm>
            <a:off x="468450" y="664675"/>
            <a:ext cx="4180200" cy="48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pic>
        <p:nvPicPr>
          <p:cNvPr id="62" name="Google Shape;62;p14"/>
          <p:cNvPicPr preferRelativeResize="0"/>
          <p:nvPr/>
        </p:nvPicPr>
        <p:blipFill>
          <a:blip r:embed="rId3">
            <a:alphaModFix/>
          </a:blip>
          <a:stretch>
            <a:fillRect/>
          </a:stretch>
        </p:blipFill>
        <p:spPr>
          <a:xfrm>
            <a:off x="8543742" y="4348342"/>
            <a:ext cx="214525" cy="349000"/>
          </a:xfrm>
          <a:prstGeom prst="rect">
            <a:avLst/>
          </a:prstGeom>
          <a:noFill/>
          <a:ln>
            <a:noFill/>
          </a:ln>
        </p:spPr>
      </p:pic>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6"/>
          <p:cNvSpPr txBox="1"/>
          <p:nvPr>
            <p:ph type="ctrTitle"/>
          </p:nvPr>
        </p:nvSpPr>
        <p:spPr>
          <a:xfrm>
            <a:off x="1283094" y="1290750"/>
            <a:ext cx="6577800" cy="20526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000000"/>
              </a:buClr>
              <a:buSzPts val="5200"/>
              <a:buFont typeface="Poppins"/>
              <a:buNone/>
              <a:defRPr b="0" sz="5500">
                <a:solidFill>
                  <a:srgbClr val="000000"/>
                </a:solidFill>
                <a:latin typeface="Poppins"/>
                <a:ea typeface="Poppins"/>
                <a:cs typeface="Poppins"/>
                <a:sym typeface="Poppi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68" name="Google Shape;68;p16"/>
          <p:cNvSpPr txBox="1"/>
          <p:nvPr>
            <p:ph idx="1" type="subTitle"/>
          </p:nvPr>
        </p:nvSpPr>
        <p:spPr>
          <a:xfrm>
            <a:off x="1283100" y="3394625"/>
            <a:ext cx="6577800" cy="458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Font typeface="Poppins"/>
              <a:buNone/>
              <a:defRPr sz="1500">
                <a:latin typeface="Poppins"/>
                <a:ea typeface="Poppins"/>
                <a:cs typeface="Poppins"/>
                <a:sym typeface="Poppins"/>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69" name="Google Shape;69;p16"/>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70" name="Google Shape;70;p16"/>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71" name="Google Shape;71;p16"/>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2019300" y="1960425"/>
            <a:ext cx="5105400" cy="1213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Font typeface="Poppins"/>
              <a:buNone/>
              <a:defRPr sz="5400">
                <a:latin typeface="Poppins"/>
                <a:ea typeface="Poppins"/>
                <a:cs typeface="Poppins"/>
                <a:sym typeface="Poppins"/>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4" name="Google Shape;74;p17"/>
          <p:cNvSpPr txBox="1"/>
          <p:nvPr>
            <p:ph hasCustomPrompt="1" idx="2" type="title"/>
          </p:nvPr>
        </p:nvSpPr>
        <p:spPr>
          <a:xfrm>
            <a:off x="2019300" y="914400"/>
            <a:ext cx="5105400" cy="12138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Font typeface="Poppins"/>
              <a:buNone/>
              <a:defRPr sz="7500">
                <a:solidFill>
                  <a:schemeClr val="accent1"/>
                </a:solidFill>
                <a:latin typeface="Poppins"/>
                <a:ea typeface="Poppins"/>
                <a:cs typeface="Poppins"/>
                <a:sym typeface="Poppins"/>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pic>
        <p:nvPicPr>
          <p:cNvPr id="75" name="Google Shape;75;p17"/>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76" name="Google Shape;76;p17"/>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77" name="Google Shape;77;p17"/>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8" name="Shape 78"/>
        <p:cNvGrpSpPr/>
        <p:nvPr/>
      </p:nvGrpSpPr>
      <p:grpSpPr>
        <a:xfrm>
          <a:off x="0" y="0"/>
          <a:ext cx="0" cy="0"/>
          <a:chOff x="0" y="0"/>
          <a:chExt cx="0" cy="0"/>
        </a:xfrm>
      </p:grpSpPr>
      <p:sp>
        <p:nvSpPr>
          <p:cNvPr id="79" name="Google Shape;79;p18"/>
          <p:cNvSpPr txBox="1"/>
          <p:nvPr>
            <p:ph idx="1" type="body"/>
          </p:nvPr>
        </p:nvSpPr>
        <p:spPr>
          <a:xfrm>
            <a:off x="713250" y="1152475"/>
            <a:ext cx="77175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accent1"/>
              </a:buClr>
              <a:buSzPts val="1200"/>
              <a:buFont typeface="Poppins"/>
              <a:buAutoNum type="arabicPeriod"/>
              <a:defRPr sz="1200">
                <a:latin typeface="Poppins"/>
                <a:ea typeface="Poppins"/>
                <a:cs typeface="Poppins"/>
                <a:sym typeface="Poppins"/>
              </a:defRPr>
            </a:lvl1pPr>
            <a:lvl2pPr indent="-304800" lvl="1" marL="914400">
              <a:spcBef>
                <a:spcPts val="0"/>
              </a:spcBef>
              <a:spcAft>
                <a:spcPts val="0"/>
              </a:spcAft>
              <a:buClr>
                <a:srgbClr val="434343"/>
              </a:buClr>
              <a:buSzPts val="1200"/>
              <a:buFont typeface="Poppins Light"/>
              <a:buAutoNum type="alphaLcPeriod"/>
              <a:defRPr>
                <a:latin typeface="Poppins"/>
                <a:ea typeface="Poppins"/>
                <a:cs typeface="Poppins"/>
                <a:sym typeface="Poppins"/>
              </a:defRPr>
            </a:lvl2pPr>
            <a:lvl3pPr indent="-304800" lvl="2" marL="1371600">
              <a:spcBef>
                <a:spcPts val="0"/>
              </a:spcBef>
              <a:spcAft>
                <a:spcPts val="0"/>
              </a:spcAft>
              <a:buClr>
                <a:srgbClr val="434343"/>
              </a:buClr>
              <a:buSzPts val="1200"/>
              <a:buFont typeface="Poppins Light"/>
              <a:buAutoNum type="romanLcPeriod"/>
              <a:defRPr>
                <a:latin typeface="Poppins"/>
                <a:ea typeface="Poppins"/>
                <a:cs typeface="Poppins"/>
                <a:sym typeface="Poppins"/>
              </a:defRPr>
            </a:lvl3pPr>
            <a:lvl4pPr indent="-304800" lvl="3" marL="1828800">
              <a:spcBef>
                <a:spcPts val="0"/>
              </a:spcBef>
              <a:spcAft>
                <a:spcPts val="0"/>
              </a:spcAft>
              <a:buClr>
                <a:srgbClr val="434343"/>
              </a:buClr>
              <a:buSzPts val="1200"/>
              <a:buFont typeface="Poppins Light"/>
              <a:buAutoNum type="arabicPeriod"/>
              <a:defRPr>
                <a:latin typeface="Poppins"/>
                <a:ea typeface="Poppins"/>
                <a:cs typeface="Poppins"/>
                <a:sym typeface="Poppins"/>
              </a:defRPr>
            </a:lvl4pPr>
            <a:lvl5pPr indent="-304800" lvl="4" marL="2286000">
              <a:spcBef>
                <a:spcPts val="0"/>
              </a:spcBef>
              <a:spcAft>
                <a:spcPts val="0"/>
              </a:spcAft>
              <a:buClr>
                <a:srgbClr val="434343"/>
              </a:buClr>
              <a:buSzPts val="1200"/>
              <a:buFont typeface="Poppins Light"/>
              <a:buAutoNum type="alphaLcPeriod"/>
              <a:defRPr>
                <a:latin typeface="Poppins"/>
                <a:ea typeface="Poppins"/>
                <a:cs typeface="Poppins"/>
                <a:sym typeface="Poppins"/>
              </a:defRPr>
            </a:lvl5pPr>
            <a:lvl6pPr indent="-304800" lvl="5" marL="2743200">
              <a:spcBef>
                <a:spcPts val="0"/>
              </a:spcBef>
              <a:spcAft>
                <a:spcPts val="0"/>
              </a:spcAft>
              <a:buClr>
                <a:srgbClr val="434343"/>
              </a:buClr>
              <a:buSzPts val="1200"/>
              <a:buFont typeface="Poppins Light"/>
              <a:buAutoNum type="romanLcPeriod"/>
              <a:defRPr>
                <a:latin typeface="Poppins"/>
                <a:ea typeface="Poppins"/>
                <a:cs typeface="Poppins"/>
                <a:sym typeface="Poppins"/>
              </a:defRPr>
            </a:lvl6pPr>
            <a:lvl7pPr indent="-304800" lvl="6" marL="3200400">
              <a:spcBef>
                <a:spcPts val="0"/>
              </a:spcBef>
              <a:spcAft>
                <a:spcPts val="0"/>
              </a:spcAft>
              <a:buClr>
                <a:srgbClr val="434343"/>
              </a:buClr>
              <a:buSzPts val="1200"/>
              <a:buFont typeface="Poppins Light"/>
              <a:buAutoNum type="arabicPeriod"/>
              <a:defRPr>
                <a:latin typeface="Poppins"/>
                <a:ea typeface="Poppins"/>
                <a:cs typeface="Poppins"/>
                <a:sym typeface="Poppins"/>
              </a:defRPr>
            </a:lvl7pPr>
            <a:lvl8pPr indent="-304800" lvl="7" marL="3657600">
              <a:spcBef>
                <a:spcPts val="0"/>
              </a:spcBef>
              <a:spcAft>
                <a:spcPts val="0"/>
              </a:spcAft>
              <a:buClr>
                <a:srgbClr val="434343"/>
              </a:buClr>
              <a:buSzPts val="1200"/>
              <a:buFont typeface="Poppins Light"/>
              <a:buAutoNum type="alphaLcPeriod"/>
              <a:defRPr>
                <a:latin typeface="Poppins"/>
                <a:ea typeface="Poppins"/>
                <a:cs typeface="Poppins"/>
                <a:sym typeface="Poppins"/>
              </a:defRPr>
            </a:lvl8pPr>
            <a:lvl9pPr indent="-304800" lvl="8" marL="4114800">
              <a:spcBef>
                <a:spcPts val="0"/>
              </a:spcBef>
              <a:spcAft>
                <a:spcPts val="0"/>
              </a:spcAft>
              <a:buClr>
                <a:srgbClr val="434343"/>
              </a:buClr>
              <a:buSzPts val="1200"/>
              <a:buFont typeface="Poppins Light"/>
              <a:buAutoNum type="romanLcPeriod"/>
              <a:defRPr>
                <a:latin typeface="Poppins"/>
                <a:ea typeface="Poppins"/>
                <a:cs typeface="Poppins"/>
                <a:sym typeface="Poppins"/>
              </a:defRPr>
            </a:lvl9pPr>
          </a:lstStyle>
          <a:p/>
        </p:txBody>
      </p:sp>
      <p:sp>
        <p:nvSpPr>
          <p:cNvPr id="80" name="Google Shape;80;p18"/>
          <p:cNvSpPr txBox="1"/>
          <p:nvPr>
            <p:ph type="title"/>
          </p:nvPr>
        </p:nvSpPr>
        <p:spPr>
          <a:xfrm>
            <a:off x="713250" y="523025"/>
            <a:ext cx="7717500" cy="541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Poppins"/>
              <a:buNone/>
              <a:defRPr>
                <a:solidFill>
                  <a:schemeClr val="accent2"/>
                </a:solidFill>
                <a:latin typeface="Poppins"/>
                <a:ea typeface="Poppins"/>
                <a:cs typeface="Poppins"/>
                <a:sym typeface="Poppins"/>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pic>
        <p:nvPicPr>
          <p:cNvPr id="81" name="Google Shape;81;p18"/>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82" name="Google Shape;82;p18"/>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83" name="Google Shape;83;p18"/>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4" name="Shape 84"/>
        <p:cNvGrpSpPr/>
        <p:nvPr/>
      </p:nvGrpSpPr>
      <p:grpSpPr>
        <a:xfrm>
          <a:off x="0" y="0"/>
          <a:ext cx="0" cy="0"/>
          <a:chOff x="0" y="0"/>
          <a:chExt cx="0" cy="0"/>
        </a:xfrm>
      </p:grpSpPr>
      <p:sp>
        <p:nvSpPr>
          <p:cNvPr id="85" name="Google Shape;85;p19"/>
          <p:cNvSpPr txBox="1"/>
          <p:nvPr>
            <p:ph type="title"/>
          </p:nvPr>
        </p:nvSpPr>
        <p:spPr>
          <a:xfrm>
            <a:off x="713250" y="523025"/>
            <a:ext cx="7717500" cy="541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Poppins"/>
              <a:buNone/>
              <a:defRPr>
                <a:solidFill>
                  <a:schemeClr val="accent2"/>
                </a:solidFill>
                <a:latin typeface="Poppins"/>
                <a:ea typeface="Poppins"/>
                <a:cs typeface="Poppins"/>
                <a:sym typeface="Poppins"/>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pic>
        <p:nvPicPr>
          <p:cNvPr id="86" name="Google Shape;86;p19"/>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87" name="Google Shape;87;p19"/>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88" name="Google Shape;88;p19"/>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9" name="Shape 89"/>
        <p:cNvGrpSpPr/>
        <p:nvPr/>
      </p:nvGrpSpPr>
      <p:grpSpPr>
        <a:xfrm>
          <a:off x="0" y="0"/>
          <a:ext cx="0" cy="0"/>
          <a:chOff x="0" y="0"/>
          <a:chExt cx="0" cy="0"/>
        </a:xfrm>
      </p:grpSpPr>
      <p:sp>
        <p:nvSpPr>
          <p:cNvPr id="90" name="Google Shape;90;p20"/>
          <p:cNvSpPr/>
          <p:nvPr/>
        </p:nvSpPr>
        <p:spPr>
          <a:xfrm flipH="1" rot="-1855510">
            <a:off x="2277590" y="326956"/>
            <a:ext cx="4979106" cy="4104445"/>
          </a:xfrm>
          <a:custGeom>
            <a:rect b="b" l="l" r="r" t="t"/>
            <a:pathLst>
              <a:path extrusionOk="0" h="48836" w="59243">
                <a:moveTo>
                  <a:pt x="27153" y="9007"/>
                </a:moveTo>
                <a:cubicBezTo>
                  <a:pt x="33591" y="9007"/>
                  <a:pt x="31990" y="9240"/>
                  <a:pt x="38094" y="5071"/>
                </a:cubicBezTo>
                <a:cubicBezTo>
                  <a:pt x="44232" y="901"/>
                  <a:pt x="51737" y="0"/>
                  <a:pt x="55473" y="5071"/>
                </a:cubicBezTo>
                <a:cubicBezTo>
                  <a:pt x="59243" y="10108"/>
                  <a:pt x="46800" y="16346"/>
                  <a:pt x="46767" y="22483"/>
                </a:cubicBezTo>
                <a:cubicBezTo>
                  <a:pt x="46734" y="28621"/>
                  <a:pt x="48768" y="48835"/>
                  <a:pt x="28354" y="48835"/>
                </a:cubicBezTo>
                <a:cubicBezTo>
                  <a:pt x="7939" y="48835"/>
                  <a:pt x="0" y="22583"/>
                  <a:pt x="8973" y="14011"/>
                </a:cubicBezTo>
                <a:cubicBezTo>
                  <a:pt x="17946" y="5471"/>
                  <a:pt x="20715" y="9007"/>
                  <a:pt x="27153" y="900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0"/>
          <p:cNvSpPr/>
          <p:nvPr/>
        </p:nvSpPr>
        <p:spPr>
          <a:xfrm rot="-458900">
            <a:off x="-1050010" y="1201201"/>
            <a:ext cx="3369322" cy="3877052"/>
          </a:xfrm>
          <a:custGeom>
            <a:rect b="b" l="l" r="r" t="t"/>
            <a:pathLst>
              <a:path extrusionOk="0" h="83294" w="72386">
                <a:moveTo>
                  <a:pt x="50403" y="3137"/>
                </a:moveTo>
                <a:cubicBezTo>
                  <a:pt x="56941" y="6272"/>
                  <a:pt x="64246" y="10108"/>
                  <a:pt x="60711" y="17614"/>
                </a:cubicBezTo>
                <a:cubicBezTo>
                  <a:pt x="57175" y="25119"/>
                  <a:pt x="44632" y="42031"/>
                  <a:pt x="52938" y="45433"/>
                </a:cubicBezTo>
                <a:cubicBezTo>
                  <a:pt x="61211" y="48803"/>
                  <a:pt x="72386" y="48302"/>
                  <a:pt x="71885" y="57942"/>
                </a:cubicBezTo>
                <a:cubicBezTo>
                  <a:pt x="71351" y="67583"/>
                  <a:pt x="54640" y="83294"/>
                  <a:pt x="40096" y="76189"/>
                </a:cubicBezTo>
                <a:cubicBezTo>
                  <a:pt x="25552" y="69084"/>
                  <a:pt x="35359" y="53839"/>
                  <a:pt x="20982" y="50137"/>
                </a:cubicBezTo>
                <a:cubicBezTo>
                  <a:pt x="6605" y="46434"/>
                  <a:pt x="1" y="20916"/>
                  <a:pt x="6939" y="13477"/>
                </a:cubicBezTo>
                <a:cubicBezTo>
                  <a:pt x="13877" y="6039"/>
                  <a:pt x="43865" y="1"/>
                  <a:pt x="50403" y="3137"/>
                </a:cubicBezTo>
                <a:close/>
              </a:path>
            </a:pathLst>
          </a:custGeom>
          <a:solidFill>
            <a:srgbClr val="6623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0"/>
          <p:cNvSpPr/>
          <p:nvPr/>
        </p:nvSpPr>
        <p:spPr>
          <a:xfrm flipH="1" rot="-5776221">
            <a:off x="5743624" y="-1186688"/>
            <a:ext cx="4752751" cy="4346457"/>
          </a:xfrm>
          <a:custGeom>
            <a:rect b="b" l="l" r="r" t="t"/>
            <a:pathLst>
              <a:path extrusionOk="0" h="52038" w="61178">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0"/>
          <p:cNvSpPr/>
          <p:nvPr/>
        </p:nvSpPr>
        <p:spPr>
          <a:xfrm flipH="1" rot="8329862">
            <a:off x="3226188" y="-1327516"/>
            <a:ext cx="2044712" cy="3486061"/>
          </a:xfrm>
          <a:custGeom>
            <a:rect b="b" l="l" r="r" t="t"/>
            <a:pathLst>
              <a:path extrusionOk="0" h="32752" w="19210">
                <a:moveTo>
                  <a:pt x="14053" y="490"/>
                </a:moveTo>
                <a:lnTo>
                  <a:pt x="14053" y="490"/>
                </a:lnTo>
                <a:cubicBezTo>
                  <a:pt x="14026" y="597"/>
                  <a:pt x="13999" y="758"/>
                  <a:pt x="13972" y="918"/>
                </a:cubicBezTo>
                <a:cubicBezTo>
                  <a:pt x="13972" y="865"/>
                  <a:pt x="13972" y="838"/>
                  <a:pt x="13946" y="838"/>
                </a:cubicBezTo>
                <a:cubicBezTo>
                  <a:pt x="13972" y="731"/>
                  <a:pt x="14026" y="597"/>
                  <a:pt x="14053" y="490"/>
                </a:cubicBezTo>
                <a:close/>
                <a:moveTo>
                  <a:pt x="13651" y="1560"/>
                </a:moveTo>
                <a:lnTo>
                  <a:pt x="13651" y="1560"/>
                </a:lnTo>
                <a:cubicBezTo>
                  <a:pt x="13276" y="3862"/>
                  <a:pt x="12045" y="5923"/>
                  <a:pt x="11189" y="8038"/>
                </a:cubicBezTo>
                <a:cubicBezTo>
                  <a:pt x="10522" y="9665"/>
                  <a:pt x="10466" y="11531"/>
                  <a:pt x="10493" y="13318"/>
                </a:cubicBezTo>
                <a:lnTo>
                  <a:pt x="10493" y="13318"/>
                </a:lnTo>
                <a:cubicBezTo>
                  <a:pt x="10490" y="13217"/>
                  <a:pt x="10464" y="13118"/>
                  <a:pt x="10439" y="13043"/>
                </a:cubicBezTo>
                <a:cubicBezTo>
                  <a:pt x="10091" y="10634"/>
                  <a:pt x="9904" y="8412"/>
                  <a:pt x="11001" y="6191"/>
                </a:cubicBezTo>
                <a:cubicBezTo>
                  <a:pt x="11724" y="4772"/>
                  <a:pt x="12714" y="3541"/>
                  <a:pt x="13410" y="2123"/>
                </a:cubicBezTo>
                <a:cubicBezTo>
                  <a:pt x="13491" y="1935"/>
                  <a:pt x="13571" y="1748"/>
                  <a:pt x="13651" y="1560"/>
                </a:cubicBezTo>
                <a:close/>
                <a:moveTo>
                  <a:pt x="13972" y="945"/>
                </a:moveTo>
                <a:lnTo>
                  <a:pt x="13972" y="945"/>
                </a:lnTo>
                <a:cubicBezTo>
                  <a:pt x="13972" y="1079"/>
                  <a:pt x="13946" y="1212"/>
                  <a:pt x="13946" y="1346"/>
                </a:cubicBezTo>
                <a:cubicBezTo>
                  <a:pt x="13946" y="2524"/>
                  <a:pt x="13758" y="3702"/>
                  <a:pt x="13517" y="4853"/>
                </a:cubicBezTo>
                <a:cubicBezTo>
                  <a:pt x="12821" y="7877"/>
                  <a:pt x="11376" y="10580"/>
                  <a:pt x="10760" y="13605"/>
                </a:cubicBezTo>
                <a:cubicBezTo>
                  <a:pt x="10787" y="11357"/>
                  <a:pt x="10921" y="9189"/>
                  <a:pt x="11858" y="7074"/>
                </a:cubicBezTo>
                <a:cubicBezTo>
                  <a:pt x="12741" y="5094"/>
                  <a:pt x="13785" y="3140"/>
                  <a:pt x="13972" y="945"/>
                </a:cubicBezTo>
                <a:close/>
                <a:moveTo>
                  <a:pt x="5002" y="14350"/>
                </a:moveTo>
                <a:cubicBezTo>
                  <a:pt x="5585" y="14350"/>
                  <a:pt x="6085" y="14646"/>
                  <a:pt x="6746" y="15104"/>
                </a:cubicBezTo>
                <a:cubicBezTo>
                  <a:pt x="6879" y="15184"/>
                  <a:pt x="7013" y="15264"/>
                  <a:pt x="7147" y="15372"/>
                </a:cubicBezTo>
                <a:cubicBezTo>
                  <a:pt x="6694" y="15252"/>
                  <a:pt x="6232" y="15200"/>
                  <a:pt x="5767" y="15200"/>
                </a:cubicBezTo>
                <a:cubicBezTo>
                  <a:pt x="4364" y="15200"/>
                  <a:pt x="2927" y="15672"/>
                  <a:pt x="1580" y="16174"/>
                </a:cubicBezTo>
                <a:cubicBezTo>
                  <a:pt x="2329" y="15666"/>
                  <a:pt x="3025" y="15077"/>
                  <a:pt x="3855" y="14676"/>
                </a:cubicBezTo>
                <a:cubicBezTo>
                  <a:pt x="4297" y="14450"/>
                  <a:pt x="4663" y="14350"/>
                  <a:pt x="5002" y="14350"/>
                </a:cubicBezTo>
                <a:close/>
                <a:moveTo>
                  <a:pt x="5753" y="15432"/>
                </a:moveTo>
                <a:cubicBezTo>
                  <a:pt x="6514" y="15432"/>
                  <a:pt x="7262" y="15581"/>
                  <a:pt x="7977" y="15960"/>
                </a:cubicBezTo>
                <a:cubicBezTo>
                  <a:pt x="8619" y="16389"/>
                  <a:pt x="9208" y="16870"/>
                  <a:pt x="9743" y="17406"/>
                </a:cubicBezTo>
                <a:cubicBezTo>
                  <a:pt x="8352" y="16737"/>
                  <a:pt x="6906" y="16389"/>
                  <a:pt x="5381" y="16335"/>
                </a:cubicBezTo>
                <a:lnTo>
                  <a:pt x="4765" y="16335"/>
                </a:lnTo>
                <a:cubicBezTo>
                  <a:pt x="3828" y="16335"/>
                  <a:pt x="2918" y="16469"/>
                  <a:pt x="1981" y="16576"/>
                </a:cubicBezTo>
                <a:cubicBezTo>
                  <a:pt x="1633" y="16603"/>
                  <a:pt x="1312" y="16629"/>
                  <a:pt x="964" y="16656"/>
                </a:cubicBezTo>
                <a:cubicBezTo>
                  <a:pt x="2489" y="16094"/>
                  <a:pt x="4149" y="15432"/>
                  <a:pt x="5753" y="15432"/>
                </a:cubicBezTo>
                <a:close/>
                <a:moveTo>
                  <a:pt x="18748" y="11060"/>
                </a:moveTo>
                <a:cubicBezTo>
                  <a:pt x="18737" y="11089"/>
                  <a:pt x="18737" y="11129"/>
                  <a:pt x="18737" y="11169"/>
                </a:cubicBezTo>
                <a:cubicBezTo>
                  <a:pt x="18603" y="11892"/>
                  <a:pt x="18442" y="12588"/>
                  <a:pt x="18282" y="13284"/>
                </a:cubicBezTo>
                <a:cubicBezTo>
                  <a:pt x="17907" y="14729"/>
                  <a:pt x="17291" y="16255"/>
                  <a:pt x="16087" y="17165"/>
                </a:cubicBezTo>
                <a:cubicBezTo>
                  <a:pt x="14963" y="17995"/>
                  <a:pt x="13223" y="18289"/>
                  <a:pt x="12045" y="19119"/>
                </a:cubicBezTo>
                <a:cubicBezTo>
                  <a:pt x="12473" y="18342"/>
                  <a:pt x="12955" y="17700"/>
                  <a:pt x="13785" y="17218"/>
                </a:cubicBezTo>
                <a:cubicBezTo>
                  <a:pt x="14508" y="16790"/>
                  <a:pt x="15257" y="16469"/>
                  <a:pt x="15873" y="15907"/>
                </a:cubicBezTo>
                <a:cubicBezTo>
                  <a:pt x="16542" y="15291"/>
                  <a:pt x="17077" y="14408"/>
                  <a:pt x="17532" y="13659"/>
                </a:cubicBezTo>
                <a:cubicBezTo>
                  <a:pt x="18036" y="12864"/>
                  <a:pt x="18250" y="11859"/>
                  <a:pt x="18748" y="11060"/>
                </a:cubicBezTo>
                <a:close/>
                <a:moveTo>
                  <a:pt x="18549" y="10928"/>
                </a:moveTo>
                <a:lnTo>
                  <a:pt x="18549" y="10928"/>
                </a:lnTo>
                <a:cubicBezTo>
                  <a:pt x="18201" y="11517"/>
                  <a:pt x="18014" y="12213"/>
                  <a:pt x="17693" y="12856"/>
                </a:cubicBezTo>
                <a:cubicBezTo>
                  <a:pt x="17184" y="13899"/>
                  <a:pt x="16488" y="14863"/>
                  <a:pt x="15712" y="15719"/>
                </a:cubicBezTo>
                <a:cubicBezTo>
                  <a:pt x="15016" y="16469"/>
                  <a:pt x="13919" y="16844"/>
                  <a:pt x="13062" y="17379"/>
                </a:cubicBezTo>
                <a:cubicBezTo>
                  <a:pt x="12313" y="17861"/>
                  <a:pt x="11911" y="18798"/>
                  <a:pt x="11510" y="19547"/>
                </a:cubicBezTo>
                <a:cubicBezTo>
                  <a:pt x="11485" y="19571"/>
                  <a:pt x="11461" y="19573"/>
                  <a:pt x="11457" y="19594"/>
                </a:cubicBezTo>
                <a:lnTo>
                  <a:pt x="11457" y="19594"/>
                </a:lnTo>
                <a:cubicBezTo>
                  <a:pt x="11836" y="15557"/>
                  <a:pt x="16249" y="13818"/>
                  <a:pt x="18549" y="10928"/>
                </a:cubicBezTo>
                <a:close/>
                <a:moveTo>
                  <a:pt x="6505" y="16683"/>
                </a:moveTo>
                <a:lnTo>
                  <a:pt x="6505" y="16683"/>
                </a:lnTo>
                <a:cubicBezTo>
                  <a:pt x="7763" y="16844"/>
                  <a:pt x="8994" y="17245"/>
                  <a:pt x="10145" y="17914"/>
                </a:cubicBezTo>
                <a:cubicBezTo>
                  <a:pt x="10573" y="18450"/>
                  <a:pt x="10921" y="19065"/>
                  <a:pt x="11135" y="19788"/>
                </a:cubicBezTo>
                <a:cubicBezTo>
                  <a:pt x="9315" y="19172"/>
                  <a:pt x="8191" y="17432"/>
                  <a:pt x="6505" y="16683"/>
                </a:cubicBezTo>
                <a:close/>
                <a:moveTo>
                  <a:pt x="6772" y="20270"/>
                </a:moveTo>
                <a:cubicBezTo>
                  <a:pt x="7736" y="21581"/>
                  <a:pt x="9342" y="22384"/>
                  <a:pt x="10466" y="23535"/>
                </a:cubicBezTo>
                <a:cubicBezTo>
                  <a:pt x="9074" y="22598"/>
                  <a:pt x="7120" y="22331"/>
                  <a:pt x="6826" y="20350"/>
                </a:cubicBezTo>
                <a:cubicBezTo>
                  <a:pt x="6799" y="20323"/>
                  <a:pt x="6772" y="20296"/>
                  <a:pt x="6746" y="20270"/>
                </a:cubicBezTo>
                <a:close/>
                <a:moveTo>
                  <a:pt x="16221" y="20698"/>
                </a:moveTo>
                <a:cubicBezTo>
                  <a:pt x="15685" y="21635"/>
                  <a:pt x="14267" y="22304"/>
                  <a:pt x="13464" y="22812"/>
                </a:cubicBezTo>
                <a:cubicBezTo>
                  <a:pt x="12955" y="23187"/>
                  <a:pt x="12233" y="23615"/>
                  <a:pt x="11831" y="24177"/>
                </a:cubicBezTo>
                <a:cubicBezTo>
                  <a:pt x="12286" y="22357"/>
                  <a:pt x="14722" y="21768"/>
                  <a:pt x="16221" y="20698"/>
                </a:cubicBezTo>
                <a:close/>
                <a:moveTo>
                  <a:pt x="6692" y="20939"/>
                </a:moveTo>
                <a:cubicBezTo>
                  <a:pt x="7388" y="22893"/>
                  <a:pt x="9957" y="22866"/>
                  <a:pt x="11135" y="24445"/>
                </a:cubicBezTo>
                <a:cubicBezTo>
                  <a:pt x="9395" y="23481"/>
                  <a:pt x="6772" y="23080"/>
                  <a:pt x="6692" y="20939"/>
                </a:cubicBezTo>
                <a:close/>
                <a:moveTo>
                  <a:pt x="16194" y="21126"/>
                </a:moveTo>
                <a:cubicBezTo>
                  <a:pt x="15766" y="22304"/>
                  <a:pt x="14749" y="22919"/>
                  <a:pt x="13571" y="23455"/>
                </a:cubicBezTo>
                <a:cubicBezTo>
                  <a:pt x="12982" y="23722"/>
                  <a:pt x="12393" y="24017"/>
                  <a:pt x="11938" y="24445"/>
                </a:cubicBezTo>
                <a:cubicBezTo>
                  <a:pt x="12447" y="23562"/>
                  <a:pt x="13785" y="22919"/>
                  <a:pt x="14534" y="22411"/>
                </a:cubicBezTo>
                <a:cubicBezTo>
                  <a:pt x="15070" y="22063"/>
                  <a:pt x="15739" y="21661"/>
                  <a:pt x="16194" y="21126"/>
                </a:cubicBezTo>
                <a:close/>
                <a:moveTo>
                  <a:pt x="14048" y="0"/>
                </a:moveTo>
                <a:cubicBezTo>
                  <a:pt x="14002" y="0"/>
                  <a:pt x="13958" y="28"/>
                  <a:pt x="13946" y="88"/>
                </a:cubicBezTo>
                <a:cubicBezTo>
                  <a:pt x="13196" y="2390"/>
                  <a:pt x="11751" y="4183"/>
                  <a:pt x="10680" y="6298"/>
                </a:cubicBezTo>
                <a:cubicBezTo>
                  <a:pt x="9610" y="8466"/>
                  <a:pt x="9877" y="10795"/>
                  <a:pt x="10225" y="13096"/>
                </a:cubicBezTo>
                <a:cubicBezTo>
                  <a:pt x="10305" y="13766"/>
                  <a:pt x="10413" y="14435"/>
                  <a:pt x="10520" y="15104"/>
                </a:cubicBezTo>
                <a:cubicBezTo>
                  <a:pt x="10520" y="15131"/>
                  <a:pt x="10520" y="15157"/>
                  <a:pt x="10520" y="15157"/>
                </a:cubicBezTo>
                <a:cubicBezTo>
                  <a:pt x="10520" y="15184"/>
                  <a:pt x="10520" y="15211"/>
                  <a:pt x="10546" y="15211"/>
                </a:cubicBezTo>
                <a:cubicBezTo>
                  <a:pt x="10734" y="16469"/>
                  <a:pt x="10921" y="17727"/>
                  <a:pt x="11082" y="18985"/>
                </a:cubicBezTo>
                <a:cubicBezTo>
                  <a:pt x="10520" y="17700"/>
                  <a:pt x="9502" y="16737"/>
                  <a:pt x="8352" y="15907"/>
                </a:cubicBezTo>
                <a:cubicBezTo>
                  <a:pt x="8352" y="15880"/>
                  <a:pt x="8352" y="15853"/>
                  <a:pt x="8325" y="15853"/>
                </a:cubicBezTo>
                <a:cubicBezTo>
                  <a:pt x="8298" y="15853"/>
                  <a:pt x="8271" y="15827"/>
                  <a:pt x="8271" y="15827"/>
                </a:cubicBezTo>
                <a:cubicBezTo>
                  <a:pt x="7602" y="15345"/>
                  <a:pt x="6906" y="14890"/>
                  <a:pt x="6237" y="14461"/>
                </a:cubicBezTo>
                <a:cubicBezTo>
                  <a:pt x="5829" y="14193"/>
                  <a:pt x="5417" y="14081"/>
                  <a:pt x="5004" y="14081"/>
                </a:cubicBezTo>
                <a:cubicBezTo>
                  <a:pt x="3280" y="14081"/>
                  <a:pt x="1550" y="16040"/>
                  <a:pt x="81" y="16710"/>
                </a:cubicBezTo>
                <a:cubicBezTo>
                  <a:pt x="27" y="16737"/>
                  <a:pt x="1" y="16790"/>
                  <a:pt x="27" y="16844"/>
                </a:cubicBezTo>
                <a:cubicBezTo>
                  <a:pt x="27" y="16870"/>
                  <a:pt x="54" y="16870"/>
                  <a:pt x="54" y="16870"/>
                </a:cubicBezTo>
                <a:cubicBezTo>
                  <a:pt x="54" y="16870"/>
                  <a:pt x="54" y="16897"/>
                  <a:pt x="81" y="16897"/>
                </a:cubicBezTo>
                <a:cubicBezTo>
                  <a:pt x="81" y="16924"/>
                  <a:pt x="108" y="16924"/>
                  <a:pt x="108" y="16924"/>
                </a:cubicBezTo>
                <a:lnTo>
                  <a:pt x="135" y="16924"/>
                </a:lnTo>
                <a:cubicBezTo>
                  <a:pt x="1580" y="16924"/>
                  <a:pt x="2972" y="16656"/>
                  <a:pt x="4390" y="16576"/>
                </a:cubicBezTo>
                <a:lnTo>
                  <a:pt x="5354" y="16576"/>
                </a:lnTo>
                <a:cubicBezTo>
                  <a:pt x="7736" y="16870"/>
                  <a:pt x="8967" y="19413"/>
                  <a:pt x="11242" y="20082"/>
                </a:cubicBezTo>
                <a:cubicBezTo>
                  <a:pt x="11376" y="21367"/>
                  <a:pt x="11483" y="22679"/>
                  <a:pt x="11483" y="23990"/>
                </a:cubicBezTo>
                <a:cubicBezTo>
                  <a:pt x="11483" y="24124"/>
                  <a:pt x="11483" y="24284"/>
                  <a:pt x="11483" y="24445"/>
                </a:cubicBezTo>
                <a:cubicBezTo>
                  <a:pt x="10413" y="22545"/>
                  <a:pt x="7977" y="21715"/>
                  <a:pt x="6799" y="19895"/>
                </a:cubicBezTo>
                <a:cubicBezTo>
                  <a:pt x="6778" y="19863"/>
                  <a:pt x="6740" y="19848"/>
                  <a:pt x="6701" y="19848"/>
                </a:cubicBezTo>
                <a:cubicBezTo>
                  <a:pt x="6640" y="19848"/>
                  <a:pt x="6574" y="19884"/>
                  <a:pt x="6558" y="19948"/>
                </a:cubicBezTo>
                <a:cubicBezTo>
                  <a:pt x="6237" y="21340"/>
                  <a:pt x="6719" y="22411"/>
                  <a:pt x="7897" y="23241"/>
                </a:cubicBezTo>
                <a:cubicBezTo>
                  <a:pt x="8967" y="23990"/>
                  <a:pt x="10386" y="24177"/>
                  <a:pt x="11456" y="24954"/>
                </a:cubicBezTo>
                <a:cubicBezTo>
                  <a:pt x="11349" y="27523"/>
                  <a:pt x="10734" y="30093"/>
                  <a:pt x="10145" y="32609"/>
                </a:cubicBezTo>
                <a:cubicBezTo>
                  <a:pt x="10112" y="32690"/>
                  <a:pt x="10188" y="32751"/>
                  <a:pt x="10265" y="32751"/>
                </a:cubicBezTo>
                <a:cubicBezTo>
                  <a:pt x="10315" y="32751"/>
                  <a:pt x="10365" y="32725"/>
                  <a:pt x="10386" y="32662"/>
                </a:cubicBezTo>
                <a:cubicBezTo>
                  <a:pt x="10760" y="31003"/>
                  <a:pt x="11108" y="29343"/>
                  <a:pt x="11430" y="27684"/>
                </a:cubicBezTo>
                <a:cubicBezTo>
                  <a:pt x="11563" y="26854"/>
                  <a:pt x="11670" y="26024"/>
                  <a:pt x="11697" y="25194"/>
                </a:cubicBezTo>
                <a:cubicBezTo>
                  <a:pt x="12179" y="24017"/>
                  <a:pt x="13839" y="23669"/>
                  <a:pt x="14829" y="23080"/>
                </a:cubicBezTo>
                <a:cubicBezTo>
                  <a:pt x="15899" y="22491"/>
                  <a:pt x="16488" y="21581"/>
                  <a:pt x="16595" y="20377"/>
                </a:cubicBezTo>
                <a:cubicBezTo>
                  <a:pt x="16595" y="20350"/>
                  <a:pt x="16595" y="20350"/>
                  <a:pt x="16595" y="20323"/>
                </a:cubicBezTo>
                <a:cubicBezTo>
                  <a:pt x="16622" y="20270"/>
                  <a:pt x="16569" y="20243"/>
                  <a:pt x="16515" y="20216"/>
                </a:cubicBezTo>
                <a:lnTo>
                  <a:pt x="16462" y="20216"/>
                </a:lnTo>
                <a:cubicBezTo>
                  <a:pt x="16435" y="20216"/>
                  <a:pt x="16435" y="20243"/>
                  <a:pt x="16408" y="20243"/>
                </a:cubicBezTo>
                <a:cubicBezTo>
                  <a:pt x="15043" y="21474"/>
                  <a:pt x="12473" y="21983"/>
                  <a:pt x="11724" y="23722"/>
                </a:cubicBezTo>
                <a:cubicBezTo>
                  <a:pt x="11724" y="22571"/>
                  <a:pt x="11644" y="21447"/>
                  <a:pt x="11510" y="20323"/>
                </a:cubicBezTo>
                <a:cubicBezTo>
                  <a:pt x="11510" y="20189"/>
                  <a:pt x="11483" y="20082"/>
                  <a:pt x="11483" y="19948"/>
                </a:cubicBezTo>
                <a:cubicBezTo>
                  <a:pt x="12072" y="19172"/>
                  <a:pt x="13250" y="18824"/>
                  <a:pt x="14106" y="18450"/>
                </a:cubicBezTo>
                <a:cubicBezTo>
                  <a:pt x="15070" y="18021"/>
                  <a:pt x="16060" y="17593"/>
                  <a:pt x="16809" y="16844"/>
                </a:cubicBezTo>
                <a:cubicBezTo>
                  <a:pt x="18522" y="15157"/>
                  <a:pt x="18790" y="12160"/>
                  <a:pt x="19192" y="9938"/>
                </a:cubicBezTo>
                <a:cubicBezTo>
                  <a:pt x="19210" y="9848"/>
                  <a:pt x="19130" y="9770"/>
                  <a:pt x="19060" y="9770"/>
                </a:cubicBezTo>
                <a:cubicBezTo>
                  <a:pt x="19026" y="9770"/>
                  <a:pt x="18995" y="9788"/>
                  <a:pt x="18978" y="9831"/>
                </a:cubicBezTo>
                <a:cubicBezTo>
                  <a:pt x="18014" y="11758"/>
                  <a:pt x="15846" y="13070"/>
                  <a:pt x="14294" y="14488"/>
                </a:cubicBezTo>
                <a:cubicBezTo>
                  <a:pt x="12982" y="15693"/>
                  <a:pt x="11751" y="17138"/>
                  <a:pt x="11349" y="18851"/>
                </a:cubicBezTo>
                <a:cubicBezTo>
                  <a:pt x="11162" y="17593"/>
                  <a:pt x="10975" y="16335"/>
                  <a:pt x="10760" y="15104"/>
                </a:cubicBezTo>
                <a:cubicBezTo>
                  <a:pt x="11028" y="12534"/>
                  <a:pt x="11911" y="10233"/>
                  <a:pt x="12821" y="7877"/>
                </a:cubicBezTo>
                <a:cubicBezTo>
                  <a:pt x="13758" y="5334"/>
                  <a:pt x="14267" y="2818"/>
                  <a:pt x="14160" y="115"/>
                </a:cubicBezTo>
                <a:cubicBezTo>
                  <a:pt x="14160" y="42"/>
                  <a:pt x="14103" y="0"/>
                  <a:pt x="1404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0"/>
          <p:cNvSpPr/>
          <p:nvPr/>
        </p:nvSpPr>
        <p:spPr>
          <a:xfrm>
            <a:off x="7018450" y="3331851"/>
            <a:ext cx="1020984" cy="1333420"/>
          </a:xfrm>
          <a:custGeom>
            <a:rect b="b" l="l" r="r" t="t"/>
            <a:pathLst>
              <a:path extrusionOk="0" h="22564" w="17277">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0"/>
          <p:cNvSpPr txBox="1"/>
          <p:nvPr>
            <p:ph type="title"/>
          </p:nvPr>
        </p:nvSpPr>
        <p:spPr>
          <a:xfrm>
            <a:off x="1388100" y="1557450"/>
            <a:ext cx="6367800" cy="2028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Font typeface="Poppins"/>
              <a:buNone/>
              <a:defRPr sz="7200">
                <a:latin typeface="Poppins"/>
                <a:ea typeface="Poppins"/>
                <a:cs typeface="Poppins"/>
                <a:sym typeface="Poppins"/>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6" name="Shape 96"/>
        <p:cNvGrpSpPr/>
        <p:nvPr/>
      </p:nvGrpSpPr>
      <p:grpSpPr>
        <a:xfrm>
          <a:off x="0" y="0"/>
          <a:ext cx="0" cy="0"/>
          <a:chOff x="0" y="0"/>
          <a:chExt cx="0" cy="0"/>
        </a:xfrm>
      </p:grpSpPr>
      <p:sp>
        <p:nvSpPr>
          <p:cNvPr id="97" name="Google Shape;97;p21"/>
          <p:cNvSpPr txBox="1"/>
          <p:nvPr>
            <p:ph type="title"/>
          </p:nvPr>
        </p:nvSpPr>
        <p:spPr>
          <a:xfrm>
            <a:off x="1569450" y="1152050"/>
            <a:ext cx="6005100" cy="15168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Font typeface="Poppins"/>
              <a:buNone/>
              <a:defRPr sz="3600">
                <a:solidFill>
                  <a:schemeClr val="accent2"/>
                </a:solidFill>
                <a:latin typeface="Poppins"/>
                <a:ea typeface="Poppins"/>
                <a:cs typeface="Poppins"/>
                <a:sym typeface="Poppins"/>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8" name="Google Shape;98;p21"/>
          <p:cNvSpPr txBox="1"/>
          <p:nvPr>
            <p:ph idx="1" type="subTitle"/>
          </p:nvPr>
        </p:nvSpPr>
        <p:spPr>
          <a:xfrm>
            <a:off x="1904250" y="2756350"/>
            <a:ext cx="53355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Poppins"/>
              <a:buNone/>
              <a:defRPr>
                <a:solidFill>
                  <a:schemeClr val="accent2"/>
                </a:solidFill>
                <a:latin typeface="Poppins"/>
                <a:ea typeface="Poppins"/>
                <a:cs typeface="Poppins"/>
                <a:sym typeface="Poppins"/>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pic>
        <p:nvPicPr>
          <p:cNvPr id="99" name="Google Shape;99;p21"/>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100" name="Google Shape;100;p21"/>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101" name="Google Shape;101;p21"/>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2" name="Shape 102"/>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7">
    <p:spTree>
      <p:nvGrpSpPr>
        <p:cNvPr id="103" name="Shape 103"/>
        <p:cNvGrpSpPr/>
        <p:nvPr/>
      </p:nvGrpSpPr>
      <p:grpSpPr>
        <a:xfrm>
          <a:off x="0" y="0"/>
          <a:ext cx="0" cy="0"/>
          <a:chOff x="0" y="0"/>
          <a:chExt cx="0" cy="0"/>
        </a:xfrm>
      </p:grpSpPr>
      <p:sp>
        <p:nvSpPr>
          <p:cNvPr id="104" name="Google Shape;104;p23"/>
          <p:cNvSpPr txBox="1"/>
          <p:nvPr>
            <p:ph idx="1" type="subTitle"/>
          </p:nvPr>
        </p:nvSpPr>
        <p:spPr>
          <a:xfrm>
            <a:off x="3905700" y="3380175"/>
            <a:ext cx="1923600" cy="10293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sp>
        <p:nvSpPr>
          <p:cNvPr id="105" name="Google Shape;105;p23"/>
          <p:cNvSpPr txBox="1"/>
          <p:nvPr>
            <p:ph idx="2" type="subTitle"/>
          </p:nvPr>
        </p:nvSpPr>
        <p:spPr>
          <a:xfrm>
            <a:off x="1391100" y="3380175"/>
            <a:ext cx="1923600" cy="10293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sp>
        <p:nvSpPr>
          <p:cNvPr id="106" name="Google Shape;106;p23"/>
          <p:cNvSpPr txBox="1"/>
          <p:nvPr>
            <p:ph type="title"/>
          </p:nvPr>
        </p:nvSpPr>
        <p:spPr>
          <a:xfrm>
            <a:off x="713250" y="523025"/>
            <a:ext cx="7717500" cy="541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Poppins"/>
              <a:buNone/>
              <a:defRPr>
                <a:solidFill>
                  <a:schemeClr val="accent2"/>
                </a:solidFill>
                <a:latin typeface="Poppins"/>
                <a:ea typeface="Poppins"/>
                <a:cs typeface="Poppins"/>
                <a:sym typeface="Poppins"/>
              </a:defRPr>
            </a:lvl1pPr>
            <a:lvl2pPr lvl="1">
              <a:spcBef>
                <a:spcPts val="0"/>
              </a:spcBef>
              <a:spcAft>
                <a:spcPts val="0"/>
              </a:spcAft>
              <a:buSzPts val="2400"/>
              <a:buFont typeface="Poppins"/>
              <a:buNone/>
              <a:defRPr sz="2400">
                <a:latin typeface="Poppins"/>
                <a:ea typeface="Poppins"/>
                <a:cs typeface="Poppins"/>
                <a:sym typeface="Poppins"/>
              </a:defRPr>
            </a:lvl2pPr>
            <a:lvl3pPr lvl="2">
              <a:spcBef>
                <a:spcPts val="0"/>
              </a:spcBef>
              <a:spcAft>
                <a:spcPts val="0"/>
              </a:spcAft>
              <a:buSzPts val="2400"/>
              <a:buFont typeface="Poppins"/>
              <a:buNone/>
              <a:defRPr sz="2400">
                <a:latin typeface="Poppins"/>
                <a:ea typeface="Poppins"/>
                <a:cs typeface="Poppins"/>
                <a:sym typeface="Poppins"/>
              </a:defRPr>
            </a:lvl3pPr>
            <a:lvl4pPr lvl="3">
              <a:spcBef>
                <a:spcPts val="0"/>
              </a:spcBef>
              <a:spcAft>
                <a:spcPts val="0"/>
              </a:spcAft>
              <a:buSzPts val="2400"/>
              <a:buFont typeface="Poppins"/>
              <a:buNone/>
              <a:defRPr sz="2400">
                <a:latin typeface="Poppins"/>
                <a:ea typeface="Poppins"/>
                <a:cs typeface="Poppins"/>
                <a:sym typeface="Poppins"/>
              </a:defRPr>
            </a:lvl4pPr>
            <a:lvl5pPr lvl="4">
              <a:spcBef>
                <a:spcPts val="0"/>
              </a:spcBef>
              <a:spcAft>
                <a:spcPts val="0"/>
              </a:spcAft>
              <a:buSzPts val="2400"/>
              <a:buFont typeface="Poppins"/>
              <a:buNone/>
              <a:defRPr sz="2400">
                <a:latin typeface="Poppins"/>
                <a:ea typeface="Poppins"/>
                <a:cs typeface="Poppins"/>
                <a:sym typeface="Poppins"/>
              </a:defRPr>
            </a:lvl5pPr>
            <a:lvl6pPr lvl="5">
              <a:spcBef>
                <a:spcPts val="0"/>
              </a:spcBef>
              <a:spcAft>
                <a:spcPts val="0"/>
              </a:spcAft>
              <a:buSzPts val="2400"/>
              <a:buFont typeface="Poppins"/>
              <a:buNone/>
              <a:defRPr sz="2400">
                <a:latin typeface="Poppins"/>
                <a:ea typeface="Poppins"/>
                <a:cs typeface="Poppins"/>
                <a:sym typeface="Poppins"/>
              </a:defRPr>
            </a:lvl6pPr>
            <a:lvl7pPr lvl="6">
              <a:spcBef>
                <a:spcPts val="0"/>
              </a:spcBef>
              <a:spcAft>
                <a:spcPts val="0"/>
              </a:spcAft>
              <a:buSzPts val="2400"/>
              <a:buFont typeface="Poppins"/>
              <a:buNone/>
              <a:defRPr sz="2400">
                <a:latin typeface="Poppins"/>
                <a:ea typeface="Poppins"/>
                <a:cs typeface="Poppins"/>
                <a:sym typeface="Poppins"/>
              </a:defRPr>
            </a:lvl7pPr>
            <a:lvl8pPr lvl="7">
              <a:spcBef>
                <a:spcPts val="0"/>
              </a:spcBef>
              <a:spcAft>
                <a:spcPts val="0"/>
              </a:spcAft>
              <a:buSzPts val="2400"/>
              <a:buFont typeface="Poppins"/>
              <a:buNone/>
              <a:defRPr sz="2400">
                <a:latin typeface="Poppins"/>
                <a:ea typeface="Poppins"/>
                <a:cs typeface="Poppins"/>
                <a:sym typeface="Poppins"/>
              </a:defRPr>
            </a:lvl8pPr>
            <a:lvl9pPr lvl="8">
              <a:spcBef>
                <a:spcPts val="0"/>
              </a:spcBef>
              <a:spcAft>
                <a:spcPts val="0"/>
              </a:spcAft>
              <a:buSzPts val="2400"/>
              <a:buFont typeface="Poppins"/>
              <a:buNone/>
              <a:defRPr sz="2400">
                <a:latin typeface="Poppins"/>
                <a:ea typeface="Poppins"/>
                <a:cs typeface="Poppins"/>
                <a:sym typeface="Poppins"/>
              </a:defRPr>
            </a:lvl9pPr>
          </a:lstStyle>
          <a:p/>
        </p:txBody>
      </p:sp>
      <p:sp>
        <p:nvSpPr>
          <p:cNvPr id="107" name="Google Shape;107;p23"/>
          <p:cNvSpPr txBox="1"/>
          <p:nvPr>
            <p:ph idx="3" type="subTitle"/>
          </p:nvPr>
        </p:nvSpPr>
        <p:spPr>
          <a:xfrm>
            <a:off x="1391100" y="1434475"/>
            <a:ext cx="1923600" cy="454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Hammersmith One"/>
              <a:buNone/>
              <a:defRPr sz="2000">
                <a:latin typeface="Hammersmith One"/>
                <a:ea typeface="Hammersmith One"/>
                <a:cs typeface="Hammersmith One"/>
                <a:sym typeface="Hammersmith One"/>
              </a:defRPr>
            </a:lvl2pPr>
            <a:lvl3pPr lvl="2">
              <a:spcBef>
                <a:spcPts val="0"/>
              </a:spcBef>
              <a:spcAft>
                <a:spcPts val="0"/>
              </a:spcAft>
              <a:buSzPts val="2000"/>
              <a:buFont typeface="Hammersmith One"/>
              <a:buNone/>
              <a:defRPr sz="2000">
                <a:latin typeface="Hammersmith One"/>
                <a:ea typeface="Hammersmith One"/>
                <a:cs typeface="Hammersmith One"/>
                <a:sym typeface="Hammersmith One"/>
              </a:defRPr>
            </a:lvl3pPr>
            <a:lvl4pPr lvl="3">
              <a:spcBef>
                <a:spcPts val="0"/>
              </a:spcBef>
              <a:spcAft>
                <a:spcPts val="0"/>
              </a:spcAft>
              <a:buSzPts val="2000"/>
              <a:buFont typeface="Hammersmith One"/>
              <a:buNone/>
              <a:defRPr sz="2000">
                <a:latin typeface="Hammersmith One"/>
                <a:ea typeface="Hammersmith One"/>
                <a:cs typeface="Hammersmith One"/>
                <a:sym typeface="Hammersmith One"/>
              </a:defRPr>
            </a:lvl4pPr>
            <a:lvl5pPr lvl="4">
              <a:spcBef>
                <a:spcPts val="0"/>
              </a:spcBef>
              <a:spcAft>
                <a:spcPts val="0"/>
              </a:spcAft>
              <a:buSzPts val="2000"/>
              <a:buFont typeface="Hammersmith One"/>
              <a:buNone/>
              <a:defRPr sz="2000">
                <a:latin typeface="Hammersmith One"/>
                <a:ea typeface="Hammersmith One"/>
                <a:cs typeface="Hammersmith One"/>
                <a:sym typeface="Hammersmith One"/>
              </a:defRPr>
            </a:lvl5pPr>
            <a:lvl6pPr lvl="5">
              <a:spcBef>
                <a:spcPts val="0"/>
              </a:spcBef>
              <a:spcAft>
                <a:spcPts val="0"/>
              </a:spcAft>
              <a:buSzPts val="2000"/>
              <a:buFont typeface="Hammersmith One"/>
              <a:buNone/>
              <a:defRPr sz="2000">
                <a:latin typeface="Hammersmith One"/>
                <a:ea typeface="Hammersmith One"/>
                <a:cs typeface="Hammersmith One"/>
                <a:sym typeface="Hammersmith One"/>
              </a:defRPr>
            </a:lvl6pPr>
            <a:lvl7pPr lvl="6">
              <a:spcBef>
                <a:spcPts val="0"/>
              </a:spcBef>
              <a:spcAft>
                <a:spcPts val="0"/>
              </a:spcAft>
              <a:buSzPts val="2000"/>
              <a:buFont typeface="Hammersmith One"/>
              <a:buNone/>
              <a:defRPr sz="2000">
                <a:latin typeface="Hammersmith One"/>
                <a:ea typeface="Hammersmith One"/>
                <a:cs typeface="Hammersmith One"/>
                <a:sym typeface="Hammersmith One"/>
              </a:defRPr>
            </a:lvl7pPr>
            <a:lvl8pPr lvl="7">
              <a:spcBef>
                <a:spcPts val="0"/>
              </a:spcBef>
              <a:spcAft>
                <a:spcPts val="0"/>
              </a:spcAft>
              <a:buSzPts val="2000"/>
              <a:buFont typeface="Hammersmith One"/>
              <a:buNone/>
              <a:defRPr sz="2000">
                <a:latin typeface="Hammersmith One"/>
                <a:ea typeface="Hammersmith One"/>
                <a:cs typeface="Hammersmith One"/>
                <a:sym typeface="Hammersmith One"/>
              </a:defRPr>
            </a:lvl8pPr>
            <a:lvl9pPr lvl="8">
              <a:spcBef>
                <a:spcPts val="0"/>
              </a:spcBef>
              <a:spcAft>
                <a:spcPts val="0"/>
              </a:spcAft>
              <a:buSzPts val="2000"/>
              <a:buFont typeface="Hammersmith One"/>
              <a:buNone/>
              <a:defRPr sz="2000">
                <a:latin typeface="Hammersmith One"/>
                <a:ea typeface="Hammersmith One"/>
                <a:cs typeface="Hammersmith One"/>
                <a:sym typeface="Hammersmith One"/>
              </a:defRPr>
            </a:lvl9pPr>
          </a:lstStyle>
          <a:p/>
        </p:txBody>
      </p:sp>
      <p:sp>
        <p:nvSpPr>
          <p:cNvPr id="108" name="Google Shape;108;p23"/>
          <p:cNvSpPr txBox="1"/>
          <p:nvPr>
            <p:ph idx="4" type="subTitle"/>
          </p:nvPr>
        </p:nvSpPr>
        <p:spPr>
          <a:xfrm>
            <a:off x="3905700" y="1434475"/>
            <a:ext cx="1923600" cy="454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Hammersmith One"/>
              <a:buNone/>
              <a:defRPr sz="2000">
                <a:latin typeface="Hammersmith One"/>
                <a:ea typeface="Hammersmith One"/>
                <a:cs typeface="Hammersmith One"/>
                <a:sym typeface="Hammersmith One"/>
              </a:defRPr>
            </a:lvl2pPr>
            <a:lvl3pPr lvl="2">
              <a:spcBef>
                <a:spcPts val="0"/>
              </a:spcBef>
              <a:spcAft>
                <a:spcPts val="0"/>
              </a:spcAft>
              <a:buSzPts val="2000"/>
              <a:buFont typeface="Hammersmith One"/>
              <a:buNone/>
              <a:defRPr sz="2000">
                <a:latin typeface="Hammersmith One"/>
                <a:ea typeface="Hammersmith One"/>
                <a:cs typeface="Hammersmith One"/>
                <a:sym typeface="Hammersmith One"/>
              </a:defRPr>
            </a:lvl3pPr>
            <a:lvl4pPr lvl="3">
              <a:spcBef>
                <a:spcPts val="0"/>
              </a:spcBef>
              <a:spcAft>
                <a:spcPts val="0"/>
              </a:spcAft>
              <a:buSzPts val="2000"/>
              <a:buFont typeface="Hammersmith One"/>
              <a:buNone/>
              <a:defRPr sz="2000">
                <a:latin typeface="Hammersmith One"/>
                <a:ea typeface="Hammersmith One"/>
                <a:cs typeface="Hammersmith One"/>
                <a:sym typeface="Hammersmith One"/>
              </a:defRPr>
            </a:lvl4pPr>
            <a:lvl5pPr lvl="4">
              <a:spcBef>
                <a:spcPts val="0"/>
              </a:spcBef>
              <a:spcAft>
                <a:spcPts val="0"/>
              </a:spcAft>
              <a:buSzPts val="2000"/>
              <a:buFont typeface="Hammersmith One"/>
              <a:buNone/>
              <a:defRPr sz="2000">
                <a:latin typeface="Hammersmith One"/>
                <a:ea typeface="Hammersmith One"/>
                <a:cs typeface="Hammersmith One"/>
                <a:sym typeface="Hammersmith One"/>
              </a:defRPr>
            </a:lvl5pPr>
            <a:lvl6pPr lvl="5">
              <a:spcBef>
                <a:spcPts val="0"/>
              </a:spcBef>
              <a:spcAft>
                <a:spcPts val="0"/>
              </a:spcAft>
              <a:buSzPts val="2000"/>
              <a:buFont typeface="Hammersmith One"/>
              <a:buNone/>
              <a:defRPr sz="2000">
                <a:latin typeface="Hammersmith One"/>
                <a:ea typeface="Hammersmith One"/>
                <a:cs typeface="Hammersmith One"/>
                <a:sym typeface="Hammersmith One"/>
              </a:defRPr>
            </a:lvl6pPr>
            <a:lvl7pPr lvl="6">
              <a:spcBef>
                <a:spcPts val="0"/>
              </a:spcBef>
              <a:spcAft>
                <a:spcPts val="0"/>
              </a:spcAft>
              <a:buSzPts val="2000"/>
              <a:buFont typeface="Hammersmith One"/>
              <a:buNone/>
              <a:defRPr sz="2000">
                <a:latin typeface="Hammersmith One"/>
                <a:ea typeface="Hammersmith One"/>
                <a:cs typeface="Hammersmith One"/>
                <a:sym typeface="Hammersmith One"/>
              </a:defRPr>
            </a:lvl7pPr>
            <a:lvl8pPr lvl="7">
              <a:spcBef>
                <a:spcPts val="0"/>
              </a:spcBef>
              <a:spcAft>
                <a:spcPts val="0"/>
              </a:spcAft>
              <a:buSzPts val="2000"/>
              <a:buFont typeface="Hammersmith One"/>
              <a:buNone/>
              <a:defRPr sz="2000">
                <a:latin typeface="Hammersmith One"/>
                <a:ea typeface="Hammersmith One"/>
                <a:cs typeface="Hammersmith One"/>
                <a:sym typeface="Hammersmith One"/>
              </a:defRPr>
            </a:lvl8pPr>
            <a:lvl9pPr lvl="8">
              <a:spcBef>
                <a:spcPts val="0"/>
              </a:spcBef>
              <a:spcAft>
                <a:spcPts val="0"/>
              </a:spcAft>
              <a:buSzPts val="2000"/>
              <a:buFont typeface="Hammersmith One"/>
              <a:buNone/>
              <a:defRPr sz="2000">
                <a:latin typeface="Hammersmith One"/>
                <a:ea typeface="Hammersmith One"/>
                <a:cs typeface="Hammersmith One"/>
                <a:sym typeface="Hammersmith One"/>
              </a:defRPr>
            </a:lvl9pPr>
          </a:lstStyle>
          <a:p/>
        </p:txBody>
      </p:sp>
      <p:sp>
        <p:nvSpPr>
          <p:cNvPr id="109" name="Google Shape;109;p23"/>
          <p:cNvSpPr txBox="1"/>
          <p:nvPr>
            <p:ph idx="5" type="subTitle"/>
          </p:nvPr>
        </p:nvSpPr>
        <p:spPr>
          <a:xfrm>
            <a:off x="1391100" y="2992287"/>
            <a:ext cx="1923600" cy="454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Hammersmith One"/>
              <a:buNone/>
              <a:defRPr sz="2000">
                <a:latin typeface="Hammersmith One"/>
                <a:ea typeface="Hammersmith One"/>
                <a:cs typeface="Hammersmith One"/>
                <a:sym typeface="Hammersmith One"/>
              </a:defRPr>
            </a:lvl2pPr>
            <a:lvl3pPr lvl="2">
              <a:spcBef>
                <a:spcPts val="0"/>
              </a:spcBef>
              <a:spcAft>
                <a:spcPts val="0"/>
              </a:spcAft>
              <a:buSzPts val="2000"/>
              <a:buFont typeface="Hammersmith One"/>
              <a:buNone/>
              <a:defRPr sz="2000">
                <a:latin typeface="Hammersmith One"/>
                <a:ea typeface="Hammersmith One"/>
                <a:cs typeface="Hammersmith One"/>
                <a:sym typeface="Hammersmith One"/>
              </a:defRPr>
            </a:lvl3pPr>
            <a:lvl4pPr lvl="3">
              <a:spcBef>
                <a:spcPts val="0"/>
              </a:spcBef>
              <a:spcAft>
                <a:spcPts val="0"/>
              </a:spcAft>
              <a:buSzPts val="2000"/>
              <a:buFont typeface="Hammersmith One"/>
              <a:buNone/>
              <a:defRPr sz="2000">
                <a:latin typeface="Hammersmith One"/>
                <a:ea typeface="Hammersmith One"/>
                <a:cs typeface="Hammersmith One"/>
                <a:sym typeface="Hammersmith One"/>
              </a:defRPr>
            </a:lvl4pPr>
            <a:lvl5pPr lvl="4">
              <a:spcBef>
                <a:spcPts val="0"/>
              </a:spcBef>
              <a:spcAft>
                <a:spcPts val="0"/>
              </a:spcAft>
              <a:buSzPts val="2000"/>
              <a:buFont typeface="Hammersmith One"/>
              <a:buNone/>
              <a:defRPr sz="2000">
                <a:latin typeface="Hammersmith One"/>
                <a:ea typeface="Hammersmith One"/>
                <a:cs typeface="Hammersmith One"/>
                <a:sym typeface="Hammersmith One"/>
              </a:defRPr>
            </a:lvl5pPr>
            <a:lvl6pPr lvl="5">
              <a:spcBef>
                <a:spcPts val="0"/>
              </a:spcBef>
              <a:spcAft>
                <a:spcPts val="0"/>
              </a:spcAft>
              <a:buSzPts val="2000"/>
              <a:buFont typeface="Hammersmith One"/>
              <a:buNone/>
              <a:defRPr sz="2000">
                <a:latin typeface="Hammersmith One"/>
                <a:ea typeface="Hammersmith One"/>
                <a:cs typeface="Hammersmith One"/>
                <a:sym typeface="Hammersmith One"/>
              </a:defRPr>
            </a:lvl6pPr>
            <a:lvl7pPr lvl="6">
              <a:spcBef>
                <a:spcPts val="0"/>
              </a:spcBef>
              <a:spcAft>
                <a:spcPts val="0"/>
              </a:spcAft>
              <a:buSzPts val="2000"/>
              <a:buFont typeface="Hammersmith One"/>
              <a:buNone/>
              <a:defRPr sz="2000">
                <a:latin typeface="Hammersmith One"/>
                <a:ea typeface="Hammersmith One"/>
                <a:cs typeface="Hammersmith One"/>
                <a:sym typeface="Hammersmith One"/>
              </a:defRPr>
            </a:lvl7pPr>
            <a:lvl8pPr lvl="7">
              <a:spcBef>
                <a:spcPts val="0"/>
              </a:spcBef>
              <a:spcAft>
                <a:spcPts val="0"/>
              </a:spcAft>
              <a:buSzPts val="2000"/>
              <a:buFont typeface="Hammersmith One"/>
              <a:buNone/>
              <a:defRPr sz="2000">
                <a:latin typeface="Hammersmith One"/>
                <a:ea typeface="Hammersmith One"/>
                <a:cs typeface="Hammersmith One"/>
                <a:sym typeface="Hammersmith One"/>
              </a:defRPr>
            </a:lvl8pPr>
            <a:lvl9pPr lvl="8">
              <a:spcBef>
                <a:spcPts val="0"/>
              </a:spcBef>
              <a:spcAft>
                <a:spcPts val="0"/>
              </a:spcAft>
              <a:buSzPts val="2000"/>
              <a:buFont typeface="Hammersmith One"/>
              <a:buNone/>
              <a:defRPr sz="2000">
                <a:latin typeface="Hammersmith One"/>
                <a:ea typeface="Hammersmith One"/>
                <a:cs typeface="Hammersmith One"/>
                <a:sym typeface="Hammersmith One"/>
              </a:defRPr>
            </a:lvl9pPr>
          </a:lstStyle>
          <a:p/>
        </p:txBody>
      </p:sp>
      <p:sp>
        <p:nvSpPr>
          <p:cNvPr id="110" name="Google Shape;110;p23"/>
          <p:cNvSpPr txBox="1"/>
          <p:nvPr>
            <p:ph idx="6" type="subTitle"/>
          </p:nvPr>
        </p:nvSpPr>
        <p:spPr>
          <a:xfrm>
            <a:off x="3905700" y="2992287"/>
            <a:ext cx="1923600" cy="454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Hammersmith One"/>
              <a:buNone/>
              <a:defRPr sz="2000">
                <a:latin typeface="Hammersmith One"/>
                <a:ea typeface="Hammersmith One"/>
                <a:cs typeface="Hammersmith One"/>
                <a:sym typeface="Hammersmith One"/>
              </a:defRPr>
            </a:lvl2pPr>
            <a:lvl3pPr lvl="2">
              <a:spcBef>
                <a:spcPts val="0"/>
              </a:spcBef>
              <a:spcAft>
                <a:spcPts val="0"/>
              </a:spcAft>
              <a:buSzPts val="2000"/>
              <a:buFont typeface="Hammersmith One"/>
              <a:buNone/>
              <a:defRPr sz="2000">
                <a:latin typeface="Hammersmith One"/>
                <a:ea typeface="Hammersmith One"/>
                <a:cs typeface="Hammersmith One"/>
                <a:sym typeface="Hammersmith One"/>
              </a:defRPr>
            </a:lvl3pPr>
            <a:lvl4pPr lvl="3">
              <a:spcBef>
                <a:spcPts val="0"/>
              </a:spcBef>
              <a:spcAft>
                <a:spcPts val="0"/>
              </a:spcAft>
              <a:buSzPts val="2000"/>
              <a:buFont typeface="Hammersmith One"/>
              <a:buNone/>
              <a:defRPr sz="2000">
                <a:latin typeface="Hammersmith One"/>
                <a:ea typeface="Hammersmith One"/>
                <a:cs typeface="Hammersmith One"/>
                <a:sym typeface="Hammersmith One"/>
              </a:defRPr>
            </a:lvl4pPr>
            <a:lvl5pPr lvl="4">
              <a:spcBef>
                <a:spcPts val="0"/>
              </a:spcBef>
              <a:spcAft>
                <a:spcPts val="0"/>
              </a:spcAft>
              <a:buSzPts val="2000"/>
              <a:buFont typeface="Hammersmith One"/>
              <a:buNone/>
              <a:defRPr sz="2000">
                <a:latin typeface="Hammersmith One"/>
                <a:ea typeface="Hammersmith One"/>
                <a:cs typeface="Hammersmith One"/>
                <a:sym typeface="Hammersmith One"/>
              </a:defRPr>
            </a:lvl5pPr>
            <a:lvl6pPr lvl="5">
              <a:spcBef>
                <a:spcPts val="0"/>
              </a:spcBef>
              <a:spcAft>
                <a:spcPts val="0"/>
              </a:spcAft>
              <a:buSzPts val="2000"/>
              <a:buFont typeface="Hammersmith One"/>
              <a:buNone/>
              <a:defRPr sz="2000">
                <a:latin typeface="Hammersmith One"/>
                <a:ea typeface="Hammersmith One"/>
                <a:cs typeface="Hammersmith One"/>
                <a:sym typeface="Hammersmith One"/>
              </a:defRPr>
            </a:lvl6pPr>
            <a:lvl7pPr lvl="6">
              <a:spcBef>
                <a:spcPts val="0"/>
              </a:spcBef>
              <a:spcAft>
                <a:spcPts val="0"/>
              </a:spcAft>
              <a:buSzPts val="2000"/>
              <a:buFont typeface="Hammersmith One"/>
              <a:buNone/>
              <a:defRPr sz="2000">
                <a:latin typeface="Hammersmith One"/>
                <a:ea typeface="Hammersmith One"/>
                <a:cs typeface="Hammersmith One"/>
                <a:sym typeface="Hammersmith One"/>
              </a:defRPr>
            </a:lvl7pPr>
            <a:lvl8pPr lvl="7">
              <a:spcBef>
                <a:spcPts val="0"/>
              </a:spcBef>
              <a:spcAft>
                <a:spcPts val="0"/>
              </a:spcAft>
              <a:buSzPts val="2000"/>
              <a:buFont typeface="Hammersmith One"/>
              <a:buNone/>
              <a:defRPr sz="2000">
                <a:latin typeface="Hammersmith One"/>
                <a:ea typeface="Hammersmith One"/>
                <a:cs typeface="Hammersmith One"/>
                <a:sym typeface="Hammersmith One"/>
              </a:defRPr>
            </a:lvl8pPr>
            <a:lvl9pPr lvl="8">
              <a:spcBef>
                <a:spcPts val="0"/>
              </a:spcBef>
              <a:spcAft>
                <a:spcPts val="0"/>
              </a:spcAft>
              <a:buSzPts val="2000"/>
              <a:buFont typeface="Hammersmith One"/>
              <a:buNone/>
              <a:defRPr sz="2000">
                <a:latin typeface="Hammersmith One"/>
                <a:ea typeface="Hammersmith One"/>
                <a:cs typeface="Hammersmith One"/>
                <a:sym typeface="Hammersmith One"/>
              </a:defRPr>
            </a:lvl9pPr>
          </a:lstStyle>
          <a:p/>
        </p:txBody>
      </p:sp>
      <p:sp>
        <p:nvSpPr>
          <p:cNvPr id="111" name="Google Shape;111;p23"/>
          <p:cNvSpPr txBox="1"/>
          <p:nvPr>
            <p:ph idx="7" type="subTitle"/>
          </p:nvPr>
        </p:nvSpPr>
        <p:spPr>
          <a:xfrm>
            <a:off x="1391100" y="1825209"/>
            <a:ext cx="1923600" cy="10293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2" name="Google Shape;112;p23"/>
          <p:cNvSpPr txBox="1"/>
          <p:nvPr>
            <p:ph idx="8" type="subTitle"/>
          </p:nvPr>
        </p:nvSpPr>
        <p:spPr>
          <a:xfrm>
            <a:off x="3905700" y="1825209"/>
            <a:ext cx="1923600" cy="10293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3" name="Google Shape;113;p23"/>
          <p:cNvSpPr txBox="1"/>
          <p:nvPr>
            <p:ph hasCustomPrompt="1" idx="9" type="title"/>
          </p:nvPr>
        </p:nvSpPr>
        <p:spPr>
          <a:xfrm>
            <a:off x="792175" y="1434475"/>
            <a:ext cx="596400" cy="411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14" name="Google Shape;114;p23"/>
          <p:cNvSpPr txBox="1"/>
          <p:nvPr>
            <p:ph hasCustomPrompt="1" idx="13" type="title"/>
          </p:nvPr>
        </p:nvSpPr>
        <p:spPr>
          <a:xfrm>
            <a:off x="3314700" y="1434475"/>
            <a:ext cx="596400" cy="411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15" name="Google Shape;115;p23"/>
          <p:cNvSpPr txBox="1"/>
          <p:nvPr>
            <p:ph hasCustomPrompt="1" idx="14" type="title"/>
          </p:nvPr>
        </p:nvSpPr>
        <p:spPr>
          <a:xfrm>
            <a:off x="792175" y="2992276"/>
            <a:ext cx="596400" cy="411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16" name="Google Shape;116;p23"/>
          <p:cNvSpPr txBox="1"/>
          <p:nvPr>
            <p:ph hasCustomPrompt="1" idx="15" type="title"/>
          </p:nvPr>
        </p:nvSpPr>
        <p:spPr>
          <a:xfrm>
            <a:off x="3314700" y="2992276"/>
            <a:ext cx="596400" cy="411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17" name="Google Shape;117;p23"/>
          <p:cNvSpPr txBox="1"/>
          <p:nvPr>
            <p:ph idx="16" type="subTitle"/>
          </p:nvPr>
        </p:nvSpPr>
        <p:spPr>
          <a:xfrm>
            <a:off x="6428225" y="3380175"/>
            <a:ext cx="1923600" cy="10293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sp>
        <p:nvSpPr>
          <p:cNvPr id="118" name="Google Shape;118;p23"/>
          <p:cNvSpPr txBox="1"/>
          <p:nvPr>
            <p:ph idx="17" type="subTitle"/>
          </p:nvPr>
        </p:nvSpPr>
        <p:spPr>
          <a:xfrm>
            <a:off x="6428225" y="1434475"/>
            <a:ext cx="1923600" cy="454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Poppins"/>
              <a:buNone/>
              <a:defRPr sz="2000">
                <a:latin typeface="Poppins"/>
                <a:ea typeface="Poppins"/>
                <a:cs typeface="Poppins"/>
                <a:sym typeface="Poppins"/>
              </a:defRPr>
            </a:lvl2pPr>
            <a:lvl3pPr lvl="2">
              <a:spcBef>
                <a:spcPts val="0"/>
              </a:spcBef>
              <a:spcAft>
                <a:spcPts val="0"/>
              </a:spcAft>
              <a:buSzPts val="2000"/>
              <a:buFont typeface="Poppins"/>
              <a:buNone/>
              <a:defRPr sz="2000">
                <a:latin typeface="Poppins"/>
                <a:ea typeface="Poppins"/>
                <a:cs typeface="Poppins"/>
                <a:sym typeface="Poppins"/>
              </a:defRPr>
            </a:lvl3pPr>
            <a:lvl4pPr lvl="3">
              <a:spcBef>
                <a:spcPts val="0"/>
              </a:spcBef>
              <a:spcAft>
                <a:spcPts val="0"/>
              </a:spcAft>
              <a:buSzPts val="2000"/>
              <a:buFont typeface="Poppins"/>
              <a:buNone/>
              <a:defRPr sz="2000">
                <a:latin typeface="Poppins"/>
                <a:ea typeface="Poppins"/>
                <a:cs typeface="Poppins"/>
                <a:sym typeface="Poppins"/>
              </a:defRPr>
            </a:lvl4pPr>
            <a:lvl5pPr lvl="4">
              <a:spcBef>
                <a:spcPts val="0"/>
              </a:spcBef>
              <a:spcAft>
                <a:spcPts val="0"/>
              </a:spcAft>
              <a:buSzPts val="2000"/>
              <a:buFont typeface="Poppins"/>
              <a:buNone/>
              <a:defRPr sz="2000">
                <a:latin typeface="Poppins"/>
                <a:ea typeface="Poppins"/>
                <a:cs typeface="Poppins"/>
                <a:sym typeface="Poppins"/>
              </a:defRPr>
            </a:lvl5pPr>
            <a:lvl6pPr lvl="5">
              <a:spcBef>
                <a:spcPts val="0"/>
              </a:spcBef>
              <a:spcAft>
                <a:spcPts val="0"/>
              </a:spcAft>
              <a:buSzPts val="2000"/>
              <a:buFont typeface="Poppins"/>
              <a:buNone/>
              <a:defRPr sz="2000">
                <a:latin typeface="Poppins"/>
                <a:ea typeface="Poppins"/>
                <a:cs typeface="Poppins"/>
                <a:sym typeface="Poppins"/>
              </a:defRPr>
            </a:lvl6pPr>
            <a:lvl7pPr lvl="6">
              <a:spcBef>
                <a:spcPts val="0"/>
              </a:spcBef>
              <a:spcAft>
                <a:spcPts val="0"/>
              </a:spcAft>
              <a:buSzPts val="2000"/>
              <a:buFont typeface="Poppins"/>
              <a:buNone/>
              <a:defRPr sz="2000">
                <a:latin typeface="Poppins"/>
                <a:ea typeface="Poppins"/>
                <a:cs typeface="Poppins"/>
                <a:sym typeface="Poppins"/>
              </a:defRPr>
            </a:lvl7pPr>
            <a:lvl8pPr lvl="7">
              <a:spcBef>
                <a:spcPts val="0"/>
              </a:spcBef>
              <a:spcAft>
                <a:spcPts val="0"/>
              </a:spcAft>
              <a:buSzPts val="2000"/>
              <a:buFont typeface="Poppins"/>
              <a:buNone/>
              <a:defRPr sz="2000">
                <a:latin typeface="Poppins"/>
                <a:ea typeface="Poppins"/>
                <a:cs typeface="Poppins"/>
                <a:sym typeface="Poppins"/>
              </a:defRPr>
            </a:lvl8pPr>
            <a:lvl9pPr lvl="8">
              <a:spcBef>
                <a:spcPts val="0"/>
              </a:spcBef>
              <a:spcAft>
                <a:spcPts val="0"/>
              </a:spcAft>
              <a:buSzPts val="2000"/>
              <a:buFont typeface="Poppins"/>
              <a:buNone/>
              <a:defRPr sz="2000">
                <a:latin typeface="Poppins"/>
                <a:ea typeface="Poppins"/>
                <a:cs typeface="Poppins"/>
                <a:sym typeface="Poppins"/>
              </a:defRPr>
            </a:lvl9pPr>
          </a:lstStyle>
          <a:p/>
        </p:txBody>
      </p:sp>
      <p:sp>
        <p:nvSpPr>
          <p:cNvPr id="119" name="Google Shape;119;p23"/>
          <p:cNvSpPr txBox="1"/>
          <p:nvPr>
            <p:ph idx="18" type="subTitle"/>
          </p:nvPr>
        </p:nvSpPr>
        <p:spPr>
          <a:xfrm>
            <a:off x="6428225" y="2992287"/>
            <a:ext cx="1923600" cy="454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000"/>
              <a:buFont typeface="Poppins"/>
              <a:buNone/>
              <a:defRPr b="1" sz="2000">
                <a:solidFill>
                  <a:schemeClr val="accent2"/>
                </a:solidFill>
                <a:latin typeface="Poppins"/>
                <a:ea typeface="Poppins"/>
                <a:cs typeface="Poppins"/>
                <a:sym typeface="Poppins"/>
              </a:defRPr>
            </a:lvl1pPr>
            <a:lvl2pPr lvl="1">
              <a:spcBef>
                <a:spcPts val="0"/>
              </a:spcBef>
              <a:spcAft>
                <a:spcPts val="0"/>
              </a:spcAft>
              <a:buSzPts val="2000"/>
              <a:buFont typeface="Poppins"/>
              <a:buNone/>
              <a:defRPr sz="2000">
                <a:latin typeface="Poppins"/>
                <a:ea typeface="Poppins"/>
                <a:cs typeface="Poppins"/>
                <a:sym typeface="Poppins"/>
              </a:defRPr>
            </a:lvl2pPr>
            <a:lvl3pPr lvl="2">
              <a:spcBef>
                <a:spcPts val="0"/>
              </a:spcBef>
              <a:spcAft>
                <a:spcPts val="0"/>
              </a:spcAft>
              <a:buSzPts val="2000"/>
              <a:buFont typeface="Poppins"/>
              <a:buNone/>
              <a:defRPr sz="2000">
                <a:latin typeface="Poppins"/>
                <a:ea typeface="Poppins"/>
                <a:cs typeface="Poppins"/>
                <a:sym typeface="Poppins"/>
              </a:defRPr>
            </a:lvl3pPr>
            <a:lvl4pPr lvl="3">
              <a:spcBef>
                <a:spcPts val="0"/>
              </a:spcBef>
              <a:spcAft>
                <a:spcPts val="0"/>
              </a:spcAft>
              <a:buSzPts val="2000"/>
              <a:buFont typeface="Poppins"/>
              <a:buNone/>
              <a:defRPr sz="2000">
                <a:latin typeface="Poppins"/>
                <a:ea typeface="Poppins"/>
                <a:cs typeface="Poppins"/>
                <a:sym typeface="Poppins"/>
              </a:defRPr>
            </a:lvl4pPr>
            <a:lvl5pPr lvl="4">
              <a:spcBef>
                <a:spcPts val="0"/>
              </a:spcBef>
              <a:spcAft>
                <a:spcPts val="0"/>
              </a:spcAft>
              <a:buSzPts val="2000"/>
              <a:buFont typeface="Poppins"/>
              <a:buNone/>
              <a:defRPr sz="2000">
                <a:latin typeface="Poppins"/>
                <a:ea typeface="Poppins"/>
                <a:cs typeface="Poppins"/>
                <a:sym typeface="Poppins"/>
              </a:defRPr>
            </a:lvl5pPr>
            <a:lvl6pPr lvl="5">
              <a:spcBef>
                <a:spcPts val="0"/>
              </a:spcBef>
              <a:spcAft>
                <a:spcPts val="0"/>
              </a:spcAft>
              <a:buSzPts val="2000"/>
              <a:buFont typeface="Poppins"/>
              <a:buNone/>
              <a:defRPr sz="2000">
                <a:latin typeface="Poppins"/>
                <a:ea typeface="Poppins"/>
                <a:cs typeface="Poppins"/>
                <a:sym typeface="Poppins"/>
              </a:defRPr>
            </a:lvl6pPr>
            <a:lvl7pPr lvl="6">
              <a:spcBef>
                <a:spcPts val="0"/>
              </a:spcBef>
              <a:spcAft>
                <a:spcPts val="0"/>
              </a:spcAft>
              <a:buSzPts val="2000"/>
              <a:buFont typeface="Poppins"/>
              <a:buNone/>
              <a:defRPr sz="2000">
                <a:latin typeface="Poppins"/>
                <a:ea typeface="Poppins"/>
                <a:cs typeface="Poppins"/>
                <a:sym typeface="Poppins"/>
              </a:defRPr>
            </a:lvl7pPr>
            <a:lvl8pPr lvl="7">
              <a:spcBef>
                <a:spcPts val="0"/>
              </a:spcBef>
              <a:spcAft>
                <a:spcPts val="0"/>
              </a:spcAft>
              <a:buSzPts val="2000"/>
              <a:buFont typeface="Poppins"/>
              <a:buNone/>
              <a:defRPr sz="2000">
                <a:latin typeface="Poppins"/>
                <a:ea typeface="Poppins"/>
                <a:cs typeface="Poppins"/>
                <a:sym typeface="Poppins"/>
              </a:defRPr>
            </a:lvl8pPr>
            <a:lvl9pPr lvl="8">
              <a:spcBef>
                <a:spcPts val="0"/>
              </a:spcBef>
              <a:spcAft>
                <a:spcPts val="0"/>
              </a:spcAft>
              <a:buSzPts val="2000"/>
              <a:buFont typeface="Poppins"/>
              <a:buNone/>
              <a:defRPr sz="2000">
                <a:latin typeface="Poppins"/>
                <a:ea typeface="Poppins"/>
                <a:cs typeface="Poppins"/>
                <a:sym typeface="Poppins"/>
              </a:defRPr>
            </a:lvl9pPr>
          </a:lstStyle>
          <a:p/>
        </p:txBody>
      </p:sp>
      <p:sp>
        <p:nvSpPr>
          <p:cNvPr id="120" name="Google Shape;120;p23"/>
          <p:cNvSpPr txBox="1"/>
          <p:nvPr>
            <p:ph idx="19" type="subTitle"/>
          </p:nvPr>
        </p:nvSpPr>
        <p:spPr>
          <a:xfrm>
            <a:off x="6428225" y="1825209"/>
            <a:ext cx="1923600" cy="10293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sp>
        <p:nvSpPr>
          <p:cNvPr id="121" name="Google Shape;121;p23"/>
          <p:cNvSpPr txBox="1"/>
          <p:nvPr>
            <p:ph hasCustomPrompt="1" idx="20" type="title"/>
          </p:nvPr>
        </p:nvSpPr>
        <p:spPr>
          <a:xfrm>
            <a:off x="5837225" y="1434475"/>
            <a:ext cx="596400" cy="411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sp>
        <p:nvSpPr>
          <p:cNvPr id="122" name="Google Shape;122;p23"/>
          <p:cNvSpPr txBox="1"/>
          <p:nvPr>
            <p:ph hasCustomPrompt="1" idx="21" type="title"/>
          </p:nvPr>
        </p:nvSpPr>
        <p:spPr>
          <a:xfrm>
            <a:off x="5837225" y="2992276"/>
            <a:ext cx="596400" cy="411300"/>
          </a:xfrm>
          <a:prstGeom prst="rect">
            <a:avLst/>
          </a:prstGeom>
          <a:ln>
            <a:noFill/>
          </a:ln>
        </p:spPr>
        <p:txBody>
          <a:bodyPr anchorCtr="0" anchor="ctr" bIns="91425" lIns="91425" spcFirstLastPara="1" rIns="91425" wrap="square" tIns="91425">
            <a:noAutofit/>
          </a:bodyPr>
          <a:lstStyle>
            <a:lvl1pPr lvl="0" algn="ctr">
              <a:spcBef>
                <a:spcPts val="0"/>
              </a:spcBef>
              <a:spcAft>
                <a:spcPts val="0"/>
              </a:spcAft>
              <a:buSzPts val="1800"/>
              <a:buNone/>
              <a:defRPr sz="24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a:r>
              <a:t>xx%</a:t>
            </a:r>
          </a:p>
        </p:txBody>
      </p:sp>
      <p:pic>
        <p:nvPicPr>
          <p:cNvPr id="123" name="Google Shape;123;p23"/>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124" name="Google Shape;124;p23"/>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125" name="Google Shape;125;p23"/>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24">
    <p:spTree>
      <p:nvGrpSpPr>
        <p:cNvPr id="126" name="Shape 126"/>
        <p:cNvGrpSpPr/>
        <p:nvPr/>
      </p:nvGrpSpPr>
      <p:grpSpPr>
        <a:xfrm>
          <a:off x="0" y="0"/>
          <a:ext cx="0" cy="0"/>
          <a:chOff x="0" y="0"/>
          <a:chExt cx="0" cy="0"/>
        </a:xfrm>
      </p:grpSpPr>
      <p:sp>
        <p:nvSpPr>
          <p:cNvPr id="127" name="Google Shape;127;p24"/>
          <p:cNvSpPr/>
          <p:nvPr/>
        </p:nvSpPr>
        <p:spPr>
          <a:xfrm flipH="1" rot="-6430284">
            <a:off x="6992855" y="-1008460"/>
            <a:ext cx="3967958" cy="3604468"/>
          </a:xfrm>
          <a:custGeom>
            <a:rect b="b" l="l" r="r" t="t"/>
            <a:pathLst>
              <a:path extrusionOk="0" h="59210" w="65181">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4"/>
          <p:cNvSpPr/>
          <p:nvPr/>
        </p:nvSpPr>
        <p:spPr>
          <a:xfrm>
            <a:off x="-458900" y="-740250"/>
            <a:ext cx="2037008" cy="2154203"/>
          </a:xfrm>
          <a:custGeom>
            <a:rect b="b" l="l" r="r" t="t"/>
            <a:pathLst>
              <a:path extrusionOk="0" h="12066" w="13679">
                <a:moveTo>
                  <a:pt x="7541" y="1"/>
                </a:moveTo>
                <a:cubicBezTo>
                  <a:pt x="7109" y="1"/>
                  <a:pt x="6648" y="24"/>
                  <a:pt x="6157" y="68"/>
                </a:cubicBezTo>
                <a:cubicBezTo>
                  <a:pt x="1981" y="443"/>
                  <a:pt x="28" y="3173"/>
                  <a:pt x="1" y="6385"/>
                </a:cubicBezTo>
                <a:cubicBezTo>
                  <a:pt x="598" y="10109"/>
                  <a:pt x="2003" y="12066"/>
                  <a:pt x="5300" y="12066"/>
                </a:cubicBezTo>
                <a:cubicBezTo>
                  <a:pt x="5700" y="12066"/>
                  <a:pt x="6128" y="12037"/>
                  <a:pt x="6585" y="11979"/>
                </a:cubicBezTo>
                <a:cubicBezTo>
                  <a:pt x="10680" y="11470"/>
                  <a:pt x="13678" y="9516"/>
                  <a:pt x="12822" y="4297"/>
                </a:cubicBezTo>
                <a:cubicBezTo>
                  <a:pt x="12326" y="1256"/>
                  <a:pt x="10731" y="1"/>
                  <a:pt x="75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4"/>
          <p:cNvSpPr txBox="1"/>
          <p:nvPr>
            <p:ph idx="1" type="subTitle"/>
          </p:nvPr>
        </p:nvSpPr>
        <p:spPr>
          <a:xfrm>
            <a:off x="628701" y="3181975"/>
            <a:ext cx="2167800" cy="4545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b="1" sz="2200">
                <a:solidFill>
                  <a:schemeClr val="accent2"/>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
        <p:nvSpPr>
          <p:cNvPr id="130" name="Google Shape;130;p24"/>
          <p:cNvSpPr txBox="1"/>
          <p:nvPr>
            <p:ph idx="2" type="subTitle"/>
          </p:nvPr>
        </p:nvSpPr>
        <p:spPr>
          <a:xfrm>
            <a:off x="3488100" y="3181975"/>
            <a:ext cx="2167800" cy="4545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b="1" sz="2200">
                <a:solidFill>
                  <a:schemeClr val="accent2"/>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
        <p:nvSpPr>
          <p:cNvPr id="131" name="Google Shape;131;p24"/>
          <p:cNvSpPr txBox="1"/>
          <p:nvPr>
            <p:ph idx="3" type="subTitle"/>
          </p:nvPr>
        </p:nvSpPr>
        <p:spPr>
          <a:xfrm>
            <a:off x="628700" y="3649713"/>
            <a:ext cx="21678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sp>
        <p:nvSpPr>
          <p:cNvPr id="132" name="Google Shape;132;p24"/>
          <p:cNvSpPr txBox="1"/>
          <p:nvPr>
            <p:ph idx="4" type="subTitle"/>
          </p:nvPr>
        </p:nvSpPr>
        <p:spPr>
          <a:xfrm>
            <a:off x="3488100" y="3649713"/>
            <a:ext cx="21678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sp>
        <p:nvSpPr>
          <p:cNvPr id="133" name="Google Shape;133;p24"/>
          <p:cNvSpPr txBox="1"/>
          <p:nvPr>
            <p:ph hasCustomPrompt="1" type="title"/>
          </p:nvPr>
        </p:nvSpPr>
        <p:spPr>
          <a:xfrm>
            <a:off x="628699" y="1464438"/>
            <a:ext cx="2167800" cy="411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Font typeface="Poppins"/>
              <a:buNone/>
              <a:defRPr sz="3000">
                <a:solidFill>
                  <a:schemeClr val="accent3"/>
                </a:solidFill>
                <a:latin typeface="Poppins"/>
                <a:ea typeface="Poppins"/>
                <a:cs typeface="Poppins"/>
                <a:sym typeface="Poppins"/>
              </a:defRPr>
            </a:lvl1pPr>
            <a:lvl2pPr lvl="1" algn="ctr">
              <a:spcBef>
                <a:spcPts val="0"/>
              </a:spcBef>
              <a:spcAft>
                <a:spcPts val="0"/>
              </a:spcAft>
              <a:buSzPts val="1800"/>
              <a:buFont typeface="Poppins"/>
              <a:buNone/>
              <a:defRPr sz="1800">
                <a:latin typeface="Poppins"/>
                <a:ea typeface="Poppins"/>
                <a:cs typeface="Poppins"/>
                <a:sym typeface="Poppins"/>
              </a:defRPr>
            </a:lvl2pPr>
            <a:lvl3pPr lvl="2" algn="ctr">
              <a:spcBef>
                <a:spcPts val="0"/>
              </a:spcBef>
              <a:spcAft>
                <a:spcPts val="0"/>
              </a:spcAft>
              <a:buSzPts val="1800"/>
              <a:buFont typeface="Poppins"/>
              <a:buNone/>
              <a:defRPr sz="1800">
                <a:latin typeface="Poppins"/>
                <a:ea typeface="Poppins"/>
                <a:cs typeface="Poppins"/>
                <a:sym typeface="Poppins"/>
              </a:defRPr>
            </a:lvl3pPr>
            <a:lvl4pPr lvl="3" algn="ctr">
              <a:spcBef>
                <a:spcPts val="0"/>
              </a:spcBef>
              <a:spcAft>
                <a:spcPts val="0"/>
              </a:spcAft>
              <a:buSzPts val="1800"/>
              <a:buFont typeface="Poppins"/>
              <a:buNone/>
              <a:defRPr sz="1800">
                <a:latin typeface="Poppins"/>
                <a:ea typeface="Poppins"/>
                <a:cs typeface="Poppins"/>
                <a:sym typeface="Poppins"/>
              </a:defRPr>
            </a:lvl4pPr>
            <a:lvl5pPr lvl="4" algn="ctr">
              <a:spcBef>
                <a:spcPts val="0"/>
              </a:spcBef>
              <a:spcAft>
                <a:spcPts val="0"/>
              </a:spcAft>
              <a:buSzPts val="1800"/>
              <a:buFont typeface="Poppins"/>
              <a:buNone/>
              <a:defRPr sz="1800">
                <a:latin typeface="Poppins"/>
                <a:ea typeface="Poppins"/>
                <a:cs typeface="Poppins"/>
                <a:sym typeface="Poppins"/>
              </a:defRPr>
            </a:lvl5pPr>
            <a:lvl6pPr lvl="5" algn="ctr">
              <a:spcBef>
                <a:spcPts val="0"/>
              </a:spcBef>
              <a:spcAft>
                <a:spcPts val="0"/>
              </a:spcAft>
              <a:buSzPts val="1800"/>
              <a:buFont typeface="Poppins"/>
              <a:buNone/>
              <a:defRPr sz="1800">
                <a:latin typeface="Poppins"/>
                <a:ea typeface="Poppins"/>
                <a:cs typeface="Poppins"/>
                <a:sym typeface="Poppins"/>
              </a:defRPr>
            </a:lvl6pPr>
            <a:lvl7pPr lvl="6" algn="ctr">
              <a:spcBef>
                <a:spcPts val="0"/>
              </a:spcBef>
              <a:spcAft>
                <a:spcPts val="0"/>
              </a:spcAft>
              <a:buSzPts val="1800"/>
              <a:buFont typeface="Poppins"/>
              <a:buNone/>
              <a:defRPr sz="1800">
                <a:latin typeface="Poppins"/>
                <a:ea typeface="Poppins"/>
                <a:cs typeface="Poppins"/>
                <a:sym typeface="Poppins"/>
              </a:defRPr>
            </a:lvl7pPr>
            <a:lvl8pPr lvl="7" algn="ctr">
              <a:spcBef>
                <a:spcPts val="0"/>
              </a:spcBef>
              <a:spcAft>
                <a:spcPts val="0"/>
              </a:spcAft>
              <a:buSzPts val="1800"/>
              <a:buFont typeface="Poppins"/>
              <a:buNone/>
              <a:defRPr sz="1800">
                <a:latin typeface="Poppins"/>
                <a:ea typeface="Poppins"/>
                <a:cs typeface="Poppins"/>
                <a:sym typeface="Poppins"/>
              </a:defRPr>
            </a:lvl8pPr>
            <a:lvl9pPr lvl="8" algn="ctr">
              <a:spcBef>
                <a:spcPts val="0"/>
              </a:spcBef>
              <a:spcAft>
                <a:spcPts val="0"/>
              </a:spcAft>
              <a:buSzPts val="1800"/>
              <a:buFont typeface="Poppins"/>
              <a:buNone/>
              <a:defRPr sz="1800">
                <a:latin typeface="Poppins"/>
                <a:ea typeface="Poppins"/>
                <a:cs typeface="Poppins"/>
                <a:sym typeface="Poppins"/>
              </a:defRPr>
            </a:lvl9pPr>
          </a:lstStyle>
          <a:p>
            <a:r>
              <a:t>xx%</a:t>
            </a:r>
          </a:p>
        </p:txBody>
      </p:sp>
      <p:sp>
        <p:nvSpPr>
          <p:cNvPr id="134" name="Google Shape;134;p24"/>
          <p:cNvSpPr txBox="1"/>
          <p:nvPr>
            <p:ph hasCustomPrompt="1" idx="5" type="title"/>
          </p:nvPr>
        </p:nvSpPr>
        <p:spPr>
          <a:xfrm>
            <a:off x="3456213" y="1464438"/>
            <a:ext cx="2167800" cy="411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Font typeface="Poppins"/>
              <a:buNone/>
              <a:defRPr sz="3000">
                <a:solidFill>
                  <a:schemeClr val="accent5"/>
                </a:solidFill>
                <a:latin typeface="Poppins"/>
                <a:ea typeface="Poppins"/>
                <a:cs typeface="Poppins"/>
                <a:sym typeface="Poppins"/>
              </a:defRPr>
            </a:lvl1pPr>
            <a:lvl2pPr lvl="1" algn="ctr">
              <a:spcBef>
                <a:spcPts val="0"/>
              </a:spcBef>
              <a:spcAft>
                <a:spcPts val="0"/>
              </a:spcAft>
              <a:buSzPts val="1800"/>
              <a:buFont typeface="Poppins"/>
              <a:buNone/>
              <a:defRPr sz="1800">
                <a:latin typeface="Poppins"/>
                <a:ea typeface="Poppins"/>
                <a:cs typeface="Poppins"/>
                <a:sym typeface="Poppins"/>
              </a:defRPr>
            </a:lvl2pPr>
            <a:lvl3pPr lvl="2" algn="ctr">
              <a:spcBef>
                <a:spcPts val="0"/>
              </a:spcBef>
              <a:spcAft>
                <a:spcPts val="0"/>
              </a:spcAft>
              <a:buSzPts val="1800"/>
              <a:buFont typeface="Poppins"/>
              <a:buNone/>
              <a:defRPr sz="1800">
                <a:latin typeface="Poppins"/>
                <a:ea typeface="Poppins"/>
                <a:cs typeface="Poppins"/>
                <a:sym typeface="Poppins"/>
              </a:defRPr>
            </a:lvl3pPr>
            <a:lvl4pPr lvl="3" algn="ctr">
              <a:spcBef>
                <a:spcPts val="0"/>
              </a:spcBef>
              <a:spcAft>
                <a:spcPts val="0"/>
              </a:spcAft>
              <a:buSzPts val="1800"/>
              <a:buFont typeface="Poppins"/>
              <a:buNone/>
              <a:defRPr sz="1800">
                <a:latin typeface="Poppins"/>
                <a:ea typeface="Poppins"/>
                <a:cs typeface="Poppins"/>
                <a:sym typeface="Poppins"/>
              </a:defRPr>
            </a:lvl4pPr>
            <a:lvl5pPr lvl="4" algn="ctr">
              <a:spcBef>
                <a:spcPts val="0"/>
              </a:spcBef>
              <a:spcAft>
                <a:spcPts val="0"/>
              </a:spcAft>
              <a:buSzPts val="1800"/>
              <a:buFont typeface="Poppins"/>
              <a:buNone/>
              <a:defRPr sz="1800">
                <a:latin typeface="Poppins"/>
                <a:ea typeface="Poppins"/>
                <a:cs typeface="Poppins"/>
                <a:sym typeface="Poppins"/>
              </a:defRPr>
            </a:lvl5pPr>
            <a:lvl6pPr lvl="5" algn="ctr">
              <a:spcBef>
                <a:spcPts val="0"/>
              </a:spcBef>
              <a:spcAft>
                <a:spcPts val="0"/>
              </a:spcAft>
              <a:buSzPts val="1800"/>
              <a:buFont typeface="Poppins"/>
              <a:buNone/>
              <a:defRPr sz="1800">
                <a:latin typeface="Poppins"/>
                <a:ea typeface="Poppins"/>
                <a:cs typeface="Poppins"/>
                <a:sym typeface="Poppins"/>
              </a:defRPr>
            </a:lvl6pPr>
            <a:lvl7pPr lvl="6" algn="ctr">
              <a:spcBef>
                <a:spcPts val="0"/>
              </a:spcBef>
              <a:spcAft>
                <a:spcPts val="0"/>
              </a:spcAft>
              <a:buSzPts val="1800"/>
              <a:buFont typeface="Poppins"/>
              <a:buNone/>
              <a:defRPr sz="1800">
                <a:latin typeface="Poppins"/>
                <a:ea typeface="Poppins"/>
                <a:cs typeface="Poppins"/>
                <a:sym typeface="Poppins"/>
              </a:defRPr>
            </a:lvl7pPr>
            <a:lvl8pPr lvl="7" algn="ctr">
              <a:spcBef>
                <a:spcPts val="0"/>
              </a:spcBef>
              <a:spcAft>
                <a:spcPts val="0"/>
              </a:spcAft>
              <a:buSzPts val="1800"/>
              <a:buFont typeface="Poppins"/>
              <a:buNone/>
              <a:defRPr sz="1800">
                <a:latin typeface="Poppins"/>
                <a:ea typeface="Poppins"/>
                <a:cs typeface="Poppins"/>
                <a:sym typeface="Poppins"/>
              </a:defRPr>
            </a:lvl8pPr>
            <a:lvl9pPr lvl="8" algn="ctr">
              <a:spcBef>
                <a:spcPts val="0"/>
              </a:spcBef>
              <a:spcAft>
                <a:spcPts val="0"/>
              </a:spcAft>
              <a:buSzPts val="1800"/>
              <a:buFont typeface="Poppins"/>
              <a:buNone/>
              <a:defRPr sz="1800">
                <a:latin typeface="Poppins"/>
                <a:ea typeface="Poppins"/>
                <a:cs typeface="Poppins"/>
                <a:sym typeface="Poppins"/>
              </a:defRPr>
            </a:lvl9pPr>
          </a:lstStyle>
          <a:p>
            <a:r>
              <a:t>xx%</a:t>
            </a:r>
          </a:p>
        </p:txBody>
      </p:sp>
      <p:sp>
        <p:nvSpPr>
          <p:cNvPr id="135" name="Google Shape;135;p24"/>
          <p:cNvSpPr txBox="1"/>
          <p:nvPr>
            <p:ph idx="6" type="subTitle"/>
          </p:nvPr>
        </p:nvSpPr>
        <p:spPr>
          <a:xfrm>
            <a:off x="6347500" y="3181975"/>
            <a:ext cx="2167800" cy="4545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b="1" sz="2200">
                <a:solidFill>
                  <a:schemeClr val="accent2"/>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
        <p:nvSpPr>
          <p:cNvPr id="136" name="Google Shape;136;p24"/>
          <p:cNvSpPr txBox="1"/>
          <p:nvPr>
            <p:ph idx="7" type="subTitle"/>
          </p:nvPr>
        </p:nvSpPr>
        <p:spPr>
          <a:xfrm>
            <a:off x="6347488" y="3649713"/>
            <a:ext cx="21678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sp>
        <p:nvSpPr>
          <p:cNvPr id="137" name="Google Shape;137;p24"/>
          <p:cNvSpPr txBox="1"/>
          <p:nvPr>
            <p:ph hasCustomPrompt="1" idx="8" type="title"/>
          </p:nvPr>
        </p:nvSpPr>
        <p:spPr>
          <a:xfrm>
            <a:off x="6347501" y="1464438"/>
            <a:ext cx="2167800" cy="4113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Font typeface="Poppins"/>
              <a:buNone/>
              <a:defRPr sz="3000">
                <a:solidFill>
                  <a:schemeClr val="accent3"/>
                </a:solidFill>
                <a:latin typeface="Poppins"/>
                <a:ea typeface="Poppins"/>
                <a:cs typeface="Poppins"/>
                <a:sym typeface="Poppins"/>
              </a:defRPr>
            </a:lvl1pPr>
            <a:lvl2pPr lvl="1" algn="ctr">
              <a:spcBef>
                <a:spcPts val="0"/>
              </a:spcBef>
              <a:spcAft>
                <a:spcPts val="0"/>
              </a:spcAft>
              <a:buSzPts val="1800"/>
              <a:buFont typeface="Poppins"/>
              <a:buNone/>
              <a:defRPr sz="1800">
                <a:latin typeface="Poppins"/>
                <a:ea typeface="Poppins"/>
                <a:cs typeface="Poppins"/>
                <a:sym typeface="Poppins"/>
              </a:defRPr>
            </a:lvl2pPr>
            <a:lvl3pPr lvl="2" algn="ctr">
              <a:spcBef>
                <a:spcPts val="0"/>
              </a:spcBef>
              <a:spcAft>
                <a:spcPts val="0"/>
              </a:spcAft>
              <a:buSzPts val="1800"/>
              <a:buFont typeface="Poppins"/>
              <a:buNone/>
              <a:defRPr sz="1800">
                <a:latin typeface="Poppins"/>
                <a:ea typeface="Poppins"/>
                <a:cs typeface="Poppins"/>
                <a:sym typeface="Poppins"/>
              </a:defRPr>
            </a:lvl3pPr>
            <a:lvl4pPr lvl="3" algn="ctr">
              <a:spcBef>
                <a:spcPts val="0"/>
              </a:spcBef>
              <a:spcAft>
                <a:spcPts val="0"/>
              </a:spcAft>
              <a:buSzPts val="1800"/>
              <a:buFont typeface="Poppins"/>
              <a:buNone/>
              <a:defRPr sz="1800">
                <a:latin typeface="Poppins"/>
                <a:ea typeface="Poppins"/>
                <a:cs typeface="Poppins"/>
                <a:sym typeface="Poppins"/>
              </a:defRPr>
            </a:lvl4pPr>
            <a:lvl5pPr lvl="4" algn="ctr">
              <a:spcBef>
                <a:spcPts val="0"/>
              </a:spcBef>
              <a:spcAft>
                <a:spcPts val="0"/>
              </a:spcAft>
              <a:buSzPts val="1800"/>
              <a:buFont typeface="Poppins"/>
              <a:buNone/>
              <a:defRPr sz="1800">
                <a:latin typeface="Poppins"/>
                <a:ea typeface="Poppins"/>
                <a:cs typeface="Poppins"/>
                <a:sym typeface="Poppins"/>
              </a:defRPr>
            </a:lvl5pPr>
            <a:lvl6pPr lvl="5" algn="ctr">
              <a:spcBef>
                <a:spcPts val="0"/>
              </a:spcBef>
              <a:spcAft>
                <a:spcPts val="0"/>
              </a:spcAft>
              <a:buSzPts val="1800"/>
              <a:buFont typeface="Poppins"/>
              <a:buNone/>
              <a:defRPr sz="1800">
                <a:latin typeface="Poppins"/>
                <a:ea typeface="Poppins"/>
                <a:cs typeface="Poppins"/>
                <a:sym typeface="Poppins"/>
              </a:defRPr>
            </a:lvl6pPr>
            <a:lvl7pPr lvl="6" algn="ctr">
              <a:spcBef>
                <a:spcPts val="0"/>
              </a:spcBef>
              <a:spcAft>
                <a:spcPts val="0"/>
              </a:spcAft>
              <a:buSzPts val="1800"/>
              <a:buFont typeface="Poppins"/>
              <a:buNone/>
              <a:defRPr sz="1800">
                <a:latin typeface="Poppins"/>
                <a:ea typeface="Poppins"/>
                <a:cs typeface="Poppins"/>
                <a:sym typeface="Poppins"/>
              </a:defRPr>
            </a:lvl7pPr>
            <a:lvl8pPr lvl="7" algn="ctr">
              <a:spcBef>
                <a:spcPts val="0"/>
              </a:spcBef>
              <a:spcAft>
                <a:spcPts val="0"/>
              </a:spcAft>
              <a:buSzPts val="1800"/>
              <a:buFont typeface="Poppins"/>
              <a:buNone/>
              <a:defRPr sz="1800">
                <a:latin typeface="Poppins"/>
                <a:ea typeface="Poppins"/>
                <a:cs typeface="Poppins"/>
                <a:sym typeface="Poppins"/>
              </a:defRPr>
            </a:lvl8pPr>
            <a:lvl9pPr lvl="8" algn="ctr">
              <a:spcBef>
                <a:spcPts val="0"/>
              </a:spcBef>
              <a:spcAft>
                <a:spcPts val="0"/>
              </a:spcAft>
              <a:buSzPts val="1800"/>
              <a:buFont typeface="Poppins"/>
              <a:buNone/>
              <a:defRPr sz="1800">
                <a:latin typeface="Poppins"/>
                <a:ea typeface="Poppins"/>
                <a:cs typeface="Poppins"/>
                <a:sym typeface="Poppins"/>
              </a:defRPr>
            </a:lvl9pPr>
          </a:lstStyle>
          <a:p>
            <a:r>
              <a:t>xx%</a:t>
            </a:r>
          </a:p>
        </p:txBody>
      </p:sp>
      <p:sp>
        <p:nvSpPr>
          <p:cNvPr id="138" name="Google Shape;138;p24"/>
          <p:cNvSpPr txBox="1"/>
          <p:nvPr>
            <p:ph idx="9" type="title"/>
          </p:nvPr>
        </p:nvSpPr>
        <p:spPr>
          <a:xfrm>
            <a:off x="713250" y="523025"/>
            <a:ext cx="7717500" cy="541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Poppins"/>
              <a:buNone/>
              <a:defRPr>
                <a:solidFill>
                  <a:schemeClr val="accent2"/>
                </a:solidFill>
                <a:latin typeface="Poppins"/>
                <a:ea typeface="Poppins"/>
                <a:cs typeface="Poppins"/>
                <a:sym typeface="Poppins"/>
              </a:defRPr>
            </a:lvl1pPr>
            <a:lvl2pPr lvl="1">
              <a:spcBef>
                <a:spcPts val="0"/>
              </a:spcBef>
              <a:spcAft>
                <a:spcPts val="0"/>
              </a:spcAft>
              <a:buSzPts val="2400"/>
              <a:buFont typeface="Poppins"/>
              <a:buNone/>
              <a:defRPr sz="2400">
                <a:latin typeface="Poppins"/>
                <a:ea typeface="Poppins"/>
                <a:cs typeface="Poppins"/>
                <a:sym typeface="Poppins"/>
              </a:defRPr>
            </a:lvl2pPr>
            <a:lvl3pPr lvl="2">
              <a:spcBef>
                <a:spcPts val="0"/>
              </a:spcBef>
              <a:spcAft>
                <a:spcPts val="0"/>
              </a:spcAft>
              <a:buSzPts val="2400"/>
              <a:buFont typeface="Poppins"/>
              <a:buNone/>
              <a:defRPr sz="2400">
                <a:latin typeface="Poppins"/>
                <a:ea typeface="Poppins"/>
                <a:cs typeface="Poppins"/>
                <a:sym typeface="Poppins"/>
              </a:defRPr>
            </a:lvl3pPr>
            <a:lvl4pPr lvl="3">
              <a:spcBef>
                <a:spcPts val="0"/>
              </a:spcBef>
              <a:spcAft>
                <a:spcPts val="0"/>
              </a:spcAft>
              <a:buSzPts val="2400"/>
              <a:buFont typeface="Poppins"/>
              <a:buNone/>
              <a:defRPr sz="2400">
                <a:latin typeface="Poppins"/>
                <a:ea typeface="Poppins"/>
                <a:cs typeface="Poppins"/>
                <a:sym typeface="Poppins"/>
              </a:defRPr>
            </a:lvl4pPr>
            <a:lvl5pPr lvl="4">
              <a:spcBef>
                <a:spcPts val="0"/>
              </a:spcBef>
              <a:spcAft>
                <a:spcPts val="0"/>
              </a:spcAft>
              <a:buSzPts val="2400"/>
              <a:buFont typeface="Poppins"/>
              <a:buNone/>
              <a:defRPr sz="2400">
                <a:latin typeface="Poppins"/>
                <a:ea typeface="Poppins"/>
                <a:cs typeface="Poppins"/>
                <a:sym typeface="Poppins"/>
              </a:defRPr>
            </a:lvl5pPr>
            <a:lvl6pPr lvl="5">
              <a:spcBef>
                <a:spcPts val="0"/>
              </a:spcBef>
              <a:spcAft>
                <a:spcPts val="0"/>
              </a:spcAft>
              <a:buSzPts val="2400"/>
              <a:buFont typeface="Poppins"/>
              <a:buNone/>
              <a:defRPr sz="2400">
                <a:latin typeface="Poppins"/>
                <a:ea typeface="Poppins"/>
                <a:cs typeface="Poppins"/>
                <a:sym typeface="Poppins"/>
              </a:defRPr>
            </a:lvl6pPr>
            <a:lvl7pPr lvl="6">
              <a:spcBef>
                <a:spcPts val="0"/>
              </a:spcBef>
              <a:spcAft>
                <a:spcPts val="0"/>
              </a:spcAft>
              <a:buSzPts val="2400"/>
              <a:buFont typeface="Poppins"/>
              <a:buNone/>
              <a:defRPr sz="2400">
                <a:latin typeface="Poppins"/>
                <a:ea typeface="Poppins"/>
                <a:cs typeface="Poppins"/>
                <a:sym typeface="Poppins"/>
              </a:defRPr>
            </a:lvl7pPr>
            <a:lvl8pPr lvl="7">
              <a:spcBef>
                <a:spcPts val="0"/>
              </a:spcBef>
              <a:spcAft>
                <a:spcPts val="0"/>
              </a:spcAft>
              <a:buSzPts val="2400"/>
              <a:buFont typeface="Poppins"/>
              <a:buNone/>
              <a:defRPr sz="2400">
                <a:latin typeface="Poppins"/>
                <a:ea typeface="Poppins"/>
                <a:cs typeface="Poppins"/>
                <a:sym typeface="Poppins"/>
              </a:defRPr>
            </a:lvl8pPr>
            <a:lvl9pPr lvl="8">
              <a:spcBef>
                <a:spcPts val="0"/>
              </a:spcBef>
              <a:spcAft>
                <a:spcPts val="0"/>
              </a:spcAft>
              <a:buSzPts val="2400"/>
              <a:buFont typeface="Poppins"/>
              <a:buNone/>
              <a:defRPr sz="2400">
                <a:latin typeface="Poppins"/>
                <a:ea typeface="Poppins"/>
                <a:cs typeface="Poppins"/>
                <a:sym typeface="Poppins"/>
              </a:defRPr>
            </a:lvl9pPr>
          </a:lstStyle>
          <a:p/>
        </p:txBody>
      </p:sp>
      <p:pic>
        <p:nvPicPr>
          <p:cNvPr id="139" name="Google Shape;139;p24"/>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140" name="Google Shape;140;p24"/>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141" name="Google Shape;141;p24"/>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5">
    <p:spTree>
      <p:nvGrpSpPr>
        <p:cNvPr id="142" name="Shape 142"/>
        <p:cNvGrpSpPr/>
        <p:nvPr/>
      </p:nvGrpSpPr>
      <p:grpSpPr>
        <a:xfrm>
          <a:off x="0" y="0"/>
          <a:ext cx="0" cy="0"/>
          <a:chOff x="0" y="0"/>
          <a:chExt cx="0" cy="0"/>
        </a:xfrm>
      </p:grpSpPr>
      <p:sp>
        <p:nvSpPr>
          <p:cNvPr id="143" name="Google Shape;143;p25"/>
          <p:cNvSpPr/>
          <p:nvPr/>
        </p:nvSpPr>
        <p:spPr>
          <a:xfrm rot="672094">
            <a:off x="5584289" y="-194012"/>
            <a:ext cx="4680680" cy="4251900"/>
          </a:xfrm>
          <a:custGeom>
            <a:rect b="b" l="l" r="r" t="t"/>
            <a:pathLst>
              <a:path extrusionOk="0" h="59210" w="65181">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5"/>
          <p:cNvSpPr/>
          <p:nvPr/>
        </p:nvSpPr>
        <p:spPr>
          <a:xfrm rot="3414914">
            <a:off x="-1520563" y="790995"/>
            <a:ext cx="3987256" cy="3391668"/>
          </a:xfrm>
          <a:custGeom>
            <a:rect b="b" l="l" r="r" t="t"/>
            <a:pathLst>
              <a:path extrusionOk="0" h="52038" w="61178">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 name="Google Shape;145;p25"/>
          <p:cNvGrpSpPr/>
          <p:nvPr/>
        </p:nvGrpSpPr>
        <p:grpSpPr>
          <a:xfrm flipH="1" rot="10800000">
            <a:off x="430416" y="1844182"/>
            <a:ext cx="1696762" cy="1688828"/>
            <a:chOff x="2414491" y="671177"/>
            <a:chExt cx="1830972" cy="1822411"/>
          </a:xfrm>
        </p:grpSpPr>
        <p:sp>
          <p:nvSpPr>
            <p:cNvPr id="146" name="Google Shape;146;p25"/>
            <p:cNvSpPr/>
            <p:nvPr/>
          </p:nvSpPr>
          <p:spPr>
            <a:xfrm>
              <a:off x="2414491" y="671177"/>
              <a:ext cx="1830972" cy="1822391"/>
            </a:xfrm>
            <a:custGeom>
              <a:rect b="b" l="l" r="r" t="t"/>
              <a:pathLst>
                <a:path extrusionOk="0" h="45449" w="45663">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5"/>
            <p:cNvSpPr/>
            <p:nvPr/>
          </p:nvSpPr>
          <p:spPr>
            <a:xfrm>
              <a:off x="2796545" y="833253"/>
              <a:ext cx="9704" cy="7538"/>
            </a:xfrm>
            <a:custGeom>
              <a:rect b="b" l="l" r="r" t="t"/>
              <a:pathLst>
                <a:path extrusionOk="0" h="188" w="242">
                  <a:moveTo>
                    <a:pt x="161" y="0"/>
                  </a:moveTo>
                  <a:cubicBezTo>
                    <a:pt x="108" y="27"/>
                    <a:pt x="54" y="81"/>
                    <a:pt x="1" y="107"/>
                  </a:cubicBezTo>
                  <a:lnTo>
                    <a:pt x="161" y="188"/>
                  </a:lnTo>
                  <a:lnTo>
                    <a:pt x="242" y="54"/>
                  </a:lnTo>
                  <a:lnTo>
                    <a:pt x="16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p:nvPr/>
          </p:nvSpPr>
          <p:spPr>
            <a:xfrm>
              <a:off x="2899597" y="677633"/>
              <a:ext cx="287659" cy="242590"/>
            </a:xfrm>
            <a:custGeom>
              <a:rect b="b" l="l" r="r" t="t"/>
              <a:pathLst>
                <a:path extrusionOk="0" h="6050" w="7174">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5"/>
            <p:cNvSpPr/>
            <p:nvPr/>
          </p:nvSpPr>
          <p:spPr>
            <a:xfrm>
              <a:off x="3280608" y="671177"/>
              <a:ext cx="288742" cy="249046"/>
            </a:xfrm>
            <a:custGeom>
              <a:rect b="b" l="l" r="r" t="t"/>
              <a:pathLst>
                <a:path extrusionOk="0" h="6211" w="7201">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5"/>
            <p:cNvSpPr/>
            <p:nvPr/>
          </p:nvSpPr>
          <p:spPr>
            <a:xfrm>
              <a:off x="3662662" y="776354"/>
              <a:ext cx="109506" cy="64437"/>
            </a:xfrm>
            <a:custGeom>
              <a:rect b="b" l="l" r="r" t="t"/>
              <a:pathLst>
                <a:path extrusionOk="0" h="1607" w="2731">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5"/>
            <p:cNvSpPr/>
            <p:nvPr/>
          </p:nvSpPr>
          <p:spPr>
            <a:xfrm>
              <a:off x="3803246" y="797847"/>
              <a:ext cx="6496" cy="122378"/>
            </a:xfrm>
            <a:custGeom>
              <a:rect b="b" l="l" r="r" t="t"/>
              <a:pathLst>
                <a:path extrusionOk="0" h="3052" w="162">
                  <a:moveTo>
                    <a:pt x="1" y="0"/>
                  </a:moveTo>
                  <a:lnTo>
                    <a:pt x="1" y="3051"/>
                  </a:lnTo>
                  <a:lnTo>
                    <a:pt x="162" y="3051"/>
                  </a:lnTo>
                  <a:lnTo>
                    <a:pt x="162" y="107"/>
                  </a:lnTo>
                  <a:cubicBezTo>
                    <a:pt x="108" y="54"/>
                    <a:pt x="54" y="27"/>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5"/>
            <p:cNvSpPr/>
            <p:nvPr/>
          </p:nvSpPr>
          <p:spPr>
            <a:xfrm>
              <a:off x="2475641" y="1246463"/>
              <a:ext cx="2205" cy="4331"/>
            </a:xfrm>
            <a:custGeom>
              <a:rect b="b" l="l" r="r" t="t"/>
              <a:pathLst>
                <a:path extrusionOk="0" h="108" w="55">
                  <a:moveTo>
                    <a:pt x="54" y="0"/>
                  </a:moveTo>
                  <a:cubicBezTo>
                    <a:pt x="28" y="27"/>
                    <a:pt x="28" y="54"/>
                    <a:pt x="1" y="107"/>
                  </a:cubicBezTo>
                  <a:lnTo>
                    <a:pt x="54" y="107"/>
                  </a:lnTo>
                  <a:lnTo>
                    <a:pt x="5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5"/>
            <p:cNvSpPr/>
            <p:nvPr/>
          </p:nvSpPr>
          <p:spPr>
            <a:xfrm>
              <a:off x="2616265" y="1006036"/>
              <a:ext cx="2165" cy="2205"/>
            </a:xfrm>
            <a:custGeom>
              <a:rect b="b" l="l" r="r" t="t"/>
              <a:pathLst>
                <a:path extrusionOk="0" h="55" w="54">
                  <a:moveTo>
                    <a:pt x="54" y="1"/>
                  </a:moveTo>
                  <a:cubicBezTo>
                    <a:pt x="27" y="27"/>
                    <a:pt x="27" y="27"/>
                    <a:pt x="0" y="54"/>
                  </a:cubicBezTo>
                  <a:lnTo>
                    <a:pt x="54" y="27"/>
                  </a:lnTo>
                  <a:lnTo>
                    <a:pt x="5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5"/>
            <p:cNvSpPr/>
            <p:nvPr/>
          </p:nvSpPr>
          <p:spPr>
            <a:xfrm>
              <a:off x="2535748" y="1119794"/>
              <a:ext cx="82681" cy="51565"/>
            </a:xfrm>
            <a:custGeom>
              <a:rect b="b" l="l" r="r" t="t"/>
              <a:pathLst>
                <a:path extrusionOk="0" h="1286" w="2062">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5"/>
            <p:cNvSpPr/>
            <p:nvPr/>
          </p:nvSpPr>
          <p:spPr>
            <a:xfrm>
              <a:off x="2711778" y="921268"/>
              <a:ext cx="287659" cy="329521"/>
            </a:xfrm>
            <a:custGeom>
              <a:rect b="b" l="l" r="r" t="t"/>
              <a:pathLst>
                <a:path extrusionOk="0" h="8218" w="7174">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5"/>
            <p:cNvSpPr/>
            <p:nvPr/>
          </p:nvSpPr>
          <p:spPr>
            <a:xfrm>
              <a:off x="3092789" y="921268"/>
              <a:ext cx="288742" cy="328439"/>
            </a:xfrm>
            <a:custGeom>
              <a:rect b="b" l="l" r="r" t="t"/>
              <a:pathLst>
                <a:path extrusionOk="0" h="8191" w="7201">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5"/>
            <p:cNvSpPr/>
            <p:nvPr/>
          </p:nvSpPr>
          <p:spPr>
            <a:xfrm>
              <a:off x="3474843" y="921268"/>
              <a:ext cx="287659" cy="328439"/>
            </a:xfrm>
            <a:custGeom>
              <a:rect b="b" l="l" r="r" t="t"/>
              <a:pathLst>
                <a:path extrusionOk="0" h="8191" w="7174">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5"/>
            <p:cNvSpPr/>
            <p:nvPr/>
          </p:nvSpPr>
          <p:spPr>
            <a:xfrm>
              <a:off x="3855854" y="953467"/>
              <a:ext cx="287659" cy="296240"/>
            </a:xfrm>
            <a:custGeom>
              <a:rect b="b" l="l" r="r" t="t"/>
              <a:pathLst>
                <a:path extrusionOk="0" h="7388" w="7174">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5"/>
            <p:cNvSpPr/>
            <p:nvPr/>
          </p:nvSpPr>
          <p:spPr>
            <a:xfrm>
              <a:off x="2417699" y="1498640"/>
              <a:ext cx="7538" cy="9704"/>
            </a:xfrm>
            <a:custGeom>
              <a:rect b="b" l="l" r="r" t="t"/>
              <a:pathLst>
                <a:path extrusionOk="0" h="242" w="188">
                  <a:moveTo>
                    <a:pt x="1" y="1"/>
                  </a:moveTo>
                  <a:cubicBezTo>
                    <a:pt x="1" y="54"/>
                    <a:pt x="1" y="135"/>
                    <a:pt x="1" y="188"/>
                  </a:cubicBezTo>
                  <a:lnTo>
                    <a:pt x="108" y="242"/>
                  </a:lnTo>
                  <a:lnTo>
                    <a:pt x="188" y="108"/>
                  </a:lnTo>
                  <a:lnTo>
                    <a:pt x="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5"/>
            <p:cNvSpPr/>
            <p:nvPr/>
          </p:nvSpPr>
          <p:spPr>
            <a:xfrm>
              <a:off x="2518586" y="1259335"/>
              <a:ext cx="287659" cy="328439"/>
            </a:xfrm>
            <a:custGeom>
              <a:rect b="b" l="l" r="r" t="t"/>
              <a:pathLst>
                <a:path extrusionOk="0" h="8191" w="7174">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5"/>
            <p:cNvSpPr/>
            <p:nvPr/>
          </p:nvSpPr>
          <p:spPr>
            <a:xfrm>
              <a:off x="2899597" y="1259335"/>
              <a:ext cx="287659" cy="328439"/>
            </a:xfrm>
            <a:custGeom>
              <a:rect b="b" l="l" r="r" t="t"/>
              <a:pathLst>
                <a:path extrusionOk="0" h="8191" w="7174">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5"/>
            <p:cNvSpPr/>
            <p:nvPr/>
          </p:nvSpPr>
          <p:spPr>
            <a:xfrm>
              <a:off x="3280608" y="1259335"/>
              <a:ext cx="288742" cy="328439"/>
            </a:xfrm>
            <a:custGeom>
              <a:rect b="b" l="l" r="r" t="t"/>
              <a:pathLst>
                <a:path extrusionOk="0" h="8191" w="7201">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5"/>
            <p:cNvSpPr/>
            <p:nvPr/>
          </p:nvSpPr>
          <p:spPr>
            <a:xfrm>
              <a:off x="3662662" y="1258252"/>
              <a:ext cx="287659" cy="329521"/>
            </a:xfrm>
            <a:custGeom>
              <a:rect b="b" l="l" r="r" t="t"/>
              <a:pathLst>
                <a:path extrusionOk="0" h="8218" w="7174">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5"/>
            <p:cNvSpPr/>
            <p:nvPr/>
          </p:nvSpPr>
          <p:spPr>
            <a:xfrm>
              <a:off x="4043673" y="1258252"/>
              <a:ext cx="193230" cy="329521"/>
            </a:xfrm>
            <a:custGeom>
              <a:rect b="b" l="l" r="r" t="t"/>
              <a:pathLst>
                <a:path extrusionOk="0" h="8218" w="4819">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5"/>
            <p:cNvSpPr/>
            <p:nvPr/>
          </p:nvSpPr>
          <p:spPr>
            <a:xfrm>
              <a:off x="2423072" y="1578074"/>
              <a:ext cx="195355" cy="328439"/>
            </a:xfrm>
            <a:custGeom>
              <a:rect b="b" l="l" r="r" t="t"/>
              <a:pathLst>
                <a:path extrusionOk="0" h="8191" w="4872">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5"/>
            <p:cNvSpPr/>
            <p:nvPr/>
          </p:nvSpPr>
          <p:spPr>
            <a:xfrm>
              <a:off x="2711778" y="1578074"/>
              <a:ext cx="287659" cy="328439"/>
            </a:xfrm>
            <a:custGeom>
              <a:rect b="b" l="l" r="r" t="t"/>
              <a:pathLst>
                <a:path extrusionOk="0" h="8191" w="7174">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5"/>
            <p:cNvSpPr/>
            <p:nvPr/>
          </p:nvSpPr>
          <p:spPr>
            <a:xfrm>
              <a:off x="3092789" y="1578074"/>
              <a:ext cx="288742" cy="328439"/>
            </a:xfrm>
            <a:custGeom>
              <a:rect b="b" l="l" r="r" t="t"/>
              <a:pathLst>
                <a:path extrusionOk="0" h="8191" w="7201">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5"/>
            <p:cNvSpPr/>
            <p:nvPr/>
          </p:nvSpPr>
          <p:spPr>
            <a:xfrm>
              <a:off x="3474843" y="1578074"/>
              <a:ext cx="287659" cy="328439"/>
            </a:xfrm>
            <a:custGeom>
              <a:rect b="b" l="l" r="r" t="t"/>
              <a:pathLst>
                <a:path extrusionOk="0" h="8191" w="7174">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5"/>
            <p:cNvSpPr/>
            <p:nvPr/>
          </p:nvSpPr>
          <p:spPr>
            <a:xfrm>
              <a:off x="3855854" y="1578074"/>
              <a:ext cx="287659" cy="328439"/>
            </a:xfrm>
            <a:custGeom>
              <a:rect b="b" l="l" r="r" t="t"/>
              <a:pathLst>
                <a:path extrusionOk="0" h="8191" w="7174">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5"/>
            <p:cNvSpPr/>
            <p:nvPr/>
          </p:nvSpPr>
          <p:spPr>
            <a:xfrm>
              <a:off x="2518586" y="1919388"/>
              <a:ext cx="287659" cy="293033"/>
            </a:xfrm>
            <a:custGeom>
              <a:rect b="b" l="l" r="r" t="t"/>
              <a:pathLst>
                <a:path extrusionOk="0" h="7308" w="7174">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5"/>
            <p:cNvSpPr/>
            <p:nvPr/>
          </p:nvSpPr>
          <p:spPr>
            <a:xfrm>
              <a:off x="2899597" y="1919388"/>
              <a:ext cx="287659" cy="328439"/>
            </a:xfrm>
            <a:custGeom>
              <a:rect b="b" l="l" r="r" t="t"/>
              <a:pathLst>
                <a:path extrusionOk="0" h="8191" w="7174">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5"/>
            <p:cNvSpPr/>
            <p:nvPr/>
          </p:nvSpPr>
          <p:spPr>
            <a:xfrm>
              <a:off x="3280608" y="1919388"/>
              <a:ext cx="288742" cy="328439"/>
            </a:xfrm>
            <a:custGeom>
              <a:rect b="b" l="l" r="r" t="t"/>
              <a:pathLst>
                <a:path extrusionOk="0" h="8191" w="7201">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5"/>
            <p:cNvSpPr/>
            <p:nvPr/>
          </p:nvSpPr>
          <p:spPr>
            <a:xfrm>
              <a:off x="3662662" y="1919388"/>
              <a:ext cx="287659" cy="328439"/>
            </a:xfrm>
            <a:custGeom>
              <a:rect b="b" l="l" r="r" t="t"/>
              <a:pathLst>
                <a:path extrusionOk="0" h="8191" w="7174">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5"/>
            <p:cNvSpPr/>
            <p:nvPr/>
          </p:nvSpPr>
          <p:spPr>
            <a:xfrm>
              <a:off x="4043673" y="1998782"/>
              <a:ext cx="78391" cy="49400"/>
            </a:xfrm>
            <a:custGeom>
              <a:rect b="b" l="l" r="r" t="t"/>
              <a:pathLst>
                <a:path extrusionOk="0" h="1232" w="1955">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5"/>
            <p:cNvSpPr/>
            <p:nvPr/>
          </p:nvSpPr>
          <p:spPr>
            <a:xfrm>
              <a:off x="2884560" y="2317561"/>
              <a:ext cx="114879" cy="68727"/>
            </a:xfrm>
            <a:custGeom>
              <a:rect b="b" l="l" r="r" t="t"/>
              <a:pathLst>
                <a:path extrusionOk="0" h="1714" w="2865">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5"/>
            <p:cNvSpPr/>
            <p:nvPr/>
          </p:nvSpPr>
          <p:spPr>
            <a:xfrm>
              <a:off x="2852362" y="2238127"/>
              <a:ext cx="6496" cy="129916"/>
            </a:xfrm>
            <a:custGeom>
              <a:rect b="b" l="l" r="r" t="t"/>
              <a:pathLst>
                <a:path extrusionOk="0" h="3240" w="162">
                  <a:moveTo>
                    <a:pt x="1" y="0"/>
                  </a:moveTo>
                  <a:lnTo>
                    <a:pt x="1" y="3132"/>
                  </a:lnTo>
                  <a:cubicBezTo>
                    <a:pt x="54" y="3159"/>
                    <a:pt x="108" y="3212"/>
                    <a:pt x="161" y="3239"/>
                  </a:cubicBezTo>
                  <a:lnTo>
                    <a:pt x="16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5"/>
            <p:cNvSpPr/>
            <p:nvPr/>
          </p:nvSpPr>
          <p:spPr>
            <a:xfrm>
              <a:off x="3092789" y="2238127"/>
              <a:ext cx="288742" cy="255461"/>
            </a:xfrm>
            <a:custGeom>
              <a:rect b="b" l="l" r="r" t="t"/>
              <a:pathLst>
                <a:path extrusionOk="0" h="6371" w="7201">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5"/>
            <p:cNvSpPr/>
            <p:nvPr/>
          </p:nvSpPr>
          <p:spPr>
            <a:xfrm>
              <a:off x="3474843" y="2238127"/>
              <a:ext cx="287659" cy="247963"/>
            </a:xfrm>
            <a:custGeom>
              <a:rect b="b" l="l" r="r" t="t"/>
              <a:pathLst>
                <a:path extrusionOk="0" h="6184" w="7174">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5"/>
            <p:cNvSpPr/>
            <p:nvPr/>
          </p:nvSpPr>
          <p:spPr>
            <a:xfrm>
              <a:off x="3855854" y="2317561"/>
              <a:ext cx="12911" cy="9704"/>
            </a:xfrm>
            <a:custGeom>
              <a:rect b="b" l="l" r="r" t="t"/>
              <a:pathLst>
                <a:path extrusionOk="0" h="242" w="322">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0" name="Google Shape;180;p25"/>
          <p:cNvSpPr txBox="1"/>
          <p:nvPr>
            <p:ph idx="1" type="subTitle"/>
          </p:nvPr>
        </p:nvSpPr>
        <p:spPr>
          <a:xfrm>
            <a:off x="2718750" y="1540138"/>
            <a:ext cx="3706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sz="1600">
                <a:latin typeface="Poppins"/>
                <a:ea typeface="Poppins"/>
                <a:cs typeface="Poppins"/>
                <a:sym typeface="Poppins"/>
              </a:defRPr>
            </a:lvl1pPr>
            <a:lvl2pPr lvl="1" algn="r">
              <a:spcBef>
                <a:spcPts val="0"/>
              </a:spcBef>
              <a:spcAft>
                <a:spcPts val="0"/>
              </a:spcAft>
              <a:buSzPts val="1400"/>
              <a:buFont typeface="Poppins"/>
              <a:buNone/>
              <a:defRPr>
                <a:latin typeface="Poppins"/>
                <a:ea typeface="Poppins"/>
                <a:cs typeface="Poppins"/>
                <a:sym typeface="Poppins"/>
              </a:defRPr>
            </a:lvl2pPr>
            <a:lvl3pPr lvl="2" algn="r">
              <a:spcBef>
                <a:spcPts val="0"/>
              </a:spcBef>
              <a:spcAft>
                <a:spcPts val="0"/>
              </a:spcAft>
              <a:buSzPts val="1400"/>
              <a:buFont typeface="Poppins"/>
              <a:buNone/>
              <a:defRPr>
                <a:latin typeface="Poppins"/>
                <a:ea typeface="Poppins"/>
                <a:cs typeface="Poppins"/>
                <a:sym typeface="Poppins"/>
              </a:defRPr>
            </a:lvl3pPr>
            <a:lvl4pPr lvl="3" algn="r">
              <a:spcBef>
                <a:spcPts val="0"/>
              </a:spcBef>
              <a:spcAft>
                <a:spcPts val="0"/>
              </a:spcAft>
              <a:buSzPts val="1400"/>
              <a:buFont typeface="Poppins"/>
              <a:buNone/>
              <a:defRPr>
                <a:latin typeface="Poppins"/>
                <a:ea typeface="Poppins"/>
                <a:cs typeface="Poppins"/>
                <a:sym typeface="Poppins"/>
              </a:defRPr>
            </a:lvl4pPr>
            <a:lvl5pPr lvl="4" algn="r">
              <a:spcBef>
                <a:spcPts val="0"/>
              </a:spcBef>
              <a:spcAft>
                <a:spcPts val="0"/>
              </a:spcAft>
              <a:buSzPts val="1400"/>
              <a:buFont typeface="Poppins"/>
              <a:buNone/>
              <a:defRPr>
                <a:latin typeface="Poppins"/>
                <a:ea typeface="Poppins"/>
                <a:cs typeface="Poppins"/>
                <a:sym typeface="Poppins"/>
              </a:defRPr>
            </a:lvl5pPr>
            <a:lvl6pPr lvl="5" algn="r">
              <a:spcBef>
                <a:spcPts val="0"/>
              </a:spcBef>
              <a:spcAft>
                <a:spcPts val="0"/>
              </a:spcAft>
              <a:buSzPts val="1400"/>
              <a:buFont typeface="Poppins"/>
              <a:buNone/>
              <a:defRPr>
                <a:latin typeface="Poppins"/>
                <a:ea typeface="Poppins"/>
                <a:cs typeface="Poppins"/>
                <a:sym typeface="Poppins"/>
              </a:defRPr>
            </a:lvl6pPr>
            <a:lvl7pPr lvl="6" algn="r">
              <a:spcBef>
                <a:spcPts val="0"/>
              </a:spcBef>
              <a:spcAft>
                <a:spcPts val="0"/>
              </a:spcAft>
              <a:buSzPts val="1400"/>
              <a:buFont typeface="Poppins"/>
              <a:buNone/>
              <a:defRPr>
                <a:latin typeface="Poppins"/>
                <a:ea typeface="Poppins"/>
                <a:cs typeface="Poppins"/>
                <a:sym typeface="Poppins"/>
              </a:defRPr>
            </a:lvl7pPr>
            <a:lvl8pPr lvl="7" algn="r">
              <a:spcBef>
                <a:spcPts val="0"/>
              </a:spcBef>
              <a:spcAft>
                <a:spcPts val="0"/>
              </a:spcAft>
              <a:buSzPts val="1400"/>
              <a:buFont typeface="Poppins"/>
              <a:buNone/>
              <a:defRPr>
                <a:latin typeface="Poppins"/>
                <a:ea typeface="Poppins"/>
                <a:cs typeface="Poppins"/>
                <a:sym typeface="Poppins"/>
              </a:defRPr>
            </a:lvl8pPr>
            <a:lvl9pPr lvl="8" algn="r">
              <a:spcBef>
                <a:spcPts val="0"/>
              </a:spcBef>
              <a:spcAft>
                <a:spcPts val="0"/>
              </a:spcAft>
              <a:buSzPts val="1400"/>
              <a:buFont typeface="Poppins"/>
              <a:buNone/>
              <a:defRPr>
                <a:latin typeface="Poppins"/>
                <a:ea typeface="Poppins"/>
                <a:cs typeface="Poppins"/>
                <a:sym typeface="Poppins"/>
              </a:defRPr>
            </a:lvl9pPr>
          </a:lstStyle>
          <a:p/>
        </p:txBody>
      </p:sp>
      <p:sp>
        <p:nvSpPr>
          <p:cNvPr id="181" name="Google Shape;181;p25"/>
          <p:cNvSpPr txBox="1"/>
          <p:nvPr>
            <p:ph hasCustomPrompt="1" type="title"/>
          </p:nvPr>
        </p:nvSpPr>
        <p:spPr>
          <a:xfrm>
            <a:off x="2718750" y="967438"/>
            <a:ext cx="37065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Font typeface="Poppins"/>
              <a:buNone/>
              <a:defRPr sz="4600">
                <a:solidFill>
                  <a:schemeClr val="accent1"/>
                </a:solidFill>
                <a:latin typeface="Poppins"/>
                <a:ea typeface="Poppins"/>
                <a:cs typeface="Poppins"/>
                <a:sym typeface="Poppins"/>
              </a:defRPr>
            </a:lvl1pPr>
            <a:lvl2pPr lvl="1" algn="r">
              <a:spcBef>
                <a:spcPts val="0"/>
              </a:spcBef>
              <a:spcAft>
                <a:spcPts val="0"/>
              </a:spcAft>
              <a:buSzPts val="1800"/>
              <a:buFont typeface="Poppins"/>
              <a:buNone/>
              <a:defRPr sz="1800">
                <a:latin typeface="Poppins"/>
                <a:ea typeface="Poppins"/>
                <a:cs typeface="Poppins"/>
                <a:sym typeface="Poppins"/>
              </a:defRPr>
            </a:lvl2pPr>
            <a:lvl3pPr lvl="2" algn="r">
              <a:spcBef>
                <a:spcPts val="0"/>
              </a:spcBef>
              <a:spcAft>
                <a:spcPts val="0"/>
              </a:spcAft>
              <a:buSzPts val="1800"/>
              <a:buFont typeface="Poppins"/>
              <a:buNone/>
              <a:defRPr sz="1800">
                <a:latin typeface="Poppins"/>
                <a:ea typeface="Poppins"/>
                <a:cs typeface="Poppins"/>
                <a:sym typeface="Poppins"/>
              </a:defRPr>
            </a:lvl3pPr>
            <a:lvl4pPr lvl="3" algn="r">
              <a:spcBef>
                <a:spcPts val="0"/>
              </a:spcBef>
              <a:spcAft>
                <a:spcPts val="0"/>
              </a:spcAft>
              <a:buSzPts val="1800"/>
              <a:buFont typeface="Poppins"/>
              <a:buNone/>
              <a:defRPr sz="1800">
                <a:latin typeface="Poppins"/>
                <a:ea typeface="Poppins"/>
                <a:cs typeface="Poppins"/>
                <a:sym typeface="Poppins"/>
              </a:defRPr>
            </a:lvl4pPr>
            <a:lvl5pPr lvl="4" algn="r">
              <a:spcBef>
                <a:spcPts val="0"/>
              </a:spcBef>
              <a:spcAft>
                <a:spcPts val="0"/>
              </a:spcAft>
              <a:buSzPts val="1800"/>
              <a:buFont typeface="Poppins"/>
              <a:buNone/>
              <a:defRPr sz="1800">
                <a:latin typeface="Poppins"/>
                <a:ea typeface="Poppins"/>
                <a:cs typeface="Poppins"/>
                <a:sym typeface="Poppins"/>
              </a:defRPr>
            </a:lvl5pPr>
            <a:lvl6pPr lvl="5" algn="r">
              <a:spcBef>
                <a:spcPts val="0"/>
              </a:spcBef>
              <a:spcAft>
                <a:spcPts val="0"/>
              </a:spcAft>
              <a:buSzPts val="1800"/>
              <a:buFont typeface="Poppins"/>
              <a:buNone/>
              <a:defRPr sz="1800">
                <a:latin typeface="Poppins"/>
                <a:ea typeface="Poppins"/>
                <a:cs typeface="Poppins"/>
                <a:sym typeface="Poppins"/>
              </a:defRPr>
            </a:lvl6pPr>
            <a:lvl7pPr lvl="6" algn="r">
              <a:spcBef>
                <a:spcPts val="0"/>
              </a:spcBef>
              <a:spcAft>
                <a:spcPts val="0"/>
              </a:spcAft>
              <a:buSzPts val="1800"/>
              <a:buFont typeface="Poppins"/>
              <a:buNone/>
              <a:defRPr sz="1800">
                <a:latin typeface="Poppins"/>
                <a:ea typeface="Poppins"/>
                <a:cs typeface="Poppins"/>
                <a:sym typeface="Poppins"/>
              </a:defRPr>
            </a:lvl7pPr>
            <a:lvl8pPr lvl="7" algn="r">
              <a:spcBef>
                <a:spcPts val="0"/>
              </a:spcBef>
              <a:spcAft>
                <a:spcPts val="0"/>
              </a:spcAft>
              <a:buSzPts val="1800"/>
              <a:buFont typeface="Poppins"/>
              <a:buNone/>
              <a:defRPr sz="1800">
                <a:latin typeface="Poppins"/>
                <a:ea typeface="Poppins"/>
                <a:cs typeface="Poppins"/>
                <a:sym typeface="Poppins"/>
              </a:defRPr>
            </a:lvl8pPr>
            <a:lvl9pPr lvl="8" algn="r">
              <a:spcBef>
                <a:spcPts val="0"/>
              </a:spcBef>
              <a:spcAft>
                <a:spcPts val="0"/>
              </a:spcAft>
              <a:buSzPts val="1800"/>
              <a:buFont typeface="Poppins"/>
              <a:buNone/>
              <a:defRPr sz="1800">
                <a:latin typeface="Poppins"/>
                <a:ea typeface="Poppins"/>
                <a:cs typeface="Poppins"/>
                <a:sym typeface="Poppins"/>
              </a:defRPr>
            </a:lvl9pPr>
          </a:lstStyle>
          <a:p>
            <a:r>
              <a:t>xx%</a:t>
            </a:r>
          </a:p>
        </p:txBody>
      </p:sp>
      <p:sp>
        <p:nvSpPr>
          <p:cNvPr id="182" name="Google Shape;182;p25"/>
          <p:cNvSpPr txBox="1"/>
          <p:nvPr>
            <p:ph idx="2" type="subTitle"/>
          </p:nvPr>
        </p:nvSpPr>
        <p:spPr>
          <a:xfrm>
            <a:off x="2718750" y="2673663"/>
            <a:ext cx="3706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sz="1600">
                <a:latin typeface="Poppins"/>
                <a:ea typeface="Poppins"/>
                <a:cs typeface="Poppins"/>
                <a:sym typeface="Poppins"/>
              </a:defRPr>
            </a:lvl1pPr>
            <a:lvl2pPr lvl="1" algn="r">
              <a:spcBef>
                <a:spcPts val="0"/>
              </a:spcBef>
              <a:spcAft>
                <a:spcPts val="0"/>
              </a:spcAft>
              <a:buSzPts val="1400"/>
              <a:buFont typeface="Poppins"/>
              <a:buNone/>
              <a:defRPr>
                <a:latin typeface="Poppins"/>
                <a:ea typeface="Poppins"/>
                <a:cs typeface="Poppins"/>
                <a:sym typeface="Poppins"/>
              </a:defRPr>
            </a:lvl2pPr>
            <a:lvl3pPr lvl="2" algn="r">
              <a:spcBef>
                <a:spcPts val="0"/>
              </a:spcBef>
              <a:spcAft>
                <a:spcPts val="0"/>
              </a:spcAft>
              <a:buSzPts val="1400"/>
              <a:buFont typeface="Poppins"/>
              <a:buNone/>
              <a:defRPr>
                <a:latin typeface="Poppins"/>
                <a:ea typeface="Poppins"/>
                <a:cs typeface="Poppins"/>
                <a:sym typeface="Poppins"/>
              </a:defRPr>
            </a:lvl3pPr>
            <a:lvl4pPr lvl="3" algn="r">
              <a:spcBef>
                <a:spcPts val="0"/>
              </a:spcBef>
              <a:spcAft>
                <a:spcPts val="0"/>
              </a:spcAft>
              <a:buSzPts val="1400"/>
              <a:buFont typeface="Poppins"/>
              <a:buNone/>
              <a:defRPr>
                <a:latin typeface="Poppins"/>
                <a:ea typeface="Poppins"/>
                <a:cs typeface="Poppins"/>
                <a:sym typeface="Poppins"/>
              </a:defRPr>
            </a:lvl4pPr>
            <a:lvl5pPr lvl="4" algn="r">
              <a:spcBef>
                <a:spcPts val="0"/>
              </a:spcBef>
              <a:spcAft>
                <a:spcPts val="0"/>
              </a:spcAft>
              <a:buSzPts val="1400"/>
              <a:buFont typeface="Poppins"/>
              <a:buNone/>
              <a:defRPr>
                <a:latin typeface="Poppins"/>
                <a:ea typeface="Poppins"/>
                <a:cs typeface="Poppins"/>
                <a:sym typeface="Poppins"/>
              </a:defRPr>
            </a:lvl5pPr>
            <a:lvl6pPr lvl="5" algn="r">
              <a:spcBef>
                <a:spcPts val="0"/>
              </a:spcBef>
              <a:spcAft>
                <a:spcPts val="0"/>
              </a:spcAft>
              <a:buSzPts val="1400"/>
              <a:buFont typeface="Poppins"/>
              <a:buNone/>
              <a:defRPr>
                <a:latin typeface="Poppins"/>
                <a:ea typeface="Poppins"/>
                <a:cs typeface="Poppins"/>
                <a:sym typeface="Poppins"/>
              </a:defRPr>
            </a:lvl6pPr>
            <a:lvl7pPr lvl="6" algn="r">
              <a:spcBef>
                <a:spcPts val="0"/>
              </a:spcBef>
              <a:spcAft>
                <a:spcPts val="0"/>
              </a:spcAft>
              <a:buSzPts val="1400"/>
              <a:buFont typeface="Poppins"/>
              <a:buNone/>
              <a:defRPr>
                <a:latin typeface="Poppins"/>
                <a:ea typeface="Poppins"/>
                <a:cs typeface="Poppins"/>
                <a:sym typeface="Poppins"/>
              </a:defRPr>
            </a:lvl7pPr>
            <a:lvl8pPr lvl="7" algn="r">
              <a:spcBef>
                <a:spcPts val="0"/>
              </a:spcBef>
              <a:spcAft>
                <a:spcPts val="0"/>
              </a:spcAft>
              <a:buSzPts val="1400"/>
              <a:buFont typeface="Poppins"/>
              <a:buNone/>
              <a:defRPr>
                <a:latin typeface="Poppins"/>
                <a:ea typeface="Poppins"/>
                <a:cs typeface="Poppins"/>
                <a:sym typeface="Poppins"/>
              </a:defRPr>
            </a:lvl8pPr>
            <a:lvl9pPr lvl="8" algn="r">
              <a:spcBef>
                <a:spcPts val="0"/>
              </a:spcBef>
              <a:spcAft>
                <a:spcPts val="0"/>
              </a:spcAft>
              <a:buSzPts val="1400"/>
              <a:buFont typeface="Poppins"/>
              <a:buNone/>
              <a:defRPr>
                <a:latin typeface="Poppins"/>
                <a:ea typeface="Poppins"/>
                <a:cs typeface="Poppins"/>
                <a:sym typeface="Poppins"/>
              </a:defRPr>
            </a:lvl9pPr>
          </a:lstStyle>
          <a:p/>
        </p:txBody>
      </p:sp>
      <p:sp>
        <p:nvSpPr>
          <p:cNvPr id="183" name="Google Shape;183;p25"/>
          <p:cNvSpPr txBox="1"/>
          <p:nvPr>
            <p:ph hasCustomPrompt="1" idx="3" type="title"/>
          </p:nvPr>
        </p:nvSpPr>
        <p:spPr>
          <a:xfrm>
            <a:off x="2718750" y="2100933"/>
            <a:ext cx="37065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Font typeface="Poppins"/>
              <a:buNone/>
              <a:defRPr sz="4600">
                <a:solidFill>
                  <a:schemeClr val="accent1"/>
                </a:solidFill>
                <a:latin typeface="Poppins"/>
                <a:ea typeface="Poppins"/>
                <a:cs typeface="Poppins"/>
                <a:sym typeface="Poppins"/>
              </a:defRPr>
            </a:lvl1pPr>
            <a:lvl2pPr lvl="1" algn="r">
              <a:spcBef>
                <a:spcPts val="0"/>
              </a:spcBef>
              <a:spcAft>
                <a:spcPts val="0"/>
              </a:spcAft>
              <a:buSzPts val="1800"/>
              <a:buFont typeface="Poppins"/>
              <a:buNone/>
              <a:defRPr sz="1800">
                <a:latin typeface="Poppins"/>
                <a:ea typeface="Poppins"/>
                <a:cs typeface="Poppins"/>
                <a:sym typeface="Poppins"/>
              </a:defRPr>
            </a:lvl2pPr>
            <a:lvl3pPr lvl="2" algn="r">
              <a:spcBef>
                <a:spcPts val="0"/>
              </a:spcBef>
              <a:spcAft>
                <a:spcPts val="0"/>
              </a:spcAft>
              <a:buSzPts val="1800"/>
              <a:buFont typeface="Poppins"/>
              <a:buNone/>
              <a:defRPr sz="1800">
                <a:latin typeface="Poppins"/>
                <a:ea typeface="Poppins"/>
                <a:cs typeface="Poppins"/>
                <a:sym typeface="Poppins"/>
              </a:defRPr>
            </a:lvl3pPr>
            <a:lvl4pPr lvl="3" algn="r">
              <a:spcBef>
                <a:spcPts val="0"/>
              </a:spcBef>
              <a:spcAft>
                <a:spcPts val="0"/>
              </a:spcAft>
              <a:buSzPts val="1800"/>
              <a:buFont typeface="Poppins"/>
              <a:buNone/>
              <a:defRPr sz="1800">
                <a:latin typeface="Poppins"/>
                <a:ea typeface="Poppins"/>
                <a:cs typeface="Poppins"/>
                <a:sym typeface="Poppins"/>
              </a:defRPr>
            </a:lvl4pPr>
            <a:lvl5pPr lvl="4" algn="r">
              <a:spcBef>
                <a:spcPts val="0"/>
              </a:spcBef>
              <a:spcAft>
                <a:spcPts val="0"/>
              </a:spcAft>
              <a:buSzPts val="1800"/>
              <a:buFont typeface="Poppins"/>
              <a:buNone/>
              <a:defRPr sz="1800">
                <a:latin typeface="Poppins"/>
                <a:ea typeface="Poppins"/>
                <a:cs typeface="Poppins"/>
                <a:sym typeface="Poppins"/>
              </a:defRPr>
            </a:lvl5pPr>
            <a:lvl6pPr lvl="5" algn="r">
              <a:spcBef>
                <a:spcPts val="0"/>
              </a:spcBef>
              <a:spcAft>
                <a:spcPts val="0"/>
              </a:spcAft>
              <a:buSzPts val="1800"/>
              <a:buFont typeface="Poppins"/>
              <a:buNone/>
              <a:defRPr sz="1800">
                <a:latin typeface="Poppins"/>
                <a:ea typeface="Poppins"/>
                <a:cs typeface="Poppins"/>
                <a:sym typeface="Poppins"/>
              </a:defRPr>
            </a:lvl6pPr>
            <a:lvl7pPr lvl="6" algn="r">
              <a:spcBef>
                <a:spcPts val="0"/>
              </a:spcBef>
              <a:spcAft>
                <a:spcPts val="0"/>
              </a:spcAft>
              <a:buSzPts val="1800"/>
              <a:buFont typeface="Poppins"/>
              <a:buNone/>
              <a:defRPr sz="1800">
                <a:latin typeface="Poppins"/>
                <a:ea typeface="Poppins"/>
                <a:cs typeface="Poppins"/>
                <a:sym typeface="Poppins"/>
              </a:defRPr>
            </a:lvl7pPr>
            <a:lvl8pPr lvl="7" algn="r">
              <a:spcBef>
                <a:spcPts val="0"/>
              </a:spcBef>
              <a:spcAft>
                <a:spcPts val="0"/>
              </a:spcAft>
              <a:buSzPts val="1800"/>
              <a:buFont typeface="Poppins"/>
              <a:buNone/>
              <a:defRPr sz="1800">
                <a:latin typeface="Poppins"/>
                <a:ea typeface="Poppins"/>
                <a:cs typeface="Poppins"/>
                <a:sym typeface="Poppins"/>
              </a:defRPr>
            </a:lvl8pPr>
            <a:lvl9pPr lvl="8" algn="r">
              <a:spcBef>
                <a:spcPts val="0"/>
              </a:spcBef>
              <a:spcAft>
                <a:spcPts val="0"/>
              </a:spcAft>
              <a:buSzPts val="1800"/>
              <a:buFont typeface="Poppins"/>
              <a:buNone/>
              <a:defRPr sz="1800">
                <a:latin typeface="Poppins"/>
                <a:ea typeface="Poppins"/>
                <a:cs typeface="Poppins"/>
                <a:sym typeface="Poppins"/>
              </a:defRPr>
            </a:lvl9pPr>
          </a:lstStyle>
          <a:p>
            <a:r>
              <a:t>xx%</a:t>
            </a:r>
          </a:p>
        </p:txBody>
      </p:sp>
      <p:sp>
        <p:nvSpPr>
          <p:cNvPr id="184" name="Google Shape;184;p25"/>
          <p:cNvSpPr txBox="1"/>
          <p:nvPr>
            <p:ph idx="4" type="subTitle"/>
          </p:nvPr>
        </p:nvSpPr>
        <p:spPr>
          <a:xfrm>
            <a:off x="2718750" y="3807163"/>
            <a:ext cx="37065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sz="1600">
                <a:latin typeface="Poppins"/>
                <a:ea typeface="Poppins"/>
                <a:cs typeface="Poppins"/>
                <a:sym typeface="Poppins"/>
              </a:defRPr>
            </a:lvl1pPr>
            <a:lvl2pPr lvl="1" algn="r">
              <a:spcBef>
                <a:spcPts val="0"/>
              </a:spcBef>
              <a:spcAft>
                <a:spcPts val="0"/>
              </a:spcAft>
              <a:buSzPts val="1400"/>
              <a:buFont typeface="Poppins"/>
              <a:buNone/>
              <a:defRPr>
                <a:latin typeface="Poppins"/>
                <a:ea typeface="Poppins"/>
                <a:cs typeface="Poppins"/>
                <a:sym typeface="Poppins"/>
              </a:defRPr>
            </a:lvl2pPr>
            <a:lvl3pPr lvl="2" algn="r">
              <a:spcBef>
                <a:spcPts val="0"/>
              </a:spcBef>
              <a:spcAft>
                <a:spcPts val="0"/>
              </a:spcAft>
              <a:buSzPts val="1400"/>
              <a:buFont typeface="Poppins"/>
              <a:buNone/>
              <a:defRPr>
                <a:latin typeface="Poppins"/>
                <a:ea typeface="Poppins"/>
                <a:cs typeface="Poppins"/>
                <a:sym typeface="Poppins"/>
              </a:defRPr>
            </a:lvl3pPr>
            <a:lvl4pPr lvl="3" algn="r">
              <a:spcBef>
                <a:spcPts val="0"/>
              </a:spcBef>
              <a:spcAft>
                <a:spcPts val="0"/>
              </a:spcAft>
              <a:buSzPts val="1400"/>
              <a:buFont typeface="Poppins"/>
              <a:buNone/>
              <a:defRPr>
                <a:latin typeface="Poppins"/>
                <a:ea typeface="Poppins"/>
                <a:cs typeface="Poppins"/>
                <a:sym typeface="Poppins"/>
              </a:defRPr>
            </a:lvl4pPr>
            <a:lvl5pPr lvl="4" algn="r">
              <a:spcBef>
                <a:spcPts val="0"/>
              </a:spcBef>
              <a:spcAft>
                <a:spcPts val="0"/>
              </a:spcAft>
              <a:buSzPts val="1400"/>
              <a:buFont typeface="Poppins"/>
              <a:buNone/>
              <a:defRPr>
                <a:latin typeface="Poppins"/>
                <a:ea typeface="Poppins"/>
                <a:cs typeface="Poppins"/>
                <a:sym typeface="Poppins"/>
              </a:defRPr>
            </a:lvl5pPr>
            <a:lvl6pPr lvl="5" algn="r">
              <a:spcBef>
                <a:spcPts val="0"/>
              </a:spcBef>
              <a:spcAft>
                <a:spcPts val="0"/>
              </a:spcAft>
              <a:buSzPts val="1400"/>
              <a:buFont typeface="Poppins"/>
              <a:buNone/>
              <a:defRPr>
                <a:latin typeface="Poppins"/>
                <a:ea typeface="Poppins"/>
                <a:cs typeface="Poppins"/>
                <a:sym typeface="Poppins"/>
              </a:defRPr>
            </a:lvl6pPr>
            <a:lvl7pPr lvl="6" algn="r">
              <a:spcBef>
                <a:spcPts val="0"/>
              </a:spcBef>
              <a:spcAft>
                <a:spcPts val="0"/>
              </a:spcAft>
              <a:buSzPts val="1400"/>
              <a:buFont typeface="Poppins"/>
              <a:buNone/>
              <a:defRPr>
                <a:latin typeface="Poppins"/>
                <a:ea typeface="Poppins"/>
                <a:cs typeface="Poppins"/>
                <a:sym typeface="Poppins"/>
              </a:defRPr>
            </a:lvl7pPr>
            <a:lvl8pPr lvl="7" algn="r">
              <a:spcBef>
                <a:spcPts val="0"/>
              </a:spcBef>
              <a:spcAft>
                <a:spcPts val="0"/>
              </a:spcAft>
              <a:buSzPts val="1400"/>
              <a:buFont typeface="Poppins"/>
              <a:buNone/>
              <a:defRPr>
                <a:latin typeface="Poppins"/>
                <a:ea typeface="Poppins"/>
                <a:cs typeface="Poppins"/>
                <a:sym typeface="Poppins"/>
              </a:defRPr>
            </a:lvl8pPr>
            <a:lvl9pPr lvl="8" algn="r">
              <a:spcBef>
                <a:spcPts val="0"/>
              </a:spcBef>
              <a:spcAft>
                <a:spcPts val="0"/>
              </a:spcAft>
              <a:buSzPts val="1400"/>
              <a:buFont typeface="Poppins"/>
              <a:buNone/>
              <a:defRPr>
                <a:latin typeface="Poppins"/>
                <a:ea typeface="Poppins"/>
                <a:cs typeface="Poppins"/>
                <a:sym typeface="Poppins"/>
              </a:defRPr>
            </a:lvl9pPr>
          </a:lstStyle>
          <a:p/>
        </p:txBody>
      </p:sp>
      <p:sp>
        <p:nvSpPr>
          <p:cNvPr id="185" name="Google Shape;185;p25"/>
          <p:cNvSpPr txBox="1"/>
          <p:nvPr>
            <p:ph hasCustomPrompt="1" idx="5" type="title"/>
          </p:nvPr>
        </p:nvSpPr>
        <p:spPr>
          <a:xfrm>
            <a:off x="2718750" y="3234463"/>
            <a:ext cx="37065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Font typeface="Poppins"/>
              <a:buNone/>
              <a:defRPr sz="4600">
                <a:solidFill>
                  <a:schemeClr val="accent1"/>
                </a:solidFill>
                <a:latin typeface="Poppins"/>
                <a:ea typeface="Poppins"/>
                <a:cs typeface="Poppins"/>
                <a:sym typeface="Poppins"/>
              </a:defRPr>
            </a:lvl1pPr>
            <a:lvl2pPr lvl="1" algn="r">
              <a:spcBef>
                <a:spcPts val="0"/>
              </a:spcBef>
              <a:spcAft>
                <a:spcPts val="0"/>
              </a:spcAft>
              <a:buSzPts val="1800"/>
              <a:buFont typeface="Poppins"/>
              <a:buNone/>
              <a:defRPr sz="1800">
                <a:latin typeface="Poppins"/>
                <a:ea typeface="Poppins"/>
                <a:cs typeface="Poppins"/>
                <a:sym typeface="Poppins"/>
              </a:defRPr>
            </a:lvl2pPr>
            <a:lvl3pPr lvl="2" algn="r">
              <a:spcBef>
                <a:spcPts val="0"/>
              </a:spcBef>
              <a:spcAft>
                <a:spcPts val="0"/>
              </a:spcAft>
              <a:buSzPts val="1800"/>
              <a:buFont typeface="Poppins"/>
              <a:buNone/>
              <a:defRPr sz="1800">
                <a:latin typeface="Poppins"/>
                <a:ea typeface="Poppins"/>
                <a:cs typeface="Poppins"/>
                <a:sym typeface="Poppins"/>
              </a:defRPr>
            </a:lvl3pPr>
            <a:lvl4pPr lvl="3" algn="r">
              <a:spcBef>
                <a:spcPts val="0"/>
              </a:spcBef>
              <a:spcAft>
                <a:spcPts val="0"/>
              </a:spcAft>
              <a:buSzPts val="1800"/>
              <a:buFont typeface="Poppins"/>
              <a:buNone/>
              <a:defRPr sz="1800">
                <a:latin typeface="Poppins"/>
                <a:ea typeface="Poppins"/>
                <a:cs typeface="Poppins"/>
                <a:sym typeface="Poppins"/>
              </a:defRPr>
            </a:lvl4pPr>
            <a:lvl5pPr lvl="4" algn="r">
              <a:spcBef>
                <a:spcPts val="0"/>
              </a:spcBef>
              <a:spcAft>
                <a:spcPts val="0"/>
              </a:spcAft>
              <a:buSzPts val="1800"/>
              <a:buFont typeface="Poppins"/>
              <a:buNone/>
              <a:defRPr sz="1800">
                <a:latin typeface="Poppins"/>
                <a:ea typeface="Poppins"/>
                <a:cs typeface="Poppins"/>
                <a:sym typeface="Poppins"/>
              </a:defRPr>
            </a:lvl5pPr>
            <a:lvl6pPr lvl="5" algn="r">
              <a:spcBef>
                <a:spcPts val="0"/>
              </a:spcBef>
              <a:spcAft>
                <a:spcPts val="0"/>
              </a:spcAft>
              <a:buSzPts val="1800"/>
              <a:buFont typeface="Poppins"/>
              <a:buNone/>
              <a:defRPr sz="1800">
                <a:latin typeface="Poppins"/>
                <a:ea typeface="Poppins"/>
                <a:cs typeface="Poppins"/>
                <a:sym typeface="Poppins"/>
              </a:defRPr>
            </a:lvl6pPr>
            <a:lvl7pPr lvl="6" algn="r">
              <a:spcBef>
                <a:spcPts val="0"/>
              </a:spcBef>
              <a:spcAft>
                <a:spcPts val="0"/>
              </a:spcAft>
              <a:buSzPts val="1800"/>
              <a:buFont typeface="Poppins"/>
              <a:buNone/>
              <a:defRPr sz="1800">
                <a:latin typeface="Poppins"/>
                <a:ea typeface="Poppins"/>
                <a:cs typeface="Poppins"/>
                <a:sym typeface="Poppins"/>
              </a:defRPr>
            </a:lvl7pPr>
            <a:lvl8pPr lvl="7" algn="r">
              <a:spcBef>
                <a:spcPts val="0"/>
              </a:spcBef>
              <a:spcAft>
                <a:spcPts val="0"/>
              </a:spcAft>
              <a:buSzPts val="1800"/>
              <a:buFont typeface="Poppins"/>
              <a:buNone/>
              <a:defRPr sz="1800">
                <a:latin typeface="Poppins"/>
                <a:ea typeface="Poppins"/>
                <a:cs typeface="Poppins"/>
                <a:sym typeface="Poppins"/>
              </a:defRPr>
            </a:lvl8pPr>
            <a:lvl9pPr lvl="8" algn="r">
              <a:spcBef>
                <a:spcPts val="0"/>
              </a:spcBef>
              <a:spcAft>
                <a:spcPts val="0"/>
              </a:spcAft>
              <a:buSzPts val="1800"/>
              <a:buFont typeface="Poppins"/>
              <a:buNone/>
              <a:defRPr sz="1800">
                <a:latin typeface="Poppins"/>
                <a:ea typeface="Poppins"/>
                <a:cs typeface="Poppins"/>
                <a:sym typeface="Poppins"/>
              </a:defRPr>
            </a:lvl9pPr>
          </a:lstStyle>
          <a:p>
            <a:r>
              <a:t>xx%</a:t>
            </a:r>
          </a:p>
        </p:txBody>
      </p:sp>
      <p:pic>
        <p:nvPicPr>
          <p:cNvPr id="186" name="Google Shape;186;p25"/>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187" name="Google Shape;187;p25"/>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188" name="Google Shape;188;p25"/>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2">
  <p:cSld name="CUSTOM_24_1">
    <p:spTree>
      <p:nvGrpSpPr>
        <p:cNvPr id="189" name="Shape 189"/>
        <p:cNvGrpSpPr/>
        <p:nvPr/>
      </p:nvGrpSpPr>
      <p:grpSpPr>
        <a:xfrm>
          <a:off x="0" y="0"/>
          <a:ext cx="0" cy="0"/>
          <a:chOff x="0" y="0"/>
          <a:chExt cx="0" cy="0"/>
        </a:xfrm>
      </p:grpSpPr>
      <p:sp>
        <p:nvSpPr>
          <p:cNvPr id="190" name="Google Shape;190;p26"/>
          <p:cNvSpPr txBox="1"/>
          <p:nvPr>
            <p:ph type="title"/>
          </p:nvPr>
        </p:nvSpPr>
        <p:spPr>
          <a:xfrm>
            <a:off x="713250" y="523025"/>
            <a:ext cx="7717500" cy="541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Poppins"/>
              <a:buNone/>
              <a:defRPr>
                <a:latin typeface="Poppins"/>
                <a:ea typeface="Poppins"/>
                <a:cs typeface="Poppins"/>
                <a:sym typeface="Poppins"/>
              </a:defRPr>
            </a:lvl1pPr>
            <a:lvl2pPr lvl="1">
              <a:spcBef>
                <a:spcPts val="0"/>
              </a:spcBef>
              <a:spcAft>
                <a:spcPts val="0"/>
              </a:spcAft>
              <a:buSzPts val="2400"/>
              <a:buFont typeface="Poppins"/>
              <a:buNone/>
              <a:defRPr sz="2400">
                <a:latin typeface="Poppins"/>
                <a:ea typeface="Poppins"/>
                <a:cs typeface="Poppins"/>
                <a:sym typeface="Poppins"/>
              </a:defRPr>
            </a:lvl2pPr>
            <a:lvl3pPr lvl="2">
              <a:spcBef>
                <a:spcPts val="0"/>
              </a:spcBef>
              <a:spcAft>
                <a:spcPts val="0"/>
              </a:spcAft>
              <a:buSzPts val="2400"/>
              <a:buFont typeface="Poppins"/>
              <a:buNone/>
              <a:defRPr sz="2400">
                <a:latin typeface="Poppins"/>
                <a:ea typeface="Poppins"/>
                <a:cs typeface="Poppins"/>
                <a:sym typeface="Poppins"/>
              </a:defRPr>
            </a:lvl3pPr>
            <a:lvl4pPr lvl="3">
              <a:spcBef>
                <a:spcPts val="0"/>
              </a:spcBef>
              <a:spcAft>
                <a:spcPts val="0"/>
              </a:spcAft>
              <a:buSzPts val="2400"/>
              <a:buFont typeface="Poppins"/>
              <a:buNone/>
              <a:defRPr sz="2400">
                <a:latin typeface="Poppins"/>
                <a:ea typeface="Poppins"/>
                <a:cs typeface="Poppins"/>
                <a:sym typeface="Poppins"/>
              </a:defRPr>
            </a:lvl4pPr>
            <a:lvl5pPr lvl="4">
              <a:spcBef>
                <a:spcPts val="0"/>
              </a:spcBef>
              <a:spcAft>
                <a:spcPts val="0"/>
              </a:spcAft>
              <a:buSzPts val="2400"/>
              <a:buFont typeface="Poppins"/>
              <a:buNone/>
              <a:defRPr sz="2400">
                <a:latin typeface="Poppins"/>
                <a:ea typeface="Poppins"/>
                <a:cs typeface="Poppins"/>
                <a:sym typeface="Poppins"/>
              </a:defRPr>
            </a:lvl5pPr>
            <a:lvl6pPr lvl="5">
              <a:spcBef>
                <a:spcPts val="0"/>
              </a:spcBef>
              <a:spcAft>
                <a:spcPts val="0"/>
              </a:spcAft>
              <a:buSzPts val="2400"/>
              <a:buFont typeface="Poppins"/>
              <a:buNone/>
              <a:defRPr sz="2400">
                <a:latin typeface="Poppins"/>
                <a:ea typeface="Poppins"/>
                <a:cs typeface="Poppins"/>
                <a:sym typeface="Poppins"/>
              </a:defRPr>
            </a:lvl6pPr>
            <a:lvl7pPr lvl="6">
              <a:spcBef>
                <a:spcPts val="0"/>
              </a:spcBef>
              <a:spcAft>
                <a:spcPts val="0"/>
              </a:spcAft>
              <a:buSzPts val="2400"/>
              <a:buFont typeface="Poppins"/>
              <a:buNone/>
              <a:defRPr sz="2400">
                <a:latin typeface="Poppins"/>
                <a:ea typeface="Poppins"/>
                <a:cs typeface="Poppins"/>
                <a:sym typeface="Poppins"/>
              </a:defRPr>
            </a:lvl7pPr>
            <a:lvl8pPr lvl="7">
              <a:spcBef>
                <a:spcPts val="0"/>
              </a:spcBef>
              <a:spcAft>
                <a:spcPts val="0"/>
              </a:spcAft>
              <a:buSzPts val="2400"/>
              <a:buFont typeface="Poppins"/>
              <a:buNone/>
              <a:defRPr sz="2400">
                <a:latin typeface="Poppins"/>
                <a:ea typeface="Poppins"/>
                <a:cs typeface="Poppins"/>
                <a:sym typeface="Poppins"/>
              </a:defRPr>
            </a:lvl8pPr>
            <a:lvl9pPr lvl="8">
              <a:spcBef>
                <a:spcPts val="0"/>
              </a:spcBef>
              <a:spcAft>
                <a:spcPts val="0"/>
              </a:spcAft>
              <a:buSzPts val="2400"/>
              <a:buFont typeface="Poppins"/>
              <a:buNone/>
              <a:defRPr sz="2400">
                <a:latin typeface="Poppins"/>
                <a:ea typeface="Poppins"/>
                <a:cs typeface="Poppins"/>
                <a:sym typeface="Poppins"/>
              </a:defRPr>
            </a:lvl9pPr>
          </a:lstStyle>
          <a:p/>
        </p:txBody>
      </p:sp>
      <p:sp>
        <p:nvSpPr>
          <p:cNvPr id="191" name="Google Shape;191;p26"/>
          <p:cNvSpPr txBox="1"/>
          <p:nvPr>
            <p:ph idx="1" type="subTitle"/>
          </p:nvPr>
        </p:nvSpPr>
        <p:spPr>
          <a:xfrm>
            <a:off x="713250" y="1123450"/>
            <a:ext cx="7717500" cy="34428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800"/>
              <a:buFont typeface="Poppins"/>
              <a:buAutoNum type="arabicPeriod"/>
              <a:defRPr sz="1600">
                <a:latin typeface="Poppins"/>
                <a:ea typeface="Poppins"/>
                <a:cs typeface="Poppins"/>
                <a:sym typeface="Poppins"/>
              </a:defRPr>
            </a:lvl1pPr>
            <a:lvl2pPr lvl="1">
              <a:spcBef>
                <a:spcPts val="0"/>
              </a:spcBef>
              <a:spcAft>
                <a:spcPts val="0"/>
              </a:spcAft>
              <a:buClr>
                <a:schemeClr val="accent1"/>
              </a:buClr>
              <a:buSzPts val="1400"/>
              <a:buFont typeface="Poppins"/>
              <a:buAutoNum type="alphaLcPeriod"/>
              <a:defRPr sz="1600">
                <a:latin typeface="Poppins"/>
                <a:ea typeface="Poppins"/>
                <a:cs typeface="Poppins"/>
                <a:sym typeface="Poppins"/>
              </a:defRPr>
            </a:lvl2pPr>
            <a:lvl3pPr lvl="2">
              <a:spcBef>
                <a:spcPts val="0"/>
              </a:spcBef>
              <a:spcAft>
                <a:spcPts val="0"/>
              </a:spcAft>
              <a:buSzPts val="1400"/>
              <a:buFont typeface="Poppins"/>
              <a:buAutoNum type="romanLcPeriod"/>
              <a:defRPr>
                <a:latin typeface="Poppins"/>
                <a:ea typeface="Poppins"/>
                <a:cs typeface="Poppins"/>
                <a:sym typeface="Poppins"/>
              </a:defRPr>
            </a:lvl3pPr>
            <a:lvl4pPr lvl="3">
              <a:spcBef>
                <a:spcPts val="0"/>
              </a:spcBef>
              <a:spcAft>
                <a:spcPts val="0"/>
              </a:spcAft>
              <a:buSzPts val="1400"/>
              <a:buFont typeface="Poppins"/>
              <a:buAutoNum type="arabicPeriod"/>
              <a:defRPr>
                <a:latin typeface="Poppins"/>
                <a:ea typeface="Poppins"/>
                <a:cs typeface="Poppins"/>
                <a:sym typeface="Poppins"/>
              </a:defRPr>
            </a:lvl4pPr>
            <a:lvl5pPr lvl="4">
              <a:spcBef>
                <a:spcPts val="0"/>
              </a:spcBef>
              <a:spcAft>
                <a:spcPts val="0"/>
              </a:spcAft>
              <a:buSzPts val="1400"/>
              <a:buFont typeface="Poppins"/>
              <a:buAutoNum type="alphaLcPeriod"/>
              <a:defRPr>
                <a:latin typeface="Poppins"/>
                <a:ea typeface="Poppins"/>
                <a:cs typeface="Poppins"/>
                <a:sym typeface="Poppins"/>
              </a:defRPr>
            </a:lvl5pPr>
            <a:lvl6pPr lvl="5">
              <a:spcBef>
                <a:spcPts val="0"/>
              </a:spcBef>
              <a:spcAft>
                <a:spcPts val="0"/>
              </a:spcAft>
              <a:buSzPts val="1400"/>
              <a:buFont typeface="Poppins"/>
              <a:buAutoNum type="romanLcPeriod"/>
              <a:defRPr>
                <a:latin typeface="Poppins"/>
                <a:ea typeface="Poppins"/>
                <a:cs typeface="Poppins"/>
                <a:sym typeface="Poppins"/>
              </a:defRPr>
            </a:lvl6pPr>
            <a:lvl7pPr lvl="6">
              <a:spcBef>
                <a:spcPts val="0"/>
              </a:spcBef>
              <a:spcAft>
                <a:spcPts val="0"/>
              </a:spcAft>
              <a:buSzPts val="1400"/>
              <a:buFont typeface="Poppins"/>
              <a:buAutoNum type="arabicPeriod"/>
              <a:defRPr>
                <a:latin typeface="Poppins"/>
                <a:ea typeface="Poppins"/>
                <a:cs typeface="Poppins"/>
                <a:sym typeface="Poppins"/>
              </a:defRPr>
            </a:lvl7pPr>
            <a:lvl8pPr lvl="7">
              <a:spcBef>
                <a:spcPts val="0"/>
              </a:spcBef>
              <a:spcAft>
                <a:spcPts val="0"/>
              </a:spcAft>
              <a:buSzPts val="1400"/>
              <a:buFont typeface="Poppins"/>
              <a:buAutoNum type="alphaLcPeriod"/>
              <a:defRPr>
                <a:latin typeface="Poppins"/>
                <a:ea typeface="Poppins"/>
                <a:cs typeface="Poppins"/>
                <a:sym typeface="Poppins"/>
              </a:defRPr>
            </a:lvl8pPr>
            <a:lvl9pPr lvl="8">
              <a:spcBef>
                <a:spcPts val="0"/>
              </a:spcBef>
              <a:spcAft>
                <a:spcPts val="0"/>
              </a:spcAft>
              <a:buSzPts val="1400"/>
              <a:buFont typeface="Poppins"/>
              <a:buAutoNum type="romanLcPeriod"/>
              <a:defRPr>
                <a:latin typeface="Poppins"/>
                <a:ea typeface="Poppins"/>
                <a:cs typeface="Poppins"/>
                <a:sym typeface="Poppins"/>
              </a:defRPr>
            </a:lvl9pPr>
          </a:lstStyle>
          <a:p/>
        </p:txBody>
      </p:sp>
      <p:grpSp>
        <p:nvGrpSpPr>
          <p:cNvPr id="192" name="Google Shape;192;p26"/>
          <p:cNvGrpSpPr/>
          <p:nvPr/>
        </p:nvGrpSpPr>
        <p:grpSpPr>
          <a:xfrm>
            <a:off x="7295305" y="-672969"/>
            <a:ext cx="2270935" cy="2260334"/>
            <a:chOff x="6762468" y="1386456"/>
            <a:chExt cx="2270935" cy="2260334"/>
          </a:xfrm>
        </p:grpSpPr>
        <p:sp>
          <p:nvSpPr>
            <p:cNvPr id="193" name="Google Shape;193;p26"/>
            <p:cNvSpPr/>
            <p:nvPr/>
          </p:nvSpPr>
          <p:spPr>
            <a:xfrm>
              <a:off x="6762468" y="1386456"/>
              <a:ext cx="2270935" cy="2260292"/>
            </a:xfrm>
            <a:custGeom>
              <a:rect b="b" l="l" r="r" t="t"/>
              <a:pathLst>
                <a:path extrusionOk="0" h="45449" w="45663">
                  <a:moveTo>
                    <a:pt x="10947" y="4979"/>
                  </a:moveTo>
                  <a:lnTo>
                    <a:pt x="15605" y="7656"/>
                  </a:lnTo>
                  <a:lnTo>
                    <a:pt x="15605" y="13062"/>
                  </a:lnTo>
                  <a:lnTo>
                    <a:pt x="10947" y="15766"/>
                  </a:lnTo>
                  <a:lnTo>
                    <a:pt x="6263" y="13062"/>
                  </a:lnTo>
                  <a:lnTo>
                    <a:pt x="6263" y="7656"/>
                  </a:lnTo>
                  <a:lnTo>
                    <a:pt x="10947" y="4979"/>
                  </a:lnTo>
                  <a:close/>
                  <a:moveTo>
                    <a:pt x="20449" y="4979"/>
                  </a:moveTo>
                  <a:lnTo>
                    <a:pt x="25133" y="7656"/>
                  </a:lnTo>
                  <a:lnTo>
                    <a:pt x="25133" y="13062"/>
                  </a:lnTo>
                  <a:lnTo>
                    <a:pt x="20449" y="15766"/>
                  </a:lnTo>
                  <a:lnTo>
                    <a:pt x="15792" y="13062"/>
                  </a:lnTo>
                  <a:lnTo>
                    <a:pt x="15792" y="7656"/>
                  </a:lnTo>
                  <a:lnTo>
                    <a:pt x="20449" y="4979"/>
                  </a:lnTo>
                  <a:close/>
                  <a:moveTo>
                    <a:pt x="29978" y="4979"/>
                  </a:moveTo>
                  <a:lnTo>
                    <a:pt x="34635" y="7656"/>
                  </a:lnTo>
                  <a:lnTo>
                    <a:pt x="34635" y="13062"/>
                  </a:lnTo>
                  <a:lnTo>
                    <a:pt x="29978" y="15766"/>
                  </a:lnTo>
                  <a:lnTo>
                    <a:pt x="25294" y="13062"/>
                  </a:lnTo>
                  <a:lnTo>
                    <a:pt x="25294" y="7656"/>
                  </a:lnTo>
                  <a:lnTo>
                    <a:pt x="29978" y="4979"/>
                  </a:lnTo>
                  <a:close/>
                  <a:moveTo>
                    <a:pt x="6183" y="13196"/>
                  </a:moveTo>
                  <a:lnTo>
                    <a:pt x="10867" y="15899"/>
                  </a:lnTo>
                  <a:lnTo>
                    <a:pt x="10867" y="21306"/>
                  </a:lnTo>
                  <a:lnTo>
                    <a:pt x="6183" y="23983"/>
                  </a:lnTo>
                  <a:lnTo>
                    <a:pt x="1526" y="21306"/>
                  </a:lnTo>
                  <a:lnTo>
                    <a:pt x="1526" y="15899"/>
                  </a:lnTo>
                  <a:lnTo>
                    <a:pt x="6183" y="13196"/>
                  </a:lnTo>
                  <a:close/>
                  <a:moveTo>
                    <a:pt x="15712" y="13196"/>
                  </a:moveTo>
                  <a:lnTo>
                    <a:pt x="20369" y="15899"/>
                  </a:lnTo>
                  <a:lnTo>
                    <a:pt x="20369" y="21306"/>
                  </a:lnTo>
                  <a:lnTo>
                    <a:pt x="15712" y="23983"/>
                  </a:lnTo>
                  <a:lnTo>
                    <a:pt x="11028" y="21306"/>
                  </a:lnTo>
                  <a:lnTo>
                    <a:pt x="11028" y="15899"/>
                  </a:lnTo>
                  <a:lnTo>
                    <a:pt x="15712" y="13196"/>
                  </a:lnTo>
                  <a:close/>
                  <a:moveTo>
                    <a:pt x="25213" y="13196"/>
                  </a:moveTo>
                  <a:lnTo>
                    <a:pt x="29871" y="15899"/>
                  </a:lnTo>
                  <a:lnTo>
                    <a:pt x="29871" y="21306"/>
                  </a:lnTo>
                  <a:lnTo>
                    <a:pt x="25213" y="23983"/>
                  </a:lnTo>
                  <a:lnTo>
                    <a:pt x="20529" y="21306"/>
                  </a:lnTo>
                  <a:lnTo>
                    <a:pt x="20529" y="15899"/>
                  </a:lnTo>
                  <a:lnTo>
                    <a:pt x="25213" y="13196"/>
                  </a:lnTo>
                  <a:close/>
                  <a:moveTo>
                    <a:pt x="34715" y="13196"/>
                  </a:moveTo>
                  <a:lnTo>
                    <a:pt x="39399" y="15899"/>
                  </a:lnTo>
                  <a:lnTo>
                    <a:pt x="39399" y="21306"/>
                  </a:lnTo>
                  <a:lnTo>
                    <a:pt x="34715" y="23983"/>
                  </a:lnTo>
                  <a:lnTo>
                    <a:pt x="30058" y="21306"/>
                  </a:lnTo>
                  <a:lnTo>
                    <a:pt x="30058" y="15899"/>
                  </a:lnTo>
                  <a:lnTo>
                    <a:pt x="34715" y="13196"/>
                  </a:lnTo>
                  <a:close/>
                  <a:moveTo>
                    <a:pt x="10947" y="21440"/>
                  </a:moveTo>
                  <a:lnTo>
                    <a:pt x="15605" y="24143"/>
                  </a:lnTo>
                  <a:lnTo>
                    <a:pt x="15605" y="29523"/>
                  </a:lnTo>
                  <a:lnTo>
                    <a:pt x="10947" y="32226"/>
                  </a:lnTo>
                  <a:lnTo>
                    <a:pt x="6263" y="29523"/>
                  </a:lnTo>
                  <a:lnTo>
                    <a:pt x="6263" y="24143"/>
                  </a:lnTo>
                  <a:lnTo>
                    <a:pt x="10947" y="21440"/>
                  </a:lnTo>
                  <a:close/>
                  <a:moveTo>
                    <a:pt x="20449" y="21440"/>
                  </a:moveTo>
                  <a:lnTo>
                    <a:pt x="25133" y="24143"/>
                  </a:lnTo>
                  <a:lnTo>
                    <a:pt x="25133" y="29523"/>
                  </a:lnTo>
                  <a:lnTo>
                    <a:pt x="20449" y="32226"/>
                  </a:lnTo>
                  <a:lnTo>
                    <a:pt x="15792" y="29523"/>
                  </a:lnTo>
                  <a:lnTo>
                    <a:pt x="15792" y="24143"/>
                  </a:lnTo>
                  <a:lnTo>
                    <a:pt x="20449" y="21440"/>
                  </a:lnTo>
                  <a:close/>
                  <a:moveTo>
                    <a:pt x="29978" y="21440"/>
                  </a:moveTo>
                  <a:lnTo>
                    <a:pt x="34635" y="24143"/>
                  </a:lnTo>
                  <a:lnTo>
                    <a:pt x="34635" y="29523"/>
                  </a:lnTo>
                  <a:lnTo>
                    <a:pt x="29978" y="32226"/>
                  </a:lnTo>
                  <a:lnTo>
                    <a:pt x="25294" y="29523"/>
                  </a:lnTo>
                  <a:lnTo>
                    <a:pt x="25294" y="24143"/>
                  </a:lnTo>
                  <a:lnTo>
                    <a:pt x="29978" y="21440"/>
                  </a:lnTo>
                  <a:close/>
                  <a:moveTo>
                    <a:pt x="39480" y="21440"/>
                  </a:moveTo>
                  <a:lnTo>
                    <a:pt x="44137" y="24143"/>
                  </a:lnTo>
                  <a:lnTo>
                    <a:pt x="44137" y="29523"/>
                  </a:lnTo>
                  <a:lnTo>
                    <a:pt x="39480" y="32226"/>
                  </a:lnTo>
                  <a:lnTo>
                    <a:pt x="34796" y="29523"/>
                  </a:lnTo>
                  <a:lnTo>
                    <a:pt x="34796" y="24143"/>
                  </a:lnTo>
                  <a:lnTo>
                    <a:pt x="39480" y="21440"/>
                  </a:lnTo>
                  <a:close/>
                  <a:moveTo>
                    <a:pt x="15712" y="29684"/>
                  </a:moveTo>
                  <a:lnTo>
                    <a:pt x="20369" y="32387"/>
                  </a:lnTo>
                  <a:lnTo>
                    <a:pt x="20369" y="37767"/>
                  </a:lnTo>
                  <a:lnTo>
                    <a:pt x="15712" y="40470"/>
                  </a:lnTo>
                  <a:lnTo>
                    <a:pt x="11028" y="37767"/>
                  </a:lnTo>
                  <a:lnTo>
                    <a:pt x="11028" y="32387"/>
                  </a:lnTo>
                  <a:lnTo>
                    <a:pt x="15712" y="29684"/>
                  </a:lnTo>
                  <a:close/>
                  <a:moveTo>
                    <a:pt x="25213" y="29684"/>
                  </a:moveTo>
                  <a:lnTo>
                    <a:pt x="29871" y="32387"/>
                  </a:lnTo>
                  <a:lnTo>
                    <a:pt x="29871" y="37767"/>
                  </a:lnTo>
                  <a:lnTo>
                    <a:pt x="25213" y="40470"/>
                  </a:lnTo>
                  <a:lnTo>
                    <a:pt x="20529" y="37767"/>
                  </a:lnTo>
                  <a:lnTo>
                    <a:pt x="20529" y="32387"/>
                  </a:lnTo>
                  <a:lnTo>
                    <a:pt x="25213" y="29684"/>
                  </a:lnTo>
                  <a:close/>
                  <a:moveTo>
                    <a:pt x="34715" y="29684"/>
                  </a:moveTo>
                  <a:lnTo>
                    <a:pt x="39399" y="32387"/>
                  </a:lnTo>
                  <a:lnTo>
                    <a:pt x="39399" y="37767"/>
                  </a:lnTo>
                  <a:lnTo>
                    <a:pt x="34715" y="40470"/>
                  </a:lnTo>
                  <a:lnTo>
                    <a:pt x="30058" y="37767"/>
                  </a:lnTo>
                  <a:lnTo>
                    <a:pt x="30058" y="32387"/>
                  </a:lnTo>
                  <a:lnTo>
                    <a:pt x="34715" y="29684"/>
                  </a:lnTo>
                  <a:close/>
                  <a:moveTo>
                    <a:pt x="20369" y="1"/>
                  </a:moveTo>
                  <a:lnTo>
                    <a:pt x="20369" y="4818"/>
                  </a:lnTo>
                  <a:lnTo>
                    <a:pt x="15712" y="7522"/>
                  </a:lnTo>
                  <a:lnTo>
                    <a:pt x="11028" y="4818"/>
                  </a:lnTo>
                  <a:lnTo>
                    <a:pt x="11028" y="3159"/>
                  </a:lnTo>
                  <a:cubicBezTo>
                    <a:pt x="10974" y="3186"/>
                    <a:pt x="10921" y="3239"/>
                    <a:pt x="10867" y="3266"/>
                  </a:cubicBezTo>
                  <a:lnTo>
                    <a:pt x="10867" y="4818"/>
                  </a:lnTo>
                  <a:lnTo>
                    <a:pt x="6183" y="7522"/>
                  </a:lnTo>
                  <a:lnTo>
                    <a:pt x="5915" y="7361"/>
                  </a:lnTo>
                  <a:cubicBezTo>
                    <a:pt x="5889" y="7415"/>
                    <a:pt x="5835" y="7442"/>
                    <a:pt x="5808" y="7495"/>
                  </a:cubicBezTo>
                  <a:lnTo>
                    <a:pt x="6103" y="7656"/>
                  </a:lnTo>
                  <a:lnTo>
                    <a:pt x="6103" y="13062"/>
                  </a:lnTo>
                  <a:lnTo>
                    <a:pt x="1419" y="15766"/>
                  </a:lnTo>
                  <a:lnTo>
                    <a:pt x="1124" y="15578"/>
                  </a:lnTo>
                  <a:cubicBezTo>
                    <a:pt x="1124" y="15632"/>
                    <a:pt x="1098" y="15685"/>
                    <a:pt x="1071" y="15739"/>
                  </a:cubicBezTo>
                  <a:lnTo>
                    <a:pt x="1338" y="15899"/>
                  </a:lnTo>
                  <a:lnTo>
                    <a:pt x="1338" y="21306"/>
                  </a:lnTo>
                  <a:lnTo>
                    <a:pt x="0" y="22082"/>
                  </a:lnTo>
                  <a:cubicBezTo>
                    <a:pt x="0" y="22136"/>
                    <a:pt x="0" y="22216"/>
                    <a:pt x="0" y="22270"/>
                  </a:cubicBezTo>
                  <a:lnTo>
                    <a:pt x="1419" y="21440"/>
                  </a:lnTo>
                  <a:lnTo>
                    <a:pt x="6103" y="24143"/>
                  </a:lnTo>
                  <a:lnTo>
                    <a:pt x="6103" y="29523"/>
                  </a:lnTo>
                  <a:lnTo>
                    <a:pt x="1927" y="31932"/>
                  </a:lnTo>
                  <a:cubicBezTo>
                    <a:pt x="1954" y="31986"/>
                    <a:pt x="1981" y="32039"/>
                    <a:pt x="2008" y="32093"/>
                  </a:cubicBezTo>
                  <a:lnTo>
                    <a:pt x="6183" y="29684"/>
                  </a:lnTo>
                  <a:lnTo>
                    <a:pt x="10867" y="32387"/>
                  </a:lnTo>
                  <a:lnTo>
                    <a:pt x="10867" y="37767"/>
                  </a:lnTo>
                  <a:lnTo>
                    <a:pt x="7548" y="39694"/>
                  </a:lnTo>
                  <a:cubicBezTo>
                    <a:pt x="7575" y="39721"/>
                    <a:pt x="7628" y="39774"/>
                    <a:pt x="7682" y="39801"/>
                  </a:cubicBezTo>
                  <a:lnTo>
                    <a:pt x="10947" y="37928"/>
                  </a:lnTo>
                  <a:lnTo>
                    <a:pt x="15605" y="40631"/>
                  </a:lnTo>
                  <a:lnTo>
                    <a:pt x="15605" y="44405"/>
                  </a:lnTo>
                  <a:cubicBezTo>
                    <a:pt x="15658" y="44405"/>
                    <a:pt x="15738" y="44432"/>
                    <a:pt x="15792" y="44458"/>
                  </a:cubicBezTo>
                  <a:lnTo>
                    <a:pt x="15792" y="40631"/>
                  </a:lnTo>
                  <a:lnTo>
                    <a:pt x="20449" y="37928"/>
                  </a:lnTo>
                  <a:lnTo>
                    <a:pt x="25133" y="40631"/>
                  </a:lnTo>
                  <a:lnTo>
                    <a:pt x="25133" y="45449"/>
                  </a:lnTo>
                  <a:cubicBezTo>
                    <a:pt x="25187" y="45449"/>
                    <a:pt x="25240" y="45449"/>
                    <a:pt x="25294" y="45422"/>
                  </a:cubicBezTo>
                  <a:lnTo>
                    <a:pt x="25294" y="40631"/>
                  </a:lnTo>
                  <a:lnTo>
                    <a:pt x="29978" y="37928"/>
                  </a:lnTo>
                  <a:lnTo>
                    <a:pt x="34635" y="40631"/>
                  </a:lnTo>
                  <a:lnTo>
                    <a:pt x="34635" y="42290"/>
                  </a:lnTo>
                  <a:cubicBezTo>
                    <a:pt x="34688" y="42237"/>
                    <a:pt x="34742" y="42210"/>
                    <a:pt x="34796" y="42183"/>
                  </a:cubicBezTo>
                  <a:lnTo>
                    <a:pt x="34796" y="40631"/>
                  </a:lnTo>
                  <a:lnTo>
                    <a:pt x="39480" y="37928"/>
                  </a:lnTo>
                  <a:lnTo>
                    <a:pt x="39747" y="38088"/>
                  </a:lnTo>
                  <a:cubicBezTo>
                    <a:pt x="39774" y="38035"/>
                    <a:pt x="39827" y="37981"/>
                    <a:pt x="39854" y="37954"/>
                  </a:cubicBezTo>
                  <a:lnTo>
                    <a:pt x="39560" y="37767"/>
                  </a:lnTo>
                  <a:lnTo>
                    <a:pt x="39560" y="32387"/>
                  </a:lnTo>
                  <a:lnTo>
                    <a:pt x="44244" y="29684"/>
                  </a:lnTo>
                  <a:lnTo>
                    <a:pt x="44538" y="29871"/>
                  </a:lnTo>
                  <a:cubicBezTo>
                    <a:pt x="44565" y="29791"/>
                    <a:pt x="44565" y="29737"/>
                    <a:pt x="44592" y="29684"/>
                  </a:cubicBezTo>
                  <a:lnTo>
                    <a:pt x="44324" y="29523"/>
                  </a:lnTo>
                  <a:lnTo>
                    <a:pt x="44324" y="24143"/>
                  </a:lnTo>
                  <a:lnTo>
                    <a:pt x="45662" y="23367"/>
                  </a:lnTo>
                  <a:cubicBezTo>
                    <a:pt x="45662" y="23314"/>
                    <a:pt x="45662" y="23233"/>
                    <a:pt x="45662" y="23153"/>
                  </a:cubicBezTo>
                  <a:lnTo>
                    <a:pt x="44244" y="23983"/>
                  </a:lnTo>
                  <a:lnTo>
                    <a:pt x="39560" y="21306"/>
                  </a:lnTo>
                  <a:lnTo>
                    <a:pt x="39560" y="15899"/>
                  </a:lnTo>
                  <a:lnTo>
                    <a:pt x="43735" y="13491"/>
                  </a:lnTo>
                  <a:cubicBezTo>
                    <a:pt x="43709" y="13437"/>
                    <a:pt x="43682" y="13383"/>
                    <a:pt x="43655" y="13330"/>
                  </a:cubicBezTo>
                  <a:lnTo>
                    <a:pt x="39480" y="15766"/>
                  </a:lnTo>
                  <a:lnTo>
                    <a:pt x="34796" y="13062"/>
                  </a:lnTo>
                  <a:lnTo>
                    <a:pt x="34796" y="7656"/>
                  </a:lnTo>
                  <a:lnTo>
                    <a:pt x="38114" y="5755"/>
                  </a:lnTo>
                  <a:cubicBezTo>
                    <a:pt x="38088" y="5702"/>
                    <a:pt x="38034" y="5675"/>
                    <a:pt x="37981" y="5621"/>
                  </a:cubicBezTo>
                  <a:lnTo>
                    <a:pt x="34715" y="7522"/>
                  </a:lnTo>
                  <a:lnTo>
                    <a:pt x="30058" y="4818"/>
                  </a:lnTo>
                  <a:lnTo>
                    <a:pt x="30058" y="1045"/>
                  </a:lnTo>
                  <a:cubicBezTo>
                    <a:pt x="30004" y="1018"/>
                    <a:pt x="29951" y="1018"/>
                    <a:pt x="29871" y="991"/>
                  </a:cubicBezTo>
                  <a:lnTo>
                    <a:pt x="29871" y="4818"/>
                  </a:lnTo>
                  <a:lnTo>
                    <a:pt x="25213" y="7522"/>
                  </a:lnTo>
                  <a:lnTo>
                    <a:pt x="20529" y="4818"/>
                  </a:lnTo>
                  <a:lnTo>
                    <a:pt x="2052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6"/>
            <p:cNvSpPr/>
            <p:nvPr/>
          </p:nvSpPr>
          <p:spPr>
            <a:xfrm>
              <a:off x="7236329" y="1587480"/>
              <a:ext cx="12035" cy="9350"/>
            </a:xfrm>
            <a:custGeom>
              <a:rect b="b" l="l" r="r" t="t"/>
              <a:pathLst>
                <a:path extrusionOk="0" h="188" w="242">
                  <a:moveTo>
                    <a:pt x="161" y="0"/>
                  </a:moveTo>
                  <a:cubicBezTo>
                    <a:pt x="108" y="27"/>
                    <a:pt x="54" y="81"/>
                    <a:pt x="1" y="107"/>
                  </a:cubicBezTo>
                  <a:lnTo>
                    <a:pt x="161" y="188"/>
                  </a:lnTo>
                  <a:lnTo>
                    <a:pt x="242" y="54"/>
                  </a:lnTo>
                  <a:lnTo>
                    <a:pt x="16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6"/>
            <p:cNvSpPr/>
            <p:nvPr/>
          </p:nvSpPr>
          <p:spPr>
            <a:xfrm>
              <a:off x="7364144" y="1394464"/>
              <a:ext cx="356781" cy="300882"/>
            </a:xfrm>
            <a:custGeom>
              <a:rect b="b" l="l" r="r" t="t"/>
              <a:pathLst>
                <a:path extrusionOk="0" h="6050" w="7174">
                  <a:moveTo>
                    <a:pt x="7173" y="0"/>
                  </a:moveTo>
                  <a:lnTo>
                    <a:pt x="7173" y="0"/>
                  </a:lnTo>
                  <a:cubicBezTo>
                    <a:pt x="7013" y="27"/>
                    <a:pt x="6852" y="54"/>
                    <a:pt x="6692" y="81"/>
                  </a:cubicBezTo>
                  <a:lnTo>
                    <a:pt x="3667" y="1794"/>
                  </a:lnTo>
                  <a:lnTo>
                    <a:pt x="3667" y="830"/>
                  </a:lnTo>
                  <a:cubicBezTo>
                    <a:pt x="3614" y="857"/>
                    <a:pt x="3560" y="857"/>
                    <a:pt x="3507" y="884"/>
                  </a:cubicBezTo>
                  <a:lnTo>
                    <a:pt x="3507" y="1794"/>
                  </a:lnTo>
                  <a:lnTo>
                    <a:pt x="2516" y="1231"/>
                  </a:lnTo>
                  <a:cubicBezTo>
                    <a:pt x="2463" y="1258"/>
                    <a:pt x="2382" y="1285"/>
                    <a:pt x="2329" y="1312"/>
                  </a:cubicBezTo>
                  <a:lnTo>
                    <a:pt x="3426" y="1954"/>
                  </a:lnTo>
                  <a:lnTo>
                    <a:pt x="0" y="3935"/>
                  </a:lnTo>
                  <a:lnTo>
                    <a:pt x="81" y="4069"/>
                  </a:lnTo>
                  <a:lnTo>
                    <a:pt x="3507" y="2115"/>
                  </a:lnTo>
                  <a:lnTo>
                    <a:pt x="3507" y="6049"/>
                  </a:lnTo>
                  <a:lnTo>
                    <a:pt x="3667" y="6049"/>
                  </a:lnTo>
                  <a:lnTo>
                    <a:pt x="3667" y="2115"/>
                  </a:lnTo>
                  <a:lnTo>
                    <a:pt x="7093" y="4069"/>
                  </a:lnTo>
                  <a:lnTo>
                    <a:pt x="7173" y="3935"/>
                  </a:lnTo>
                  <a:lnTo>
                    <a:pt x="3774" y="1954"/>
                  </a:lnTo>
                  <a:lnTo>
                    <a:pt x="717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6"/>
            <p:cNvSpPr/>
            <p:nvPr/>
          </p:nvSpPr>
          <p:spPr>
            <a:xfrm>
              <a:off x="7836713" y="1386456"/>
              <a:ext cx="358124" cy="308889"/>
            </a:xfrm>
            <a:custGeom>
              <a:rect b="b" l="l" r="r" t="t"/>
              <a:pathLst>
                <a:path extrusionOk="0" h="6211" w="7201">
                  <a:moveTo>
                    <a:pt x="107" y="1"/>
                  </a:moveTo>
                  <a:lnTo>
                    <a:pt x="0" y="134"/>
                  </a:lnTo>
                  <a:lnTo>
                    <a:pt x="3426" y="2115"/>
                  </a:lnTo>
                  <a:lnTo>
                    <a:pt x="0" y="4096"/>
                  </a:lnTo>
                  <a:lnTo>
                    <a:pt x="107" y="4230"/>
                  </a:lnTo>
                  <a:lnTo>
                    <a:pt x="3506" y="2276"/>
                  </a:lnTo>
                  <a:lnTo>
                    <a:pt x="3506" y="6210"/>
                  </a:lnTo>
                  <a:lnTo>
                    <a:pt x="3694" y="6210"/>
                  </a:lnTo>
                  <a:lnTo>
                    <a:pt x="3694" y="2276"/>
                  </a:lnTo>
                  <a:lnTo>
                    <a:pt x="7093" y="4230"/>
                  </a:lnTo>
                  <a:lnTo>
                    <a:pt x="7200" y="4096"/>
                  </a:lnTo>
                  <a:lnTo>
                    <a:pt x="3774" y="2115"/>
                  </a:lnTo>
                  <a:lnTo>
                    <a:pt x="6558" y="509"/>
                  </a:lnTo>
                  <a:cubicBezTo>
                    <a:pt x="6477" y="482"/>
                    <a:pt x="6397" y="456"/>
                    <a:pt x="6317" y="456"/>
                  </a:cubicBezTo>
                  <a:lnTo>
                    <a:pt x="3694" y="1955"/>
                  </a:lnTo>
                  <a:lnTo>
                    <a:pt x="3694" y="1"/>
                  </a:lnTo>
                  <a:lnTo>
                    <a:pt x="3506" y="1"/>
                  </a:lnTo>
                  <a:lnTo>
                    <a:pt x="3506" y="1955"/>
                  </a:lnTo>
                  <a:lnTo>
                    <a:pt x="10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6"/>
            <p:cNvSpPr/>
            <p:nvPr/>
          </p:nvSpPr>
          <p:spPr>
            <a:xfrm>
              <a:off x="8310574" y="1516908"/>
              <a:ext cx="135819" cy="79920"/>
            </a:xfrm>
            <a:custGeom>
              <a:rect b="b" l="l" r="r" t="t"/>
              <a:pathLst>
                <a:path extrusionOk="0" h="1607" w="2731">
                  <a:moveTo>
                    <a:pt x="2543" y="1"/>
                  </a:moveTo>
                  <a:lnTo>
                    <a:pt x="1" y="1473"/>
                  </a:lnTo>
                  <a:lnTo>
                    <a:pt x="81" y="1607"/>
                  </a:lnTo>
                  <a:lnTo>
                    <a:pt x="2731" y="81"/>
                  </a:lnTo>
                  <a:cubicBezTo>
                    <a:pt x="2677" y="54"/>
                    <a:pt x="2597" y="27"/>
                    <a:pt x="25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6"/>
            <p:cNvSpPr/>
            <p:nvPr/>
          </p:nvSpPr>
          <p:spPr>
            <a:xfrm>
              <a:off x="8484940" y="1543565"/>
              <a:ext cx="8057" cy="151784"/>
            </a:xfrm>
            <a:custGeom>
              <a:rect b="b" l="l" r="r" t="t"/>
              <a:pathLst>
                <a:path extrusionOk="0" h="3052" w="162">
                  <a:moveTo>
                    <a:pt x="1" y="0"/>
                  </a:moveTo>
                  <a:lnTo>
                    <a:pt x="1" y="3051"/>
                  </a:lnTo>
                  <a:lnTo>
                    <a:pt x="162" y="3051"/>
                  </a:lnTo>
                  <a:lnTo>
                    <a:pt x="162" y="107"/>
                  </a:lnTo>
                  <a:cubicBezTo>
                    <a:pt x="108" y="54"/>
                    <a:pt x="54" y="27"/>
                    <a:pt x="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6"/>
            <p:cNvSpPr/>
            <p:nvPr/>
          </p:nvSpPr>
          <p:spPr>
            <a:xfrm>
              <a:off x="6838311" y="2099984"/>
              <a:ext cx="2735" cy="5371"/>
            </a:xfrm>
            <a:custGeom>
              <a:rect b="b" l="l" r="r" t="t"/>
              <a:pathLst>
                <a:path extrusionOk="0" h="108" w="55">
                  <a:moveTo>
                    <a:pt x="54" y="0"/>
                  </a:moveTo>
                  <a:cubicBezTo>
                    <a:pt x="28" y="27"/>
                    <a:pt x="28" y="54"/>
                    <a:pt x="1" y="107"/>
                  </a:cubicBezTo>
                  <a:lnTo>
                    <a:pt x="54" y="107"/>
                  </a:lnTo>
                  <a:lnTo>
                    <a:pt x="5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6"/>
            <p:cNvSpPr/>
            <p:nvPr/>
          </p:nvSpPr>
          <p:spPr>
            <a:xfrm>
              <a:off x="7012727" y="1801781"/>
              <a:ext cx="2686" cy="2735"/>
            </a:xfrm>
            <a:custGeom>
              <a:rect b="b" l="l" r="r" t="t"/>
              <a:pathLst>
                <a:path extrusionOk="0" h="55" w="54">
                  <a:moveTo>
                    <a:pt x="54" y="1"/>
                  </a:moveTo>
                  <a:cubicBezTo>
                    <a:pt x="27" y="27"/>
                    <a:pt x="27" y="27"/>
                    <a:pt x="0" y="54"/>
                  </a:cubicBezTo>
                  <a:lnTo>
                    <a:pt x="54" y="27"/>
                  </a:lnTo>
                  <a:lnTo>
                    <a:pt x="5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6"/>
            <p:cNvSpPr/>
            <p:nvPr/>
          </p:nvSpPr>
          <p:spPr>
            <a:xfrm>
              <a:off x="6912862" y="1942876"/>
              <a:ext cx="102548" cy="63956"/>
            </a:xfrm>
            <a:custGeom>
              <a:rect b="b" l="l" r="r" t="t"/>
              <a:pathLst>
                <a:path extrusionOk="0" h="1286" w="2062">
                  <a:moveTo>
                    <a:pt x="81" y="1"/>
                  </a:moveTo>
                  <a:cubicBezTo>
                    <a:pt x="54" y="54"/>
                    <a:pt x="27" y="108"/>
                    <a:pt x="1" y="135"/>
                  </a:cubicBezTo>
                  <a:lnTo>
                    <a:pt x="1981" y="1285"/>
                  </a:lnTo>
                  <a:lnTo>
                    <a:pt x="2062" y="1125"/>
                  </a:lnTo>
                  <a:lnTo>
                    <a:pt x="8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6"/>
            <p:cNvSpPr/>
            <p:nvPr/>
          </p:nvSpPr>
          <p:spPr>
            <a:xfrm>
              <a:off x="7131192" y="1696645"/>
              <a:ext cx="356781" cy="408702"/>
            </a:xfrm>
            <a:custGeom>
              <a:rect b="b" l="l" r="r" t="t"/>
              <a:pathLst>
                <a:path extrusionOk="0" h="8218" w="7174">
                  <a:moveTo>
                    <a:pt x="3507" y="0"/>
                  </a:moveTo>
                  <a:lnTo>
                    <a:pt x="3507" y="3961"/>
                  </a:lnTo>
                  <a:lnTo>
                    <a:pt x="81" y="1981"/>
                  </a:lnTo>
                  <a:lnTo>
                    <a:pt x="0" y="2141"/>
                  </a:lnTo>
                  <a:lnTo>
                    <a:pt x="3426" y="4095"/>
                  </a:lnTo>
                  <a:lnTo>
                    <a:pt x="0" y="6076"/>
                  </a:lnTo>
                  <a:lnTo>
                    <a:pt x="81" y="6236"/>
                  </a:lnTo>
                  <a:lnTo>
                    <a:pt x="3507" y="4256"/>
                  </a:lnTo>
                  <a:lnTo>
                    <a:pt x="3507" y="8217"/>
                  </a:lnTo>
                  <a:lnTo>
                    <a:pt x="3667" y="8217"/>
                  </a:lnTo>
                  <a:lnTo>
                    <a:pt x="3667" y="4256"/>
                  </a:lnTo>
                  <a:lnTo>
                    <a:pt x="7093" y="6236"/>
                  </a:lnTo>
                  <a:lnTo>
                    <a:pt x="7173" y="6076"/>
                  </a:lnTo>
                  <a:lnTo>
                    <a:pt x="3774" y="4095"/>
                  </a:lnTo>
                  <a:lnTo>
                    <a:pt x="7173" y="2141"/>
                  </a:lnTo>
                  <a:lnTo>
                    <a:pt x="7093" y="1981"/>
                  </a:lnTo>
                  <a:lnTo>
                    <a:pt x="3667" y="3961"/>
                  </a:lnTo>
                  <a:lnTo>
                    <a:pt x="366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6"/>
            <p:cNvSpPr/>
            <p:nvPr/>
          </p:nvSpPr>
          <p:spPr>
            <a:xfrm>
              <a:off x="7603761" y="1696645"/>
              <a:ext cx="358124" cy="407359"/>
            </a:xfrm>
            <a:custGeom>
              <a:rect b="b" l="l" r="r" t="t"/>
              <a:pathLst>
                <a:path extrusionOk="0" h="8191" w="7201">
                  <a:moveTo>
                    <a:pt x="3506" y="0"/>
                  </a:moveTo>
                  <a:lnTo>
                    <a:pt x="3506" y="3961"/>
                  </a:lnTo>
                  <a:lnTo>
                    <a:pt x="80" y="1981"/>
                  </a:lnTo>
                  <a:lnTo>
                    <a:pt x="0" y="2141"/>
                  </a:lnTo>
                  <a:lnTo>
                    <a:pt x="3426" y="4095"/>
                  </a:lnTo>
                  <a:lnTo>
                    <a:pt x="0" y="6076"/>
                  </a:lnTo>
                  <a:lnTo>
                    <a:pt x="80" y="6236"/>
                  </a:lnTo>
                  <a:lnTo>
                    <a:pt x="3506" y="4256"/>
                  </a:lnTo>
                  <a:lnTo>
                    <a:pt x="3506" y="8190"/>
                  </a:lnTo>
                  <a:lnTo>
                    <a:pt x="3694" y="8190"/>
                  </a:lnTo>
                  <a:lnTo>
                    <a:pt x="3694" y="4256"/>
                  </a:lnTo>
                  <a:lnTo>
                    <a:pt x="7093" y="6236"/>
                  </a:lnTo>
                  <a:lnTo>
                    <a:pt x="7200" y="6076"/>
                  </a:lnTo>
                  <a:lnTo>
                    <a:pt x="3774" y="4095"/>
                  </a:lnTo>
                  <a:lnTo>
                    <a:pt x="7200" y="2141"/>
                  </a:lnTo>
                  <a:lnTo>
                    <a:pt x="7093" y="1981"/>
                  </a:lnTo>
                  <a:lnTo>
                    <a:pt x="3694" y="3961"/>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6"/>
            <p:cNvSpPr/>
            <p:nvPr/>
          </p:nvSpPr>
          <p:spPr>
            <a:xfrm>
              <a:off x="8077622" y="1696645"/>
              <a:ext cx="356781" cy="407359"/>
            </a:xfrm>
            <a:custGeom>
              <a:rect b="b" l="l" r="r" t="t"/>
              <a:pathLst>
                <a:path extrusionOk="0" h="8191" w="7174">
                  <a:moveTo>
                    <a:pt x="3507" y="0"/>
                  </a:moveTo>
                  <a:lnTo>
                    <a:pt x="3480" y="3961"/>
                  </a:lnTo>
                  <a:lnTo>
                    <a:pt x="81" y="1981"/>
                  </a:lnTo>
                  <a:lnTo>
                    <a:pt x="1" y="2141"/>
                  </a:lnTo>
                  <a:lnTo>
                    <a:pt x="3400" y="4095"/>
                  </a:lnTo>
                  <a:lnTo>
                    <a:pt x="1" y="6076"/>
                  </a:lnTo>
                  <a:lnTo>
                    <a:pt x="81" y="6236"/>
                  </a:lnTo>
                  <a:lnTo>
                    <a:pt x="3480" y="4256"/>
                  </a:lnTo>
                  <a:lnTo>
                    <a:pt x="3480" y="8190"/>
                  </a:lnTo>
                  <a:lnTo>
                    <a:pt x="3668" y="8190"/>
                  </a:lnTo>
                  <a:lnTo>
                    <a:pt x="3668" y="4256"/>
                  </a:lnTo>
                  <a:lnTo>
                    <a:pt x="7094" y="6236"/>
                  </a:lnTo>
                  <a:lnTo>
                    <a:pt x="7174" y="6076"/>
                  </a:lnTo>
                  <a:lnTo>
                    <a:pt x="3748" y="4095"/>
                  </a:lnTo>
                  <a:lnTo>
                    <a:pt x="7174" y="2141"/>
                  </a:lnTo>
                  <a:lnTo>
                    <a:pt x="7094" y="1981"/>
                  </a:lnTo>
                  <a:lnTo>
                    <a:pt x="3668" y="3961"/>
                  </a:lnTo>
                  <a:lnTo>
                    <a:pt x="36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6"/>
            <p:cNvSpPr/>
            <p:nvPr/>
          </p:nvSpPr>
          <p:spPr>
            <a:xfrm>
              <a:off x="8550190" y="1736581"/>
              <a:ext cx="356781" cy="367424"/>
            </a:xfrm>
            <a:custGeom>
              <a:rect b="b" l="l" r="r" t="t"/>
              <a:pathLst>
                <a:path extrusionOk="0" h="7388" w="7174">
                  <a:moveTo>
                    <a:pt x="3507" y="0"/>
                  </a:moveTo>
                  <a:lnTo>
                    <a:pt x="3507" y="3158"/>
                  </a:lnTo>
                  <a:lnTo>
                    <a:pt x="81" y="1178"/>
                  </a:lnTo>
                  <a:lnTo>
                    <a:pt x="0" y="1312"/>
                  </a:lnTo>
                  <a:lnTo>
                    <a:pt x="3426" y="3292"/>
                  </a:lnTo>
                  <a:lnTo>
                    <a:pt x="0" y="5273"/>
                  </a:lnTo>
                  <a:lnTo>
                    <a:pt x="81" y="5433"/>
                  </a:lnTo>
                  <a:lnTo>
                    <a:pt x="3507" y="3453"/>
                  </a:lnTo>
                  <a:lnTo>
                    <a:pt x="3507" y="7387"/>
                  </a:lnTo>
                  <a:lnTo>
                    <a:pt x="3667" y="7387"/>
                  </a:lnTo>
                  <a:lnTo>
                    <a:pt x="3667" y="3453"/>
                  </a:lnTo>
                  <a:lnTo>
                    <a:pt x="7093" y="5407"/>
                  </a:lnTo>
                  <a:lnTo>
                    <a:pt x="7174" y="5273"/>
                  </a:lnTo>
                  <a:lnTo>
                    <a:pt x="3748" y="3292"/>
                  </a:lnTo>
                  <a:lnTo>
                    <a:pt x="5434" y="2329"/>
                  </a:lnTo>
                  <a:cubicBezTo>
                    <a:pt x="5380" y="2302"/>
                    <a:pt x="5354" y="2248"/>
                    <a:pt x="5327" y="2195"/>
                  </a:cubicBezTo>
                  <a:lnTo>
                    <a:pt x="3667" y="3158"/>
                  </a:lnTo>
                  <a:lnTo>
                    <a:pt x="3667" y="187"/>
                  </a:lnTo>
                  <a:cubicBezTo>
                    <a:pt x="3614" y="134"/>
                    <a:pt x="3560" y="80"/>
                    <a:pt x="350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6"/>
            <p:cNvSpPr/>
            <p:nvPr/>
          </p:nvSpPr>
          <p:spPr>
            <a:xfrm>
              <a:off x="6891576" y="2115948"/>
              <a:ext cx="356781" cy="407359"/>
            </a:xfrm>
            <a:custGeom>
              <a:rect b="b" l="l" r="r" t="t"/>
              <a:pathLst>
                <a:path extrusionOk="0" h="8191" w="7174">
                  <a:moveTo>
                    <a:pt x="3507" y="0"/>
                  </a:moveTo>
                  <a:lnTo>
                    <a:pt x="3507" y="3935"/>
                  </a:lnTo>
                  <a:lnTo>
                    <a:pt x="81" y="1981"/>
                  </a:lnTo>
                  <a:lnTo>
                    <a:pt x="0" y="2115"/>
                  </a:lnTo>
                  <a:lnTo>
                    <a:pt x="3426" y="4095"/>
                  </a:lnTo>
                  <a:lnTo>
                    <a:pt x="0" y="6076"/>
                  </a:lnTo>
                  <a:lnTo>
                    <a:pt x="81" y="6210"/>
                  </a:lnTo>
                  <a:lnTo>
                    <a:pt x="3507" y="4229"/>
                  </a:lnTo>
                  <a:lnTo>
                    <a:pt x="3507" y="8191"/>
                  </a:lnTo>
                  <a:lnTo>
                    <a:pt x="3667" y="8191"/>
                  </a:lnTo>
                  <a:lnTo>
                    <a:pt x="3667" y="4229"/>
                  </a:lnTo>
                  <a:lnTo>
                    <a:pt x="7093" y="6210"/>
                  </a:lnTo>
                  <a:lnTo>
                    <a:pt x="7174" y="6076"/>
                  </a:lnTo>
                  <a:lnTo>
                    <a:pt x="3748" y="4095"/>
                  </a:lnTo>
                  <a:lnTo>
                    <a:pt x="7174" y="2115"/>
                  </a:lnTo>
                  <a:lnTo>
                    <a:pt x="7093" y="1981"/>
                  </a:lnTo>
                  <a:lnTo>
                    <a:pt x="3667" y="3935"/>
                  </a:lnTo>
                  <a:lnTo>
                    <a:pt x="366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6"/>
            <p:cNvSpPr/>
            <p:nvPr/>
          </p:nvSpPr>
          <p:spPr>
            <a:xfrm>
              <a:off x="7364144" y="2115948"/>
              <a:ext cx="356781" cy="407359"/>
            </a:xfrm>
            <a:custGeom>
              <a:rect b="b" l="l" r="r" t="t"/>
              <a:pathLst>
                <a:path extrusionOk="0" h="8191" w="7174">
                  <a:moveTo>
                    <a:pt x="3507" y="0"/>
                  </a:moveTo>
                  <a:lnTo>
                    <a:pt x="3507" y="3935"/>
                  </a:lnTo>
                  <a:lnTo>
                    <a:pt x="81" y="1954"/>
                  </a:lnTo>
                  <a:lnTo>
                    <a:pt x="0" y="2115"/>
                  </a:lnTo>
                  <a:lnTo>
                    <a:pt x="3426" y="4095"/>
                  </a:lnTo>
                  <a:lnTo>
                    <a:pt x="0" y="6049"/>
                  </a:lnTo>
                  <a:lnTo>
                    <a:pt x="81" y="6210"/>
                  </a:lnTo>
                  <a:lnTo>
                    <a:pt x="3507" y="4229"/>
                  </a:lnTo>
                  <a:lnTo>
                    <a:pt x="3507" y="8191"/>
                  </a:lnTo>
                  <a:lnTo>
                    <a:pt x="3667" y="8191"/>
                  </a:lnTo>
                  <a:lnTo>
                    <a:pt x="3667" y="4229"/>
                  </a:lnTo>
                  <a:lnTo>
                    <a:pt x="7093" y="6210"/>
                  </a:lnTo>
                  <a:lnTo>
                    <a:pt x="7173" y="6049"/>
                  </a:lnTo>
                  <a:lnTo>
                    <a:pt x="3774" y="4095"/>
                  </a:lnTo>
                  <a:lnTo>
                    <a:pt x="7173" y="2115"/>
                  </a:lnTo>
                  <a:lnTo>
                    <a:pt x="7093" y="1954"/>
                  </a:lnTo>
                  <a:lnTo>
                    <a:pt x="3667" y="3935"/>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6"/>
            <p:cNvSpPr/>
            <p:nvPr/>
          </p:nvSpPr>
          <p:spPr>
            <a:xfrm>
              <a:off x="7836713" y="2115948"/>
              <a:ext cx="358124" cy="407359"/>
            </a:xfrm>
            <a:custGeom>
              <a:rect b="b" l="l" r="r" t="t"/>
              <a:pathLst>
                <a:path extrusionOk="0" h="8191" w="7201">
                  <a:moveTo>
                    <a:pt x="3506" y="0"/>
                  </a:moveTo>
                  <a:lnTo>
                    <a:pt x="3506" y="3935"/>
                  </a:lnTo>
                  <a:lnTo>
                    <a:pt x="107" y="1954"/>
                  </a:lnTo>
                  <a:lnTo>
                    <a:pt x="0" y="2115"/>
                  </a:lnTo>
                  <a:lnTo>
                    <a:pt x="3426" y="4095"/>
                  </a:lnTo>
                  <a:lnTo>
                    <a:pt x="0" y="6049"/>
                  </a:lnTo>
                  <a:lnTo>
                    <a:pt x="107" y="6210"/>
                  </a:lnTo>
                  <a:lnTo>
                    <a:pt x="3506" y="4229"/>
                  </a:lnTo>
                  <a:lnTo>
                    <a:pt x="3506" y="8191"/>
                  </a:lnTo>
                  <a:lnTo>
                    <a:pt x="3694" y="8191"/>
                  </a:lnTo>
                  <a:lnTo>
                    <a:pt x="3694" y="4229"/>
                  </a:lnTo>
                  <a:lnTo>
                    <a:pt x="7093" y="6210"/>
                  </a:lnTo>
                  <a:lnTo>
                    <a:pt x="7200" y="6049"/>
                  </a:lnTo>
                  <a:lnTo>
                    <a:pt x="3774" y="4095"/>
                  </a:lnTo>
                  <a:lnTo>
                    <a:pt x="7200" y="2115"/>
                  </a:lnTo>
                  <a:lnTo>
                    <a:pt x="7120" y="1954"/>
                  </a:lnTo>
                  <a:lnTo>
                    <a:pt x="3694" y="3935"/>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6"/>
            <p:cNvSpPr/>
            <p:nvPr/>
          </p:nvSpPr>
          <p:spPr>
            <a:xfrm>
              <a:off x="8310574" y="2114606"/>
              <a:ext cx="356781" cy="408702"/>
            </a:xfrm>
            <a:custGeom>
              <a:rect b="b" l="l" r="r" t="t"/>
              <a:pathLst>
                <a:path extrusionOk="0" h="8218" w="7174">
                  <a:moveTo>
                    <a:pt x="3507" y="0"/>
                  </a:moveTo>
                  <a:lnTo>
                    <a:pt x="3507" y="3962"/>
                  </a:lnTo>
                  <a:lnTo>
                    <a:pt x="81" y="1981"/>
                  </a:lnTo>
                  <a:lnTo>
                    <a:pt x="1" y="2142"/>
                  </a:lnTo>
                  <a:lnTo>
                    <a:pt x="3400" y="4122"/>
                  </a:lnTo>
                  <a:lnTo>
                    <a:pt x="1" y="6076"/>
                  </a:lnTo>
                  <a:lnTo>
                    <a:pt x="81" y="6237"/>
                  </a:lnTo>
                  <a:lnTo>
                    <a:pt x="3507" y="4256"/>
                  </a:lnTo>
                  <a:lnTo>
                    <a:pt x="3507" y="8218"/>
                  </a:lnTo>
                  <a:lnTo>
                    <a:pt x="3668" y="8218"/>
                  </a:lnTo>
                  <a:lnTo>
                    <a:pt x="3668" y="4256"/>
                  </a:lnTo>
                  <a:lnTo>
                    <a:pt x="7094" y="6237"/>
                  </a:lnTo>
                  <a:lnTo>
                    <a:pt x="7174" y="6076"/>
                  </a:lnTo>
                  <a:lnTo>
                    <a:pt x="3748" y="4122"/>
                  </a:lnTo>
                  <a:lnTo>
                    <a:pt x="7174" y="2142"/>
                  </a:lnTo>
                  <a:lnTo>
                    <a:pt x="7094" y="1981"/>
                  </a:lnTo>
                  <a:lnTo>
                    <a:pt x="3668" y="3962"/>
                  </a:lnTo>
                  <a:lnTo>
                    <a:pt x="36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6"/>
            <p:cNvSpPr/>
            <p:nvPr/>
          </p:nvSpPr>
          <p:spPr>
            <a:xfrm>
              <a:off x="8783142" y="2114606"/>
              <a:ext cx="239661" cy="408702"/>
            </a:xfrm>
            <a:custGeom>
              <a:rect b="b" l="l" r="r" t="t"/>
              <a:pathLst>
                <a:path extrusionOk="0" h="8218" w="4819">
                  <a:moveTo>
                    <a:pt x="3507" y="0"/>
                  </a:moveTo>
                  <a:lnTo>
                    <a:pt x="3507" y="3962"/>
                  </a:lnTo>
                  <a:lnTo>
                    <a:pt x="81" y="1981"/>
                  </a:lnTo>
                  <a:lnTo>
                    <a:pt x="0" y="2142"/>
                  </a:lnTo>
                  <a:lnTo>
                    <a:pt x="3426" y="4096"/>
                  </a:lnTo>
                  <a:lnTo>
                    <a:pt x="0" y="6076"/>
                  </a:lnTo>
                  <a:lnTo>
                    <a:pt x="81" y="6237"/>
                  </a:lnTo>
                  <a:lnTo>
                    <a:pt x="3507" y="4256"/>
                  </a:lnTo>
                  <a:lnTo>
                    <a:pt x="3507" y="8218"/>
                  </a:lnTo>
                  <a:lnTo>
                    <a:pt x="3667" y="8218"/>
                  </a:lnTo>
                  <a:lnTo>
                    <a:pt x="3667" y="4256"/>
                  </a:lnTo>
                  <a:lnTo>
                    <a:pt x="4818" y="4925"/>
                  </a:lnTo>
                  <a:cubicBezTo>
                    <a:pt x="4818" y="4845"/>
                    <a:pt x="4818" y="4765"/>
                    <a:pt x="4792" y="4711"/>
                  </a:cubicBezTo>
                  <a:lnTo>
                    <a:pt x="3774" y="4096"/>
                  </a:lnTo>
                  <a:lnTo>
                    <a:pt x="4604" y="3614"/>
                  </a:lnTo>
                  <a:cubicBezTo>
                    <a:pt x="4604" y="3560"/>
                    <a:pt x="4577" y="3507"/>
                    <a:pt x="4577" y="3453"/>
                  </a:cubicBezTo>
                  <a:lnTo>
                    <a:pt x="3667" y="3962"/>
                  </a:lnTo>
                  <a:lnTo>
                    <a:pt x="3667" y="295"/>
                  </a:lnTo>
                  <a:cubicBezTo>
                    <a:pt x="3641" y="188"/>
                    <a:pt x="3614" y="108"/>
                    <a:pt x="35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6"/>
            <p:cNvSpPr/>
            <p:nvPr/>
          </p:nvSpPr>
          <p:spPr>
            <a:xfrm>
              <a:off x="6773111" y="2511280"/>
              <a:ext cx="242297" cy="407359"/>
            </a:xfrm>
            <a:custGeom>
              <a:rect b="b" l="l" r="r" t="t"/>
              <a:pathLst>
                <a:path extrusionOk="0" h="8191" w="4872">
                  <a:moveTo>
                    <a:pt x="1205" y="1"/>
                  </a:moveTo>
                  <a:lnTo>
                    <a:pt x="1205" y="3935"/>
                  </a:lnTo>
                  <a:lnTo>
                    <a:pt x="0" y="3266"/>
                  </a:lnTo>
                  <a:lnTo>
                    <a:pt x="0" y="3266"/>
                  </a:lnTo>
                  <a:cubicBezTo>
                    <a:pt x="0" y="3320"/>
                    <a:pt x="27" y="3400"/>
                    <a:pt x="27" y="3480"/>
                  </a:cubicBezTo>
                  <a:lnTo>
                    <a:pt x="1098" y="4096"/>
                  </a:lnTo>
                  <a:lnTo>
                    <a:pt x="214" y="4604"/>
                  </a:lnTo>
                  <a:cubicBezTo>
                    <a:pt x="241" y="4658"/>
                    <a:pt x="241" y="4738"/>
                    <a:pt x="268" y="4792"/>
                  </a:cubicBezTo>
                  <a:lnTo>
                    <a:pt x="1205" y="4256"/>
                  </a:lnTo>
                  <a:lnTo>
                    <a:pt x="1205" y="8030"/>
                  </a:lnTo>
                  <a:cubicBezTo>
                    <a:pt x="1205" y="8084"/>
                    <a:pt x="1232" y="8137"/>
                    <a:pt x="1258" y="8191"/>
                  </a:cubicBezTo>
                  <a:lnTo>
                    <a:pt x="1365" y="8191"/>
                  </a:lnTo>
                  <a:lnTo>
                    <a:pt x="1365" y="4256"/>
                  </a:lnTo>
                  <a:lnTo>
                    <a:pt x="4791" y="6210"/>
                  </a:lnTo>
                  <a:lnTo>
                    <a:pt x="4872" y="6076"/>
                  </a:lnTo>
                  <a:lnTo>
                    <a:pt x="1446" y="4096"/>
                  </a:lnTo>
                  <a:lnTo>
                    <a:pt x="4872" y="2115"/>
                  </a:lnTo>
                  <a:lnTo>
                    <a:pt x="4791" y="1981"/>
                  </a:lnTo>
                  <a:lnTo>
                    <a:pt x="1365" y="3935"/>
                  </a:lnTo>
                  <a:lnTo>
                    <a:pt x="136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6"/>
            <p:cNvSpPr/>
            <p:nvPr/>
          </p:nvSpPr>
          <p:spPr>
            <a:xfrm>
              <a:off x="7131192" y="2511280"/>
              <a:ext cx="356781" cy="407359"/>
            </a:xfrm>
            <a:custGeom>
              <a:rect b="b" l="l" r="r" t="t"/>
              <a:pathLst>
                <a:path extrusionOk="0" h="8191" w="7174">
                  <a:moveTo>
                    <a:pt x="3507" y="1"/>
                  </a:moveTo>
                  <a:lnTo>
                    <a:pt x="3507" y="3935"/>
                  </a:lnTo>
                  <a:lnTo>
                    <a:pt x="81" y="1981"/>
                  </a:lnTo>
                  <a:lnTo>
                    <a:pt x="0" y="2115"/>
                  </a:lnTo>
                  <a:lnTo>
                    <a:pt x="3426" y="4096"/>
                  </a:lnTo>
                  <a:lnTo>
                    <a:pt x="0" y="6076"/>
                  </a:lnTo>
                  <a:lnTo>
                    <a:pt x="81" y="6210"/>
                  </a:lnTo>
                  <a:lnTo>
                    <a:pt x="3507" y="4256"/>
                  </a:lnTo>
                  <a:lnTo>
                    <a:pt x="3507" y="8191"/>
                  </a:lnTo>
                  <a:lnTo>
                    <a:pt x="3667" y="8191"/>
                  </a:lnTo>
                  <a:lnTo>
                    <a:pt x="3667" y="4256"/>
                  </a:lnTo>
                  <a:lnTo>
                    <a:pt x="7093" y="6210"/>
                  </a:lnTo>
                  <a:lnTo>
                    <a:pt x="7173" y="6076"/>
                  </a:lnTo>
                  <a:lnTo>
                    <a:pt x="3774" y="4096"/>
                  </a:lnTo>
                  <a:lnTo>
                    <a:pt x="7173" y="2115"/>
                  </a:lnTo>
                  <a:lnTo>
                    <a:pt x="7093" y="1981"/>
                  </a:lnTo>
                  <a:lnTo>
                    <a:pt x="3667" y="3935"/>
                  </a:lnTo>
                  <a:lnTo>
                    <a:pt x="366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6"/>
            <p:cNvSpPr/>
            <p:nvPr/>
          </p:nvSpPr>
          <p:spPr>
            <a:xfrm>
              <a:off x="7603761" y="2511280"/>
              <a:ext cx="358124" cy="407359"/>
            </a:xfrm>
            <a:custGeom>
              <a:rect b="b" l="l" r="r" t="t"/>
              <a:pathLst>
                <a:path extrusionOk="0" h="8191" w="7201">
                  <a:moveTo>
                    <a:pt x="3506" y="1"/>
                  </a:moveTo>
                  <a:lnTo>
                    <a:pt x="3506" y="3935"/>
                  </a:lnTo>
                  <a:lnTo>
                    <a:pt x="80" y="1981"/>
                  </a:lnTo>
                  <a:lnTo>
                    <a:pt x="0" y="2115"/>
                  </a:lnTo>
                  <a:lnTo>
                    <a:pt x="3426" y="4096"/>
                  </a:lnTo>
                  <a:lnTo>
                    <a:pt x="0" y="6076"/>
                  </a:lnTo>
                  <a:lnTo>
                    <a:pt x="80" y="6210"/>
                  </a:lnTo>
                  <a:lnTo>
                    <a:pt x="3506" y="4230"/>
                  </a:lnTo>
                  <a:lnTo>
                    <a:pt x="3506" y="8191"/>
                  </a:lnTo>
                  <a:lnTo>
                    <a:pt x="3694" y="8191"/>
                  </a:lnTo>
                  <a:lnTo>
                    <a:pt x="3694" y="4230"/>
                  </a:lnTo>
                  <a:lnTo>
                    <a:pt x="7093" y="6210"/>
                  </a:lnTo>
                  <a:lnTo>
                    <a:pt x="7200" y="6076"/>
                  </a:lnTo>
                  <a:lnTo>
                    <a:pt x="3774" y="4096"/>
                  </a:lnTo>
                  <a:lnTo>
                    <a:pt x="7200" y="2115"/>
                  </a:lnTo>
                  <a:lnTo>
                    <a:pt x="7093" y="1981"/>
                  </a:lnTo>
                  <a:lnTo>
                    <a:pt x="3694" y="3935"/>
                  </a:lnTo>
                  <a:lnTo>
                    <a:pt x="369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6"/>
            <p:cNvSpPr/>
            <p:nvPr/>
          </p:nvSpPr>
          <p:spPr>
            <a:xfrm>
              <a:off x="8077622" y="2511280"/>
              <a:ext cx="356781" cy="407359"/>
            </a:xfrm>
            <a:custGeom>
              <a:rect b="b" l="l" r="r" t="t"/>
              <a:pathLst>
                <a:path extrusionOk="0" h="8191" w="7174">
                  <a:moveTo>
                    <a:pt x="3507" y="1"/>
                  </a:moveTo>
                  <a:lnTo>
                    <a:pt x="3507" y="3935"/>
                  </a:lnTo>
                  <a:lnTo>
                    <a:pt x="81" y="1955"/>
                  </a:lnTo>
                  <a:lnTo>
                    <a:pt x="1" y="2115"/>
                  </a:lnTo>
                  <a:lnTo>
                    <a:pt x="3400" y="4096"/>
                  </a:lnTo>
                  <a:lnTo>
                    <a:pt x="1" y="6050"/>
                  </a:lnTo>
                  <a:lnTo>
                    <a:pt x="81" y="6210"/>
                  </a:lnTo>
                  <a:lnTo>
                    <a:pt x="3507" y="4230"/>
                  </a:lnTo>
                  <a:lnTo>
                    <a:pt x="3480" y="8191"/>
                  </a:lnTo>
                  <a:lnTo>
                    <a:pt x="3668" y="8191"/>
                  </a:lnTo>
                  <a:lnTo>
                    <a:pt x="3668" y="4230"/>
                  </a:lnTo>
                  <a:lnTo>
                    <a:pt x="7094" y="6210"/>
                  </a:lnTo>
                  <a:lnTo>
                    <a:pt x="7174" y="6050"/>
                  </a:lnTo>
                  <a:lnTo>
                    <a:pt x="3748" y="4096"/>
                  </a:lnTo>
                  <a:lnTo>
                    <a:pt x="7174" y="2115"/>
                  </a:lnTo>
                  <a:lnTo>
                    <a:pt x="7094" y="1955"/>
                  </a:lnTo>
                  <a:lnTo>
                    <a:pt x="3668" y="3935"/>
                  </a:lnTo>
                  <a:lnTo>
                    <a:pt x="366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6"/>
            <p:cNvSpPr/>
            <p:nvPr/>
          </p:nvSpPr>
          <p:spPr>
            <a:xfrm>
              <a:off x="8550190" y="2511280"/>
              <a:ext cx="356781" cy="407359"/>
            </a:xfrm>
            <a:custGeom>
              <a:rect b="b" l="l" r="r" t="t"/>
              <a:pathLst>
                <a:path extrusionOk="0" h="8191" w="7174">
                  <a:moveTo>
                    <a:pt x="3507" y="1"/>
                  </a:moveTo>
                  <a:lnTo>
                    <a:pt x="3507" y="3935"/>
                  </a:lnTo>
                  <a:lnTo>
                    <a:pt x="81" y="1955"/>
                  </a:lnTo>
                  <a:lnTo>
                    <a:pt x="0" y="2115"/>
                  </a:lnTo>
                  <a:lnTo>
                    <a:pt x="3426" y="4096"/>
                  </a:lnTo>
                  <a:lnTo>
                    <a:pt x="0" y="6050"/>
                  </a:lnTo>
                  <a:lnTo>
                    <a:pt x="81" y="6210"/>
                  </a:lnTo>
                  <a:lnTo>
                    <a:pt x="3507" y="4230"/>
                  </a:lnTo>
                  <a:lnTo>
                    <a:pt x="3507" y="8191"/>
                  </a:lnTo>
                  <a:lnTo>
                    <a:pt x="3667" y="8191"/>
                  </a:lnTo>
                  <a:lnTo>
                    <a:pt x="3667" y="4230"/>
                  </a:lnTo>
                  <a:lnTo>
                    <a:pt x="7093" y="6210"/>
                  </a:lnTo>
                  <a:lnTo>
                    <a:pt x="7174" y="6050"/>
                  </a:lnTo>
                  <a:lnTo>
                    <a:pt x="3748" y="4096"/>
                  </a:lnTo>
                  <a:lnTo>
                    <a:pt x="7174" y="2115"/>
                  </a:lnTo>
                  <a:lnTo>
                    <a:pt x="7093" y="1955"/>
                  </a:lnTo>
                  <a:lnTo>
                    <a:pt x="3667" y="3935"/>
                  </a:lnTo>
                  <a:lnTo>
                    <a:pt x="366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6"/>
            <p:cNvSpPr/>
            <p:nvPr/>
          </p:nvSpPr>
          <p:spPr>
            <a:xfrm>
              <a:off x="6891576" y="2934613"/>
              <a:ext cx="356781" cy="363445"/>
            </a:xfrm>
            <a:custGeom>
              <a:rect b="b" l="l" r="r" t="t"/>
              <a:pathLst>
                <a:path extrusionOk="0" h="7308" w="7174">
                  <a:moveTo>
                    <a:pt x="3507" y="0"/>
                  </a:moveTo>
                  <a:lnTo>
                    <a:pt x="3507" y="3961"/>
                  </a:lnTo>
                  <a:lnTo>
                    <a:pt x="81" y="1981"/>
                  </a:lnTo>
                  <a:lnTo>
                    <a:pt x="0" y="2141"/>
                  </a:lnTo>
                  <a:lnTo>
                    <a:pt x="3426" y="4095"/>
                  </a:lnTo>
                  <a:lnTo>
                    <a:pt x="1767" y="5059"/>
                  </a:lnTo>
                  <a:cubicBezTo>
                    <a:pt x="1821" y="5086"/>
                    <a:pt x="1847" y="5139"/>
                    <a:pt x="1874" y="5193"/>
                  </a:cubicBezTo>
                  <a:lnTo>
                    <a:pt x="3507" y="4256"/>
                  </a:lnTo>
                  <a:lnTo>
                    <a:pt x="3507" y="7120"/>
                  </a:lnTo>
                  <a:cubicBezTo>
                    <a:pt x="3560" y="7200"/>
                    <a:pt x="3614" y="7254"/>
                    <a:pt x="3667" y="7307"/>
                  </a:cubicBezTo>
                  <a:lnTo>
                    <a:pt x="3667" y="4256"/>
                  </a:lnTo>
                  <a:lnTo>
                    <a:pt x="7093" y="6236"/>
                  </a:lnTo>
                  <a:lnTo>
                    <a:pt x="7174" y="6076"/>
                  </a:lnTo>
                  <a:lnTo>
                    <a:pt x="3748" y="4095"/>
                  </a:lnTo>
                  <a:lnTo>
                    <a:pt x="7174" y="2141"/>
                  </a:lnTo>
                  <a:lnTo>
                    <a:pt x="7093" y="1981"/>
                  </a:lnTo>
                  <a:lnTo>
                    <a:pt x="3667" y="3961"/>
                  </a:lnTo>
                  <a:lnTo>
                    <a:pt x="366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6"/>
            <p:cNvSpPr/>
            <p:nvPr/>
          </p:nvSpPr>
          <p:spPr>
            <a:xfrm>
              <a:off x="7364144" y="2934613"/>
              <a:ext cx="356781" cy="407359"/>
            </a:xfrm>
            <a:custGeom>
              <a:rect b="b" l="l" r="r" t="t"/>
              <a:pathLst>
                <a:path extrusionOk="0" h="8191" w="7174">
                  <a:moveTo>
                    <a:pt x="3507" y="0"/>
                  </a:moveTo>
                  <a:lnTo>
                    <a:pt x="3507" y="3961"/>
                  </a:lnTo>
                  <a:lnTo>
                    <a:pt x="81" y="1981"/>
                  </a:lnTo>
                  <a:lnTo>
                    <a:pt x="0" y="2141"/>
                  </a:lnTo>
                  <a:lnTo>
                    <a:pt x="3426" y="4095"/>
                  </a:lnTo>
                  <a:lnTo>
                    <a:pt x="0" y="6076"/>
                  </a:lnTo>
                  <a:lnTo>
                    <a:pt x="81" y="6236"/>
                  </a:lnTo>
                  <a:lnTo>
                    <a:pt x="3507" y="4256"/>
                  </a:lnTo>
                  <a:lnTo>
                    <a:pt x="3507" y="8190"/>
                  </a:lnTo>
                  <a:lnTo>
                    <a:pt x="3667" y="8190"/>
                  </a:lnTo>
                  <a:lnTo>
                    <a:pt x="3667" y="4256"/>
                  </a:lnTo>
                  <a:lnTo>
                    <a:pt x="7093" y="6236"/>
                  </a:lnTo>
                  <a:lnTo>
                    <a:pt x="7173" y="6076"/>
                  </a:lnTo>
                  <a:lnTo>
                    <a:pt x="3774" y="4095"/>
                  </a:lnTo>
                  <a:lnTo>
                    <a:pt x="7173" y="2141"/>
                  </a:lnTo>
                  <a:lnTo>
                    <a:pt x="7093" y="1981"/>
                  </a:lnTo>
                  <a:lnTo>
                    <a:pt x="3667" y="3961"/>
                  </a:lnTo>
                  <a:lnTo>
                    <a:pt x="3667" y="3961"/>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6"/>
            <p:cNvSpPr/>
            <p:nvPr/>
          </p:nvSpPr>
          <p:spPr>
            <a:xfrm>
              <a:off x="7836713" y="2934613"/>
              <a:ext cx="358124" cy="407359"/>
            </a:xfrm>
            <a:custGeom>
              <a:rect b="b" l="l" r="r" t="t"/>
              <a:pathLst>
                <a:path extrusionOk="0" h="8191" w="7201">
                  <a:moveTo>
                    <a:pt x="3506" y="0"/>
                  </a:moveTo>
                  <a:lnTo>
                    <a:pt x="3506" y="3961"/>
                  </a:lnTo>
                  <a:lnTo>
                    <a:pt x="107" y="1981"/>
                  </a:lnTo>
                  <a:lnTo>
                    <a:pt x="0" y="2115"/>
                  </a:lnTo>
                  <a:lnTo>
                    <a:pt x="3426" y="4095"/>
                  </a:lnTo>
                  <a:lnTo>
                    <a:pt x="0" y="6076"/>
                  </a:lnTo>
                  <a:lnTo>
                    <a:pt x="107" y="6236"/>
                  </a:lnTo>
                  <a:lnTo>
                    <a:pt x="3506" y="4256"/>
                  </a:lnTo>
                  <a:lnTo>
                    <a:pt x="3506" y="8190"/>
                  </a:lnTo>
                  <a:lnTo>
                    <a:pt x="3694" y="8190"/>
                  </a:lnTo>
                  <a:lnTo>
                    <a:pt x="3694" y="4256"/>
                  </a:lnTo>
                  <a:lnTo>
                    <a:pt x="7093" y="6236"/>
                  </a:lnTo>
                  <a:lnTo>
                    <a:pt x="7200" y="6076"/>
                  </a:lnTo>
                  <a:lnTo>
                    <a:pt x="3774" y="4095"/>
                  </a:lnTo>
                  <a:lnTo>
                    <a:pt x="7200" y="2115"/>
                  </a:lnTo>
                  <a:lnTo>
                    <a:pt x="7120" y="1981"/>
                  </a:lnTo>
                  <a:lnTo>
                    <a:pt x="3694" y="3961"/>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6"/>
            <p:cNvSpPr/>
            <p:nvPr/>
          </p:nvSpPr>
          <p:spPr>
            <a:xfrm>
              <a:off x="8310574" y="2934613"/>
              <a:ext cx="356781" cy="407359"/>
            </a:xfrm>
            <a:custGeom>
              <a:rect b="b" l="l" r="r" t="t"/>
              <a:pathLst>
                <a:path extrusionOk="0" h="8191" w="7174">
                  <a:moveTo>
                    <a:pt x="3507" y="0"/>
                  </a:moveTo>
                  <a:lnTo>
                    <a:pt x="3507" y="3961"/>
                  </a:lnTo>
                  <a:lnTo>
                    <a:pt x="81" y="1981"/>
                  </a:lnTo>
                  <a:lnTo>
                    <a:pt x="1" y="2115"/>
                  </a:lnTo>
                  <a:lnTo>
                    <a:pt x="3400" y="4095"/>
                  </a:lnTo>
                  <a:lnTo>
                    <a:pt x="1" y="6076"/>
                  </a:lnTo>
                  <a:lnTo>
                    <a:pt x="81" y="6210"/>
                  </a:lnTo>
                  <a:lnTo>
                    <a:pt x="3507" y="4256"/>
                  </a:lnTo>
                  <a:lnTo>
                    <a:pt x="3507" y="8190"/>
                  </a:lnTo>
                  <a:lnTo>
                    <a:pt x="3668" y="8190"/>
                  </a:lnTo>
                  <a:lnTo>
                    <a:pt x="3668" y="4256"/>
                  </a:lnTo>
                  <a:lnTo>
                    <a:pt x="7094" y="6210"/>
                  </a:lnTo>
                  <a:lnTo>
                    <a:pt x="7174" y="6076"/>
                  </a:lnTo>
                  <a:lnTo>
                    <a:pt x="3748" y="4095"/>
                  </a:lnTo>
                  <a:lnTo>
                    <a:pt x="7174" y="2115"/>
                  </a:lnTo>
                  <a:lnTo>
                    <a:pt x="7094" y="1981"/>
                  </a:lnTo>
                  <a:lnTo>
                    <a:pt x="3668" y="3961"/>
                  </a:lnTo>
                  <a:lnTo>
                    <a:pt x="36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6"/>
            <p:cNvSpPr/>
            <p:nvPr/>
          </p:nvSpPr>
          <p:spPr>
            <a:xfrm>
              <a:off x="8783142" y="3033085"/>
              <a:ext cx="97227" cy="61270"/>
            </a:xfrm>
            <a:custGeom>
              <a:rect b="b" l="l" r="r" t="t"/>
              <a:pathLst>
                <a:path extrusionOk="0" h="1232" w="1955">
                  <a:moveTo>
                    <a:pt x="81" y="1"/>
                  </a:moveTo>
                  <a:lnTo>
                    <a:pt x="0" y="135"/>
                  </a:lnTo>
                  <a:lnTo>
                    <a:pt x="1874" y="1232"/>
                  </a:lnTo>
                  <a:cubicBezTo>
                    <a:pt x="1901" y="1178"/>
                    <a:pt x="1928" y="1125"/>
                    <a:pt x="1954" y="1071"/>
                  </a:cubicBezTo>
                  <a:lnTo>
                    <a:pt x="8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6"/>
            <p:cNvSpPr/>
            <p:nvPr/>
          </p:nvSpPr>
          <p:spPr>
            <a:xfrm>
              <a:off x="7345494" y="3428467"/>
              <a:ext cx="142484" cy="85242"/>
            </a:xfrm>
            <a:custGeom>
              <a:rect b="b" l="l" r="r" t="t"/>
              <a:pathLst>
                <a:path extrusionOk="0" h="1714" w="2865">
                  <a:moveTo>
                    <a:pt x="2784" y="0"/>
                  </a:moveTo>
                  <a:lnTo>
                    <a:pt x="1" y="1606"/>
                  </a:lnTo>
                  <a:cubicBezTo>
                    <a:pt x="54" y="1660"/>
                    <a:pt x="108" y="1686"/>
                    <a:pt x="161" y="1713"/>
                  </a:cubicBezTo>
                  <a:lnTo>
                    <a:pt x="2864" y="161"/>
                  </a:lnTo>
                  <a:lnTo>
                    <a:pt x="278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6"/>
            <p:cNvSpPr/>
            <p:nvPr/>
          </p:nvSpPr>
          <p:spPr>
            <a:xfrm>
              <a:off x="7305558" y="3329945"/>
              <a:ext cx="8057" cy="161133"/>
            </a:xfrm>
            <a:custGeom>
              <a:rect b="b" l="l" r="r" t="t"/>
              <a:pathLst>
                <a:path extrusionOk="0" h="3240" w="162">
                  <a:moveTo>
                    <a:pt x="1" y="0"/>
                  </a:moveTo>
                  <a:lnTo>
                    <a:pt x="1" y="3132"/>
                  </a:lnTo>
                  <a:cubicBezTo>
                    <a:pt x="54" y="3159"/>
                    <a:pt x="108" y="3212"/>
                    <a:pt x="161" y="3239"/>
                  </a:cubicBezTo>
                  <a:lnTo>
                    <a:pt x="16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6"/>
            <p:cNvSpPr/>
            <p:nvPr/>
          </p:nvSpPr>
          <p:spPr>
            <a:xfrm>
              <a:off x="7603761" y="3329945"/>
              <a:ext cx="358124" cy="316846"/>
            </a:xfrm>
            <a:custGeom>
              <a:rect b="b" l="l" r="r" t="t"/>
              <a:pathLst>
                <a:path extrusionOk="0" h="6371" w="7201">
                  <a:moveTo>
                    <a:pt x="3506" y="0"/>
                  </a:moveTo>
                  <a:lnTo>
                    <a:pt x="3506" y="3962"/>
                  </a:lnTo>
                  <a:lnTo>
                    <a:pt x="80" y="1981"/>
                  </a:lnTo>
                  <a:lnTo>
                    <a:pt x="0" y="2142"/>
                  </a:lnTo>
                  <a:lnTo>
                    <a:pt x="3426" y="4096"/>
                  </a:lnTo>
                  <a:lnTo>
                    <a:pt x="455" y="5835"/>
                  </a:lnTo>
                  <a:cubicBezTo>
                    <a:pt x="535" y="5835"/>
                    <a:pt x="616" y="5862"/>
                    <a:pt x="696" y="5889"/>
                  </a:cubicBezTo>
                  <a:lnTo>
                    <a:pt x="3506" y="4256"/>
                  </a:lnTo>
                  <a:lnTo>
                    <a:pt x="3506" y="6371"/>
                  </a:lnTo>
                  <a:lnTo>
                    <a:pt x="3694" y="6371"/>
                  </a:lnTo>
                  <a:lnTo>
                    <a:pt x="3694" y="4256"/>
                  </a:lnTo>
                  <a:lnTo>
                    <a:pt x="7093" y="6237"/>
                  </a:lnTo>
                  <a:lnTo>
                    <a:pt x="7200" y="6076"/>
                  </a:lnTo>
                  <a:lnTo>
                    <a:pt x="3774" y="4096"/>
                  </a:lnTo>
                  <a:lnTo>
                    <a:pt x="7200" y="2142"/>
                  </a:lnTo>
                  <a:lnTo>
                    <a:pt x="7093" y="1981"/>
                  </a:lnTo>
                  <a:lnTo>
                    <a:pt x="3694" y="3962"/>
                  </a:lnTo>
                  <a:lnTo>
                    <a:pt x="369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6"/>
            <p:cNvSpPr/>
            <p:nvPr/>
          </p:nvSpPr>
          <p:spPr>
            <a:xfrm>
              <a:off x="8077622" y="3329945"/>
              <a:ext cx="356781" cy="307546"/>
            </a:xfrm>
            <a:custGeom>
              <a:rect b="b" l="l" r="r" t="t"/>
              <a:pathLst>
                <a:path extrusionOk="0" h="6184" w="7174">
                  <a:moveTo>
                    <a:pt x="3507" y="0"/>
                  </a:moveTo>
                  <a:lnTo>
                    <a:pt x="3480" y="3962"/>
                  </a:lnTo>
                  <a:lnTo>
                    <a:pt x="81" y="1981"/>
                  </a:lnTo>
                  <a:lnTo>
                    <a:pt x="1" y="2142"/>
                  </a:lnTo>
                  <a:lnTo>
                    <a:pt x="3400" y="4096"/>
                  </a:lnTo>
                  <a:lnTo>
                    <a:pt x="1" y="6076"/>
                  </a:lnTo>
                  <a:lnTo>
                    <a:pt x="54" y="6183"/>
                  </a:lnTo>
                  <a:lnTo>
                    <a:pt x="161" y="6183"/>
                  </a:lnTo>
                  <a:lnTo>
                    <a:pt x="3480" y="4256"/>
                  </a:lnTo>
                  <a:lnTo>
                    <a:pt x="3480" y="5354"/>
                  </a:lnTo>
                  <a:cubicBezTo>
                    <a:pt x="3560" y="5327"/>
                    <a:pt x="3614" y="5327"/>
                    <a:pt x="3668" y="5300"/>
                  </a:cubicBezTo>
                  <a:lnTo>
                    <a:pt x="3668" y="4256"/>
                  </a:lnTo>
                  <a:lnTo>
                    <a:pt x="4765" y="4899"/>
                  </a:lnTo>
                  <a:cubicBezTo>
                    <a:pt x="4845" y="4872"/>
                    <a:pt x="4899" y="4845"/>
                    <a:pt x="4979" y="4818"/>
                  </a:cubicBezTo>
                  <a:lnTo>
                    <a:pt x="3748" y="4096"/>
                  </a:lnTo>
                  <a:lnTo>
                    <a:pt x="7174" y="2142"/>
                  </a:lnTo>
                  <a:lnTo>
                    <a:pt x="7094" y="1981"/>
                  </a:lnTo>
                  <a:lnTo>
                    <a:pt x="3668" y="3962"/>
                  </a:lnTo>
                  <a:lnTo>
                    <a:pt x="36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6"/>
            <p:cNvSpPr/>
            <p:nvPr/>
          </p:nvSpPr>
          <p:spPr>
            <a:xfrm>
              <a:off x="8550190" y="3428467"/>
              <a:ext cx="16014" cy="12035"/>
            </a:xfrm>
            <a:custGeom>
              <a:rect b="b" l="l" r="r" t="t"/>
              <a:pathLst>
                <a:path extrusionOk="0" h="242" w="322">
                  <a:moveTo>
                    <a:pt x="81" y="0"/>
                  </a:moveTo>
                  <a:lnTo>
                    <a:pt x="0" y="134"/>
                  </a:lnTo>
                  <a:lnTo>
                    <a:pt x="161" y="241"/>
                  </a:lnTo>
                  <a:cubicBezTo>
                    <a:pt x="215" y="214"/>
                    <a:pt x="268" y="161"/>
                    <a:pt x="322" y="134"/>
                  </a:cubicBezTo>
                  <a:lnTo>
                    <a:pt x="8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6" name="Google Shape;226;p26"/>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227" name="Google Shape;227;p26"/>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228" name="Google Shape;228;p26"/>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28">
    <p:spTree>
      <p:nvGrpSpPr>
        <p:cNvPr id="229" name="Shape 229"/>
        <p:cNvGrpSpPr/>
        <p:nvPr/>
      </p:nvGrpSpPr>
      <p:grpSpPr>
        <a:xfrm>
          <a:off x="0" y="0"/>
          <a:ext cx="0" cy="0"/>
          <a:chOff x="0" y="0"/>
          <a:chExt cx="0" cy="0"/>
        </a:xfrm>
      </p:grpSpPr>
      <p:sp>
        <p:nvSpPr>
          <p:cNvPr id="230" name="Google Shape;230;p27"/>
          <p:cNvSpPr txBox="1"/>
          <p:nvPr>
            <p:ph type="title"/>
          </p:nvPr>
        </p:nvSpPr>
        <p:spPr>
          <a:xfrm>
            <a:off x="713250" y="523025"/>
            <a:ext cx="7717500" cy="541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Poppins"/>
              <a:buNone/>
              <a:defRPr>
                <a:latin typeface="Poppins"/>
                <a:ea typeface="Poppins"/>
                <a:cs typeface="Poppins"/>
                <a:sym typeface="Poppins"/>
              </a:defRPr>
            </a:lvl1pPr>
            <a:lvl2pPr lvl="1">
              <a:spcBef>
                <a:spcPts val="0"/>
              </a:spcBef>
              <a:spcAft>
                <a:spcPts val="0"/>
              </a:spcAft>
              <a:buSzPts val="2400"/>
              <a:buFont typeface="Poppins"/>
              <a:buNone/>
              <a:defRPr sz="2400">
                <a:latin typeface="Poppins"/>
                <a:ea typeface="Poppins"/>
                <a:cs typeface="Poppins"/>
                <a:sym typeface="Poppins"/>
              </a:defRPr>
            </a:lvl2pPr>
            <a:lvl3pPr lvl="2">
              <a:spcBef>
                <a:spcPts val="0"/>
              </a:spcBef>
              <a:spcAft>
                <a:spcPts val="0"/>
              </a:spcAft>
              <a:buSzPts val="2400"/>
              <a:buFont typeface="Poppins"/>
              <a:buNone/>
              <a:defRPr sz="2400">
                <a:latin typeface="Poppins"/>
                <a:ea typeface="Poppins"/>
                <a:cs typeface="Poppins"/>
                <a:sym typeface="Poppins"/>
              </a:defRPr>
            </a:lvl3pPr>
            <a:lvl4pPr lvl="3">
              <a:spcBef>
                <a:spcPts val="0"/>
              </a:spcBef>
              <a:spcAft>
                <a:spcPts val="0"/>
              </a:spcAft>
              <a:buSzPts val="2400"/>
              <a:buFont typeface="Poppins"/>
              <a:buNone/>
              <a:defRPr sz="2400">
                <a:latin typeface="Poppins"/>
                <a:ea typeface="Poppins"/>
                <a:cs typeface="Poppins"/>
                <a:sym typeface="Poppins"/>
              </a:defRPr>
            </a:lvl4pPr>
            <a:lvl5pPr lvl="4">
              <a:spcBef>
                <a:spcPts val="0"/>
              </a:spcBef>
              <a:spcAft>
                <a:spcPts val="0"/>
              </a:spcAft>
              <a:buSzPts val="2400"/>
              <a:buFont typeface="Poppins"/>
              <a:buNone/>
              <a:defRPr sz="2400">
                <a:latin typeface="Poppins"/>
                <a:ea typeface="Poppins"/>
                <a:cs typeface="Poppins"/>
                <a:sym typeface="Poppins"/>
              </a:defRPr>
            </a:lvl5pPr>
            <a:lvl6pPr lvl="5">
              <a:spcBef>
                <a:spcPts val="0"/>
              </a:spcBef>
              <a:spcAft>
                <a:spcPts val="0"/>
              </a:spcAft>
              <a:buSzPts val="2400"/>
              <a:buFont typeface="Poppins"/>
              <a:buNone/>
              <a:defRPr sz="2400">
                <a:latin typeface="Poppins"/>
                <a:ea typeface="Poppins"/>
                <a:cs typeface="Poppins"/>
                <a:sym typeface="Poppins"/>
              </a:defRPr>
            </a:lvl6pPr>
            <a:lvl7pPr lvl="6">
              <a:spcBef>
                <a:spcPts val="0"/>
              </a:spcBef>
              <a:spcAft>
                <a:spcPts val="0"/>
              </a:spcAft>
              <a:buSzPts val="2400"/>
              <a:buFont typeface="Poppins"/>
              <a:buNone/>
              <a:defRPr sz="2400">
                <a:latin typeface="Poppins"/>
                <a:ea typeface="Poppins"/>
                <a:cs typeface="Poppins"/>
                <a:sym typeface="Poppins"/>
              </a:defRPr>
            </a:lvl7pPr>
            <a:lvl8pPr lvl="7">
              <a:spcBef>
                <a:spcPts val="0"/>
              </a:spcBef>
              <a:spcAft>
                <a:spcPts val="0"/>
              </a:spcAft>
              <a:buSzPts val="2400"/>
              <a:buFont typeface="Poppins"/>
              <a:buNone/>
              <a:defRPr sz="2400">
                <a:latin typeface="Poppins"/>
                <a:ea typeface="Poppins"/>
                <a:cs typeface="Poppins"/>
                <a:sym typeface="Poppins"/>
              </a:defRPr>
            </a:lvl8pPr>
            <a:lvl9pPr lvl="8">
              <a:spcBef>
                <a:spcPts val="0"/>
              </a:spcBef>
              <a:spcAft>
                <a:spcPts val="0"/>
              </a:spcAft>
              <a:buSzPts val="2400"/>
              <a:buFont typeface="Poppins"/>
              <a:buNone/>
              <a:defRPr sz="2400">
                <a:latin typeface="Poppins"/>
                <a:ea typeface="Poppins"/>
                <a:cs typeface="Poppins"/>
                <a:sym typeface="Poppins"/>
              </a:defRPr>
            </a:lvl9pPr>
          </a:lstStyle>
          <a:p/>
        </p:txBody>
      </p:sp>
      <p:sp>
        <p:nvSpPr>
          <p:cNvPr id="231" name="Google Shape;231;p27"/>
          <p:cNvSpPr txBox="1"/>
          <p:nvPr>
            <p:ph idx="1" type="subTitle"/>
          </p:nvPr>
        </p:nvSpPr>
        <p:spPr>
          <a:xfrm>
            <a:off x="713250" y="2661125"/>
            <a:ext cx="2167800" cy="4545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b="1" sz="2200">
                <a:solidFill>
                  <a:schemeClr val="accent2"/>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
        <p:nvSpPr>
          <p:cNvPr id="232" name="Google Shape;232;p27"/>
          <p:cNvSpPr txBox="1"/>
          <p:nvPr>
            <p:ph idx="2" type="subTitle"/>
          </p:nvPr>
        </p:nvSpPr>
        <p:spPr>
          <a:xfrm>
            <a:off x="3488100" y="2661125"/>
            <a:ext cx="2167800" cy="4545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b="1" sz="2200">
                <a:solidFill>
                  <a:schemeClr val="accent2"/>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
        <p:nvSpPr>
          <p:cNvPr id="233" name="Google Shape;233;p27"/>
          <p:cNvSpPr txBox="1"/>
          <p:nvPr>
            <p:ph idx="3" type="subTitle"/>
          </p:nvPr>
        </p:nvSpPr>
        <p:spPr>
          <a:xfrm>
            <a:off x="713250" y="3128863"/>
            <a:ext cx="21678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sp>
        <p:nvSpPr>
          <p:cNvPr id="234" name="Google Shape;234;p27"/>
          <p:cNvSpPr txBox="1"/>
          <p:nvPr>
            <p:ph idx="4" type="subTitle"/>
          </p:nvPr>
        </p:nvSpPr>
        <p:spPr>
          <a:xfrm>
            <a:off x="3488100" y="3128863"/>
            <a:ext cx="21678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sp>
        <p:nvSpPr>
          <p:cNvPr id="235" name="Google Shape;235;p27"/>
          <p:cNvSpPr txBox="1"/>
          <p:nvPr>
            <p:ph idx="5" type="subTitle"/>
          </p:nvPr>
        </p:nvSpPr>
        <p:spPr>
          <a:xfrm>
            <a:off x="6262950" y="2661125"/>
            <a:ext cx="2167800" cy="4545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Font typeface="Poppins"/>
              <a:buNone/>
              <a:defRPr b="1" sz="2200">
                <a:solidFill>
                  <a:schemeClr val="accent2"/>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0"/>
              </a:spcBef>
              <a:spcAft>
                <a:spcPts val="0"/>
              </a:spcAft>
              <a:buSzPts val="1400"/>
              <a:buFont typeface="Poppins"/>
              <a:buNone/>
              <a:defRPr>
                <a:latin typeface="Poppins"/>
                <a:ea typeface="Poppins"/>
                <a:cs typeface="Poppins"/>
                <a:sym typeface="Poppins"/>
              </a:defRPr>
            </a:lvl3pPr>
            <a:lvl4pPr lvl="3">
              <a:spcBef>
                <a:spcPts val="0"/>
              </a:spcBef>
              <a:spcAft>
                <a:spcPts val="0"/>
              </a:spcAft>
              <a:buSzPts val="1400"/>
              <a:buFont typeface="Poppins"/>
              <a:buNone/>
              <a:defRPr>
                <a:latin typeface="Poppins"/>
                <a:ea typeface="Poppins"/>
                <a:cs typeface="Poppins"/>
                <a:sym typeface="Poppins"/>
              </a:defRPr>
            </a:lvl4pPr>
            <a:lvl5pPr lvl="4">
              <a:spcBef>
                <a:spcPts val="0"/>
              </a:spcBef>
              <a:spcAft>
                <a:spcPts val="0"/>
              </a:spcAft>
              <a:buSzPts val="1400"/>
              <a:buFont typeface="Poppins"/>
              <a:buNone/>
              <a:defRPr>
                <a:latin typeface="Poppins"/>
                <a:ea typeface="Poppins"/>
                <a:cs typeface="Poppins"/>
                <a:sym typeface="Poppins"/>
              </a:defRPr>
            </a:lvl5pPr>
            <a:lvl6pPr lvl="5">
              <a:spcBef>
                <a:spcPts val="0"/>
              </a:spcBef>
              <a:spcAft>
                <a:spcPts val="0"/>
              </a:spcAft>
              <a:buSzPts val="1400"/>
              <a:buFont typeface="Poppins"/>
              <a:buNone/>
              <a:defRPr>
                <a:latin typeface="Poppins"/>
                <a:ea typeface="Poppins"/>
                <a:cs typeface="Poppins"/>
                <a:sym typeface="Poppins"/>
              </a:defRPr>
            </a:lvl6pPr>
            <a:lvl7pPr lvl="6">
              <a:spcBef>
                <a:spcPts val="0"/>
              </a:spcBef>
              <a:spcAft>
                <a:spcPts val="0"/>
              </a:spcAft>
              <a:buSzPts val="1400"/>
              <a:buFont typeface="Poppins"/>
              <a:buNone/>
              <a:defRPr>
                <a:latin typeface="Poppins"/>
                <a:ea typeface="Poppins"/>
                <a:cs typeface="Poppins"/>
                <a:sym typeface="Poppins"/>
              </a:defRPr>
            </a:lvl7pPr>
            <a:lvl8pPr lvl="7">
              <a:spcBef>
                <a:spcPts val="0"/>
              </a:spcBef>
              <a:spcAft>
                <a:spcPts val="0"/>
              </a:spcAft>
              <a:buSzPts val="1400"/>
              <a:buFont typeface="Poppins"/>
              <a:buNone/>
              <a:defRPr>
                <a:latin typeface="Poppins"/>
                <a:ea typeface="Poppins"/>
                <a:cs typeface="Poppins"/>
                <a:sym typeface="Poppins"/>
              </a:defRPr>
            </a:lvl8pPr>
            <a:lvl9pPr lvl="8">
              <a:spcBef>
                <a:spcPts val="0"/>
              </a:spcBef>
              <a:spcAft>
                <a:spcPts val="0"/>
              </a:spcAft>
              <a:buSzPts val="1400"/>
              <a:buFont typeface="Poppins"/>
              <a:buNone/>
              <a:defRPr>
                <a:latin typeface="Poppins"/>
                <a:ea typeface="Poppins"/>
                <a:cs typeface="Poppins"/>
                <a:sym typeface="Poppins"/>
              </a:defRPr>
            </a:lvl9pPr>
          </a:lstStyle>
          <a:p/>
        </p:txBody>
      </p:sp>
      <p:sp>
        <p:nvSpPr>
          <p:cNvPr id="236" name="Google Shape;236;p27"/>
          <p:cNvSpPr txBox="1"/>
          <p:nvPr>
            <p:ph idx="6" type="subTitle"/>
          </p:nvPr>
        </p:nvSpPr>
        <p:spPr>
          <a:xfrm>
            <a:off x="6262950" y="3128863"/>
            <a:ext cx="21678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Font typeface="Poppins"/>
              <a:buNone/>
              <a:defRPr sz="1600">
                <a:latin typeface="Poppins"/>
                <a:ea typeface="Poppins"/>
                <a:cs typeface="Poppins"/>
                <a:sym typeface="Poppins"/>
              </a:defRPr>
            </a:lvl1pPr>
            <a:lvl2pPr lvl="1" algn="ctr">
              <a:spcBef>
                <a:spcPts val="0"/>
              </a:spcBef>
              <a:spcAft>
                <a:spcPts val="0"/>
              </a:spcAft>
              <a:buSzPts val="1400"/>
              <a:buFont typeface="Poppins"/>
              <a:buNone/>
              <a:defRPr>
                <a:latin typeface="Poppins"/>
                <a:ea typeface="Poppins"/>
                <a:cs typeface="Poppins"/>
                <a:sym typeface="Poppins"/>
              </a:defRPr>
            </a:lvl2pPr>
            <a:lvl3pPr lvl="2" algn="ctr">
              <a:spcBef>
                <a:spcPts val="0"/>
              </a:spcBef>
              <a:spcAft>
                <a:spcPts val="0"/>
              </a:spcAft>
              <a:buSzPts val="1400"/>
              <a:buFont typeface="Poppins"/>
              <a:buNone/>
              <a:defRPr>
                <a:latin typeface="Poppins"/>
                <a:ea typeface="Poppins"/>
                <a:cs typeface="Poppins"/>
                <a:sym typeface="Poppins"/>
              </a:defRPr>
            </a:lvl3pPr>
            <a:lvl4pPr lvl="3" algn="ctr">
              <a:spcBef>
                <a:spcPts val="0"/>
              </a:spcBef>
              <a:spcAft>
                <a:spcPts val="0"/>
              </a:spcAft>
              <a:buSzPts val="1400"/>
              <a:buFont typeface="Poppins"/>
              <a:buNone/>
              <a:defRPr>
                <a:latin typeface="Poppins"/>
                <a:ea typeface="Poppins"/>
                <a:cs typeface="Poppins"/>
                <a:sym typeface="Poppins"/>
              </a:defRPr>
            </a:lvl4pPr>
            <a:lvl5pPr lvl="4" algn="ctr">
              <a:spcBef>
                <a:spcPts val="0"/>
              </a:spcBef>
              <a:spcAft>
                <a:spcPts val="0"/>
              </a:spcAft>
              <a:buSzPts val="1400"/>
              <a:buFont typeface="Poppins"/>
              <a:buNone/>
              <a:defRPr>
                <a:latin typeface="Poppins"/>
                <a:ea typeface="Poppins"/>
                <a:cs typeface="Poppins"/>
                <a:sym typeface="Poppins"/>
              </a:defRPr>
            </a:lvl5pPr>
            <a:lvl6pPr lvl="5" algn="ctr">
              <a:spcBef>
                <a:spcPts val="0"/>
              </a:spcBef>
              <a:spcAft>
                <a:spcPts val="0"/>
              </a:spcAft>
              <a:buSzPts val="1400"/>
              <a:buFont typeface="Poppins"/>
              <a:buNone/>
              <a:defRPr>
                <a:latin typeface="Poppins"/>
                <a:ea typeface="Poppins"/>
                <a:cs typeface="Poppins"/>
                <a:sym typeface="Poppins"/>
              </a:defRPr>
            </a:lvl6pPr>
            <a:lvl7pPr lvl="6" algn="ctr">
              <a:spcBef>
                <a:spcPts val="0"/>
              </a:spcBef>
              <a:spcAft>
                <a:spcPts val="0"/>
              </a:spcAft>
              <a:buSzPts val="1400"/>
              <a:buFont typeface="Poppins"/>
              <a:buNone/>
              <a:defRPr>
                <a:latin typeface="Poppins"/>
                <a:ea typeface="Poppins"/>
                <a:cs typeface="Poppins"/>
                <a:sym typeface="Poppins"/>
              </a:defRPr>
            </a:lvl7pPr>
            <a:lvl8pPr lvl="7" algn="ctr">
              <a:spcBef>
                <a:spcPts val="0"/>
              </a:spcBef>
              <a:spcAft>
                <a:spcPts val="0"/>
              </a:spcAft>
              <a:buSzPts val="1400"/>
              <a:buFont typeface="Poppins"/>
              <a:buNone/>
              <a:defRPr>
                <a:latin typeface="Poppins"/>
                <a:ea typeface="Poppins"/>
                <a:cs typeface="Poppins"/>
                <a:sym typeface="Poppins"/>
              </a:defRPr>
            </a:lvl8pPr>
            <a:lvl9pPr lvl="8" algn="ctr">
              <a:spcBef>
                <a:spcPts val="0"/>
              </a:spcBef>
              <a:spcAft>
                <a:spcPts val="0"/>
              </a:spcAft>
              <a:buSzPts val="1400"/>
              <a:buFont typeface="Poppins"/>
              <a:buNone/>
              <a:defRPr>
                <a:latin typeface="Poppins"/>
                <a:ea typeface="Poppins"/>
                <a:cs typeface="Poppins"/>
                <a:sym typeface="Poppins"/>
              </a:defRPr>
            </a:lvl9pPr>
          </a:lstStyle>
          <a:p/>
        </p:txBody>
      </p:sp>
      <p:pic>
        <p:nvPicPr>
          <p:cNvPr id="237" name="Google Shape;237;p27"/>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238" name="Google Shape;238;p27"/>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239" name="Google Shape;239;p27"/>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1">
    <p:spTree>
      <p:nvGrpSpPr>
        <p:cNvPr id="240" name="Shape 240"/>
        <p:cNvGrpSpPr/>
        <p:nvPr/>
      </p:nvGrpSpPr>
      <p:grpSpPr>
        <a:xfrm>
          <a:off x="0" y="0"/>
          <a:ext cx="0" cy="0"/>
          <a:chOff x="0" y="0"/>
          <a:chExt cx="0" cy="0"/>
        </a:xfrm>
      </p:grpSpPr>
      <p:sp>
        <p:nvSpPr>
          <p:cNvPr id="241" name="Google Shape;241;p28"/>
          <p:cNvSpPr txBox="1"/>
          <p:nvPr>
            <p:ph type="title"/>
          </p:nvPr>
        </p:nvSpPr>
        <p:spPr>
          <a:xfrm>
            <a:off x="713250" y="523025"/>
            <a:ext cx="7717500" cy="541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None/>
              <a:defRPr>
                <a:solidFill>
                  <a:schemeClr val="accent2"/>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5">
    <p:spTree>
      <p:nvGrpSpPr>
        <p:cNvPr id="242" name="Shape 242"/>
        <p:cNvGrpSpPr/>
        <p:nvPr/>
      </p:nvGrpSpPr>
      <p:grpSpPr>
        <a:xfrm>
          <a:off x="0" y="0"/>
          <a:ext cx="0" cy="0"/>
          <a:chOff x="0" y="0"/>
          <a:chExt cx="0" cy="0"/>
        </a:xfrm>
      </p:grpSpPr>
      <p:sp>
        <p:nvSpPr>
          <p:cNvPr id="243" name="Google Shape;243;p29"/>
          <p:cNvSpPr/>
          <p:nvPr/>
        </p:nvSpPr>
        <p:spPr>
          <a:xfrm rot="8100090">
            <a:off x="-1277624" y="-498533"/>
            <a:ext cx="4047120" cy="2489963"/>
          </a:xfrm>
          <a:custGeom>
            <a:rect b="b" l="l" r="r" t="t"/>
            <a:pathLst>
              <a:path extrusionOk="0" h="36694" w="59643">
                <a:moveTo>
                  <a:pt x="6271" y="15779"/>
                </a:moveTo>
                <a:cubicBezTo>
                  <a:pt x="9374" y="14178"/>
                  <a:pt x="17513" y="18347"/>
                  <a:pt x="23150" y="11676"/>
                </a:cubicBezTo>
                <a:cubicBezTo>
                  <a:pt x="28787" y="5004"/>
                  <a:pt x="30455" y="1"/>
                  <a:pt x="37327" y="2302"/>
                </a:cubicBezTo>
                <a:cubicBezTo>
                  <a:pt x="44198" y="4571"/>
                  <a:pt x="43064" y="13410"/>
                  <a:pt x="47601" y="15779"/>
                </a:cubicBezTo>
                <a:cubicBezTo>
                  <a:pt x="52104" y="18147"/>
                  <a:pt x="59643" y="31690"/>
                  <a:pt x="43364" y="34192"/>
                </a:cubicBezTo>
                <a:cubicBezTo>
                  <a:pt x="27120" y="36694"/>
                  <a:pt x="10441" y="33158"/>
                  <a:pt x="5204" y="27520"/>
                </a:cubicBezTo>
                <a:cubicBezTo>
                  <a:pt x="0" y="21883"/>
                  <a:pt x="3136" y="17380"/>
                  <a:pt x="6271" y="15779"/>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9"/>
          <p:cNvSpPr txBox="1"/>
          <p:nvPr>
            <p:ph type="title"/>
          </p:nvPr>
        </p:nvSpPr>
        <p:spPr>
          <a:xfrm>
            <a:off x="713250" y="523025"/>
            <a:ext cx="7717500" cy="541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Poppins"/>
              <a:buNone/>
              <a:defRPr>
                <a:solidFill>
                  <a:schemeClr val="accent2"/>
                </a:solidFill>
                <a:latin typeface="Poppins"/>
                <a:ea typeface="Poppins"/>
                <a:cs typeface="Poppins"/>
                <a:sym typeface="Poppins"/>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45" name="Google Shape;245;p29"/>
          <p:cNvSpPr/>
          <p:nvPr/>
        </p:nvSpPr>
        <p:spPr>
          <a:xfrm rot="-7977666">
            <a:off x="7581866" y="924182"/>
            <a:ext cx="1233331" cy="1183416"/>
          </a:xfrm>
          <a:custGeom>
            <a:rect b="b" l="l" r="r" t="t"/>
            <a:pathLst>
              <a:path extrusionOk="0" h="19749" w="20582">
                <a:moveTo>
                  <a:pt x="15178" y="401"/>
                </a:moveTo>
                <a:cubicBezTo>
                  <a:pt x="11542" y="1"/>
                  <a:pt x="4470" y="1235"/>
                  <a:pt x="2235" y="7773"/>
                </a:cubicBezTo>
                <a:cubicBezTo>
                  <a:pt x="0" y="14311"/>
                  <a:pt x="7939" y="17947"/>
                  <a:pt x="11675" y="18848"/>
                </a:cubicBezTo>
                <a:cubicBezTo>
                  <a:pt x="15445" y="19748"/>
                  <a:pt x="20315" y="19448"/>
                  <a:pt x="20448" y="13477"/>
                </a:cubicBezTo>
                <a:cubicBezTo>
                  <a:pt x="20582" y="7506"/>
                  <a:pt x="18780" y="835"/>
                  <a:pt x="15178" y="40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6" name="Google Shape;246;p29"/>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247" name="Google Shape;247;p29"/>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248" name="Google Shape;248;p29"/>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16">
    <p:spTree>
      <p:nvGrpSpPr>
        <p:cNvPr id="249" name="Shape 249"/>
        <p:cNvGrpSpPr/>
        <p:nvPr/>
      </p:nvGrpSpPr>
      <p:grpSpPr>
        <a:xfrm>
          <a:off x="0" y="0"/>
          <a:ext cx="0" cy="0"/>
          <a:chOff x="0" y="0"/>
          <a:chExt cx="0" cy="0"/>
        </a:xfrm>
      </p:grpSpPr>
      <p:sp>
        <p:nvSpPr>
          <p:cNvPr id="250" name="Google Shape;250;p30"/>
          <p:cNvSpPr/>
          <p:nvPr/>
        </p:nvSpPr>
        <p:spPr>
          <a:xfrm rot="5575585">
            <a:off x="-1934287" y="-969252"/>
            <a:ext cx="4436755" cy="3714245"/>
          </a:xfrm>
          <a:custGeom>
            <a:rect b="b" l="l" r="r" t="t"/>
            <a:pathLst>
              <a:path extrusionOk="0" h="52038" w="61178">
                <a:moveTo>
                  <a:pt x="4170" y="12043"/>
                </a:moveTo>
                <a:cubicBezTo>
                  <a:pt x="7339" y="7239"/>
                  <a:pt x="14177" y="1"/>
                  <a:pt x="24184" y="5571"/>
                </a:cubicBezTo>
                <a:cubicBezTo>
                  <a:pt x="34191" y="11142"/>
                  <a:pt x="29988" y="17146"/>
                  <a:pt x="34024" y="21249"/>
                </a:cubicBezTo>
                <a:cubicBezTo>
                  <a:pt x="38061" y="25319"/>
                  <a:pt x="43198" y="25586"/>
                  <a:pt x="51103" y="27253"/>
                </a:cubicBezTo>
                <a:cubicBezTo>
                  <a:pt x="58976" y="28921"/>
                  <a:pt x="61177" y="36093"/>
                  <a:pt x="54472" y="41664"/>
                </a:cubicBezTo>
                <a:cubicBezTo>
                  <a:pt x="47801" y="47268"/>
                  <a:pt x="33758" y="52038"/>
                  <a:pt x="26819" y="46467"/>
                </a:cubicBezTo>
                <a:cubicBezTo>
                  <a:pt x="19848" y="40930"/>
                  <a:pt x="11108" y="34826"/>
                  <a:pt x="5537" y="31590"/>
                </a:cubicBezTo>
                <a:cubicBezTo>
                  <a:pt x="0" y="28388"/>
                  <a:pt x="967" y="16879"/>
                  <a:pt x="4170" y="12043"/>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0"/>
          <p:cNvSpPr txBox="1"/>
          <p:nvPr>
            <p:ph type="title"/>
          </p:nvPr>
        </p:nvSpPr>
        <p:spPr>
          <a:xfrm>
            <a:off x="713250" y="523025"/>
            <a:ext cx="7717500" cy="5415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Poppins"/>
              <a:buNone/>
              <a:defRPr>
                <a:solidFill>
                  <a:schemeClr val="accent2"/>
                </a:solidFill>
                <a:latin typeface="Poppins"/>
                <a:ea typeface="Poppins"/>
                <a:cs typeface="Poppins"/>
                <a:sym typeface="Poppins"/>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pic>
        <p:nvPicPr>
          <p:cNvPr id="252" name="Google Shape;252;p30"/>
          <p:cNvPicPr preferRelativeResize="0"/>
          <p:nvPr/>
        </p:nvPicPr>
        <p:blipFill>
          <a:blip r:embed="rId2">
            <a:alphaModFix/>
          </a:blip>
          <a:stretch>
            <a:fillRect/>
          </a:stretch>
        </p:blipFill>
        <p:spPr>
          <a:xfrm>
            <a:off x="8003600" y="4395850"/>
            <a:ext cx="1096525" cy="1096525"/>
          </a:xfrm>
          <a:prstGeom prst="rect">
            <a:avLst/>
          </a:prstGeom>
          <a:noFill/>
          <a:ln>
            <a:noFill/>
          </a:ln>
        </p:spPr>
      </p:pic>
      <p:cxnSp>
        <p:nvCxnSpPr>
          <p:cNvPr id="253" name="Google Shape;253;p30"/>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254" name="Google Shape;254;p30"/>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32_2">
    <p:bg>
      <p:bgPr>
        <a:solidFill>
          <a:srgbClr val="662380"/>
        </a:solidFill>
      </p:bgPr>
    </p:bg>
    <p:spTree>
      <p:nvGrpSpPr>
        <p:cNvPr id="255" name="Shape 255"/>
        <p:cNvGrpSpPr/>
        <p:nvPr/>
      </p:nvGrpSpPr>
      <p:grpSpPr>
        <a:xfrm>
          <a:off x="0" y="0"/>
          <a:ext cx="0" cy="0"/>
          <a:chOff x="0" y="0"/>
          <a:chExt cx="0" cy="0"/>
        </a:xfrm>
      </p:grpSpPr>
      <p:sp>
        <p:nvSpPr>
          <p:cNvPr id="256" name="Google Shape;256;p31"/>
          <p:cNvSpPr/>
          <p:nvPr/>
        </p:nvSpPr>
        <p:spPr>
          <a:xfrm rot="672094">
            <a:off x="-3534661" y="414138"/>
            <a:ext cx="4680680" cy="4251900"/>
          </a:xfrm>
          <a:custGeom>
            <a:rect b="b" l="l" r="r" t="t"/>
            <a:pathLst>
              <a:path extrusionOk="0" h="59210" w="65181">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1"/>
          <p:cNvSpPr txBox="1"/>
          <p:nvPr>
            <p:ph type="title"/>
          </p:nvPr>
        </p:nvSpPr>
        <p:spPr>
          <a:xfrm>
            <a:off x="2163275" y="2749925"/>
            <a:ext cx="4817700" cy="1325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4500"/>
              <a:buFont typeface="Poppins"/>
              <a:buNone/>
              <a:defRPr sz="4500">
                <a:solidFill>
                  <a:schemeClr val="dk1"/>
                </a:solidFill>
                <a:latin typeface="Poppins"/>
                <a:ea typeface="Poppins"/>
                <a:cs typeface="Poppins"/>
                <a:sym typeface="Poppins"/>
              </a:defRPr>
            </a:lvl1pPr>
            <a:lvl2pPr lvl="1">
              <a:spcBef>
                <a:spcPts val="0"/>
              </a:spcBef>
              <a:spcAft>
                <a:spcPts val="0"/>
              </a:spcAft>
              <a:buSzPts val="2400"/>
              <a:buFont typeface="Poppins"/>
              <a:buNone/>
              <a:defRPr sz="2400">
                <a:latin typeface="Poppins"/>
                <a:ea typeface="Poppins"/>
                <a:cs typeface="Poppins"/>
                <a:sym typeface="Poppins"/>
              </a:defRPr>
            </a:lvl2pPr>
            <a:lvl3pPr lvl="2">
              <a:spcBef>
                <a:spcPts val="0"/>
              </a:spcBef>
              <a:spcAft>
                <a:spcPts val="0"/>
              </a:spcAft>
              <a:buSzPts val="2400"/>
              <a:buFont typeface="Poppins"/>
              <a:buNone/>
              <a:defRPr sz="2400">
                <a:latin typeface="Poppins"/>
                <a:ea typeface="Poppins"/>
                <a:cs typeface="Poppins"/>
                <a:sym typeface="Poppins"/>
              </a:defRPr>
            </a:lvl3pPr>
            <a:lvl4pPr lvl="3">
              <a:spcBef>
                <a:spcPts val="0"/>
              </a:spcBef>
              <a:spcAft>
                <a:spcPts val="0"/>
              </a:spcAft>
              <a:buSzPts val="2400"/>
              <a:buFont typeface="Poppins"/>
              <a:buNone/>
              <a:defRPr sz="2400">
                <a:latin typeface="Poppins"/>
                <a:ea typeface="Poppins"/>
                <a:cs typeface="Poppins"/>
                <a:sym typeface="Poppins"/>
              </a:defRPr>
            </a:lvl4pPr>
            <a:lvl5pPr lvl="4">
              <a:spcBef>
                <a:spcPts val="0"/>
              </a:spcBef>
              <a:spcAft>
                <a:spcPts val="0"/>
              </a:spcAft>
              <a:buSzPts val="2400"/>
              <a:buFont typeface="Poppins"/>
              <a:buNone/>
              <a:defRPr sz="2400">
                <a:latin typeface="Poppins"/>
                <a:ea typeface="Poppins"/>
                <a:cs typeface="Poppins"/>
                <a:sym typeface="Poppins"/>
              </a:defRPr>
            </a:lvl5pPr>
            <a:lvl6pPr lvl="5">
              <a:spcBef>
                <a:spcPts val="0"/>
              </a:spcBef>
              <a:spcAft>
                <a:spcPts val="0"/>
              </a:spcAft>
              <a:buSzPts val="2400"/>
              <a:buFont typeface="Poppins"/>
              <a:buNone/>
              <a:defRPr sz="2400">
                <a:latin typeface="Poppins"/>
                <a:ea typeface="Poppins"/>
                <a:cs typeface="Poppins"/>
                <a:sym typeface="Poppins"/>
              </a:defRPr>
            </a:lvl6pPr>
            <a:lvl7pPr lvl="6">
              <a:spcBef>
                <a:spcPts val="0"/>
              </a:spcBef>
              <a:spcAft>
                <a:spcPts val="0"/>
              </a:spcAft>
              <a:buSzPts val="2400"/>
              <a:buFont typeface="Poppins"/>
              <a:buNone/>
              <a:defRPr sz="2400">
                <a:latin typeface="Poppins"/>
                <a:ea typeface="Poppins"/>
                <a:cs typeface="Poppins"/>
                <a:sym typeface="Poppins"/>
              </a:defRPr>
            </a:lvl7pPr>
            <a:lvl8pPr lvl="7">
              <a:spcBef>
                <a:spcPts val="0"/>
              </a:spcBef>
              <a:spcAft>
                <a:spcPts val="0"/>
              </a:spcAft>
              <a:buSzPts val="2400"/>
              <a:buFont typeface="Poppins"/>
              <a:buNone/>
              <a:defRPr sz="2400">
                <a:latin typeface="Poppins"/>
                <a:ea typeface="Poppins"/>
                <a:cs typeface="Poppins"/>
                <a:sym typeface="Poppins"/>
              </a:defRPr>
            </a:lvl8pPr>
            <a:lvl9pPr lvl="8">
              <a:spcBef>
                <a:spcPts val="0"/>
              </a:spcBef>
              <a:spcAft>
                <a:spcPts val="0"/>
              </a:spcAft>
              <a:buSzPts val="2400"/>
              <a:buFont typeface="Poppins"/>
              <a:buNone/>
              <a:defRPr sz="2400">
                <a:latin typeface="Poppins"/>
                <a:ea typeface="Poppins"/>
                <a:cs typeface="Poppins"/>
                <a:sym typeface="Poppins"/>
              </a:defRPr>
            </a:lvl9pPr>
          </a:lstStyle>
          <a:p/>
        </p:txBody>
      </p:sp>
      <p:cxnSp>
        <p:nvCxnSpPr>
          <p:cNvPr id="258" name="Google Shape;258;p31"/>
          <p:cNvCxnSpPr/>
          <p:nvPr/>
        </p:nvCxnSpPr>
        <p:spPr>
          <a:xfrm>
            <a:off x="-33475" y="4738400"/>
            <a:ext cx="9211200" cy="8100"/>
          </a:xfrm>
          <a:prstGeom prst="straightConnector1">
            <a:avLst/>
          </a:prstGeom>
          <a:noFill/>
          <a:ln cap="flat" cmpd="sng" w="9525">
            <a:solidFill>
              <a:srgbClr val="9D8BCA"/>
            </a:solidFill>
            <a:prstDash val="solid"/>
            <a:round/>
            <a:headEnd len="med" w="med" type="none"/>
            <a:tailEnd len="med" w="med" type="none"/>
          </a:ln>
        </p:spPr>
      </p:cxnSp>
      <p:sp>
        <p:nvSpPr>
          <p:cNvPr id="259" name="Google Shape;259;p31"/>
          <p:cNvSpPr txBox="1"/>
          <p:nvPr/>
        </p:nvSpPr>
        <p:spPr>
          <a:xfrm>
            <a:off x="2869625" y="4779188"/>
            <a:ext cx="3405000" cy="2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Internal/External Product Space at Georgetown Use Only*</a:t>
            </a:r>
            <a:endParaRPr sz="800">
              <a:latin typeface="Poppins"/>
              <a:ea typeface="Poppins"/>
              <a:cs typeface="Poppins"/>
              <a:sym typeface="Poppins"/>
            </a:endParaRPr>
          </a:p>
        </p:txBody>
      </p:sp>
      <p:sp>
        <p:nvSpPr>
          <p:cNvPr id="260" name="Google Shape;260;p31"/>
          <p:cNvSpPr/>
          <p:nvPr/>
        </p:nvSpPr>
        <p:spPr>
          <a:xfrm rot="3578077">
            <a:off x="7357352" y="-58433"/>
            <a:ext cx="3516205" cy="3476788"/>
          </a:xfrm>
          <a:custGeom>
            <a:rect b="b" l="l" r="r" t="t"/>
            <a:pathLst>
              <a:path extrusionOk="0" h="59210" w="65181">
                <a:moveTo>
                  <a:pt x="23617" y="9808"/>
                </a:moveTo>
                <a:cubicBezTo>
                  <a:pt x="25785" y="15712"/>
                  <a:pt x="27153" y="21883"/>
                  <a:pt x="35092" y="17079"/>
                </a:cubicBezTo>
                <a:cubicBezTo>
                  <a:pt x="42998" y="12309"/>
                  <a:pt x="55740" y="12376"/>
                  <a:pt x="59276" y="17546"/>
                </a:cubicBezTo>
                <a:cubicBezTo>
                  <a:pt x="62812" y="22717"/>
                  <a:pt x="56140" y="30055"/>
                  <a:pt x="55940" y="36393"/>
                </a:cubicBezTo>
                <a:cubicBezTo>
                  <a:pt x="55740" y="42731"/>
                  <a:pt x="65180" y="49603"/>
                  <a:pt x="57741" y="54406"/>
                </a:cubicBezTo>
                <a:cubicBezTo>
                  <a:pt x="50303" y="59210"/>
                  <a:pt x="31556" y="57108"/>
                  <a:pt x="33224" y="47535"/>
                </a:cubicBezTo>
                <a:cubicBezTo>
                  <a:pt x="34892" y="37928"/>
                  <a:pt x="25719" y="35026"/>
                  <a:pt x="17579" y="31256"/>
                </a:cubicBezTo>
                <a:cubicBezTo>
                  <a:pt x="9440" y="27520"/>
                  <a:pt x="0" y="13744"/>
                  <a:pt x="7706" y="6872"/>
                </a:cubicBezTo>
                <a:cubicBezTo>
                  <a:pt x="15411" y="1"/>
                  <a:pt x="21449" y="3870"/>
                  <a:pt x="23617" y="980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4" name="Shape 264"/>
        <p:cNvGrpSpPr/>
        <p:nvPr/>
      </p:nvGrpSpPr>
      <p:grpSpPr>
        <a:xfrm>
          <a:off x="0" y="0"/>
          <a:ext cx="0" cy="0"/>
          <a:chOff x="0" y="0"/>
          <a:chExt cx="0" cy="0"/>
        </a:xfrm>
      </p:grpSpPr>
      <p:pic>
        <p:nvPicPr>
          <p:cNvPr id="265" name="Google Shape;265;p33"/>
          <p:cNvPicPr preferRelativeResize="0"/>
          <p:nvPr/>
        </p:nvPicPr>
        <p:blipFill>
          <a:blip r:embed="rId2">
            <a:alphaModFix/>
          </a:blip>
          <a:stretch>
            <a:fillRect/>
          </a:stretch>
        </p:blipFill>
        <p:spPr>
          <a:xfrm>
            <a:off x="-12178" y="2309"/>
            <a:ext cx="9168355" cy="5157200"/>
          </a:xfrm>
          <a:prstGeom prst="rect">
            <a:avLst/>
          </a:prstGeom>
          <a:noFill/>
          <a:ln>
            <a:noFill/>
          </a:ln>
        </p:spPr>
      </p:pic>
      <p:sp>
        <p:nvSpPr>
          <p:cNvPr id="266" name="Google Shape;266;p33"/>
          <p:cNvSpPr txBox="1"/>
          <p:nvPr>
            <p:ph type="ctrTitle"/>
          </p:nvPr>
        </p:nvSpPr>
        <p:spPr>
          <a:xfrm>
            <a:off x="579600" y="1723475"/>
            <a:ext cx="7299900" cy="9408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67" name="Google Shape;267;p33"/>
          <p:cNvSpPr txBox="1"/>
          <p:nvPr>
            <p:ph idx="1" type="subTitle"/>
          </p:nvPr>
        </p:nvSpPr>
        <p:spPr>
          <a:xfrm>
            <a:off x="632400" y="2500925"/>
            <a:ext cx="70746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rgbClr val="671E75"/>
              </a:buClr>
              <a:buSzPts val="2100"/>
              <a:buNone/>
              <a:defRPr sz="2100">
                <a:solidFill>
                  <a:srgbClr val="671E75"/>
                </a:solidFill>
              </a:defRPr>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
        <p:nvSpPr>
          <p:cNvPr id="268" name="Google Shape;268;p33"/>
          <p:cNvSpPr txBox="1"/>
          <p:nvPr/>
        </p:nvSpPr>
        <p:spPr>
          <a:xfrm>
            <a:off x="632400" y="3197600"/>
            <a:ext cx="2553600" cy="597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rgbClr val="671E75"/>
                </a:solidFill>
                <a:latin typeface="Roboto"/>
                <a:ea typeface="Roboto"/>
                <a:cs typeface="Roboto"/>
                <a:sym typeface="Roboto"/>
              </a:rPr>
              <a:t>Product Space, Inc. (National)</a:t>
            </a:r>
            <a:endParaRPr b="1" sz="1300">
              <a:solidFill>
                <a:srgbClr val="671E75"/>
              </a:solidFill>
              <a:latin typeface="Roboto"/>
              <a:ea typeface="Roboto"/>
              <a:cs typeface="Roboto"/>
              <a:sym typeface="Roboto"/>
            </a:endParaRPr>
          </a:p>
          <a:p>
            <a:pPr indent="0" lvl="0" marL="0" rtl="0" algn="l">
              <a:lnSpc>
                <a:spcPct val="115000"/>
              </a:lnSpc>
              <a:spcBef>
                <a:spcPts val="0"/>
              </a:spcBef>
              <a:spcAft>
                <a:spcPts val="0"/>
              </a:spcAft>
              <a:buNone/>
            </a:pPr>
            <a:r>
              <a:rPr lang="en" sz="1300">
                <a:solidFill>
                  <a:srgbClr val="671E75"/>
                </a:solidFill>
                <a:latin typeface="Roboto"/>
                <a:ea typeface="Roboto"/>
                <a:cs typeface="Roboto"/>
                <a:sym typeface="Roboto"/>
              </a:rPr>
              <a:t>Spring 2024</a:t>
            </a:r>
            <a:endParaRPr sz="1300">
              <a:solidFill>
                <a:srgbClr val="671E75"/>
              </a:solidFill>
              <a:latin typeface="Roboto"/>
              <a:ea typeface="Roboto"/>
              <a:cs typeface="Roboto"/>
              <a:sym typeface="Roboto"/>
            </a:endParaRPr>
          </a:p>
        </p:txBody>
      </p:sp>
      <p:pic>
        <p:nvPicPr>
          <p:cNvPr id="269" name="Google Shape;269;p33"/>
          <p:cNvPicPr preferRelativeResize="0"/>
          <p:nvPr/>
        </p:nvPicPr>
        <p:blipFill>
          <a:blip r:embed="rId3">
            <a:alphaModFix/>
          </a:blip>
          <a:stretch>
            <a:fillRect/>
          </a:stretch>
        </p:blipFill>
        <p:spPr>
          <a:xfrm>
            <a:off x="8634807" y="210086"/>
            <a:ext cx="293775" cy="47792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
  <p:cSld name="CUSTOM_2">
    <p:spTree>
      <p:nvGrpSpPr>
        <p:cNvPr id="270" name="Shape 270"/>
        <p:cNvGrpSpPr/>
        <p:nvPr/>
      </p:nvGrpSpPr>
      <p:grpSpPr>
        <a:xfrm>
          <a:off x="0" y="0"/>
          <a:ext cx="0" cy="0"/>
          <a:chOff x="0" y="0"/>
          <a:chExt cx="0" cy="0"/>
        </a:xfrm>
      </p:grpSpPr>
      <p:sp>
        <p:nvSpPr>
          <p:cNvPr id="271" name="Google Shape;271;p34"/>
          <p:cNvSpPr txBox="1"/>
          <p:nvPr>
            <p:ph type="title"/>
          </p:nvPr>
        </p:nvSpPr>
        <p:spPr>
          <a:xfrm>
            <a:off x="629875" y="3042700"/>
            <a:ext cx="6024600" cy="1031400"/>
          </a:xfrm>
          <a:prstGeom prst="rect">
            <a:avLst/>
          </a:prstGeom>
        </p:spPr>
        <p:txBody>
          <a:bodyPr anchorCtr="0" anchor="ctr" bIns="91425" lIns="91425" spcFirstLastPara="1" rIns="91425" wrap="square" tIns="91425">
            <a:noAutofit/>
          </a:bodyPr>
          <a:lstStyle>
            <a:lvl1pPr lvl="0">
              <a:spcBef>
                <a:spcPts val="0"/>
              </a:spcBef>
              <a:spcAft>
                <a:spcPts val="0"/>
              </a:spcAft>
              <a:buSzPts val="5500"/>
              <a:buNone/>
              <a:defRPr sz="5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72" name="Google Shape;272;p34"/>
          <p:cNvPicPr preferRelativeResize="0"/>
          <p:nvPr/>
        </p:nvPicPr>
        <p:blipFill>
          <a:blip r:embed="rId2">
            <a:alphaModFix/>
          </a:blip>
          <a:stretch>
            <a:fillRect/>
          </a:stretch>
        </p:blipFill>
        <p:spPr>
          <a:xfrm>
            <a:off x="8634807" y="210086"/>
            <a:ext cx="293775" cy="477924"/>
          </a:xfrm>
          <a:prstGeom prst="rect">
            <a:avLst/>
          </a:prstGeom>
          <a:noFill/>
          <a:ln>
            <a:noFill/>
          </a:ln>
        </p:spPr>
      </p:pic>
      <p:sp>
        <p:nvSpPr>
          <p:cNvPr id="273" name="Google Shape;273;p34"/>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lvl1pPr lvl="0">
              <a:spcBef>
                <a:spcPts val="0"/>
              </a:spcBef>
              <a:spcAft>
                <a:spcPts val="0"/>
              </a:spcAft>
              <a:buClr>
                <a:srgbClr val="671E75"/>
              </a:buClr>
              <a:buSzPts val="2300"/>
              <a:buFont typeface="Raleway"/>
              <a:buNone/>
              <a:defRPr sz="2300">
                <a:solidFill>
                  <a:srgbClr val="671E75"/>
                </a:solidFill>
                <a:latin typeface="Raleway"/>
                <a:ea typeface="Raleway"/>
                <a:cs typeface="Raleway"/>
                <a:sym typeface="Raleway"/>
              </a:defRPr>
            </a:lvl1pPr>
            <a:lvl2pPr lvl="1">
              <a:spcBef>
                <a:spcPts val="0"/>
              </a:spcBef>
              <a:spcAft>
                <a:spcPts val="0"/>
              </a:spcAft>
              <a:buClr>
                <a:srgbClr val="671E75"/>
              </a:buClr>
              <a:buSzPts val="1100"/>
              <a:buNone/>
              <a:defRPr>
                <a:solidFill>
                  <a:srgbClr val="671E75"/>
                </a:solidFill>
              </a:defRPr>
            </a:lvl2pPr>
            <a:lvl3pPr lvl="2">
              <a:spcBef>
                <a:spcPts val="0"/>
              </a:spcBef>
              <a:spcAft>
                <a:spcPts val="0"/>
              </a:spcAft>
              <a:buClr>
                <a:srgbClr val="671E75"/>
              </a:buClr>
              <a:buSzPts val="1100"/>
              <a:buNone/>
              <a:defRPr>
                <a:solidFill>
                  <a:srgbClr val="671E75"/>
                </a:solidFill>
              </a:defRPr>
            </a:lvl3pPr>
            <a:lvl4pPr lvl="3">
              <a:spcBef>
                <a:spcPts val="0"/>
              </a:spcBef>
              <a:spcAft>
                <a:spcPts val="0"/>
              </a:spcAft>
              <a:buClr>
                <a:srgbClr val="671E75"/>
              </a:buClr>
              <a:buSzPts val="1100"/>
              <a:buNone/>
              <a:defRPr>
                <a:solidFill>
                  <a:srgbClr val="671E75"/>
                </a:solidFill>
              </a:defRPr>
            </a:lvl4pPr>
            <a:lvl5pPr lvl="4">
              <a:spcBef>
                <a:spcPts val="0"/>
              </a:spcBef>
              <a:spcAft>
                <a:spcPts val="0"/>
              </a:spcAft>
              <a:buClr>
                <a:srgbClr val="671E75"/>
              </a:buClr>
              <a:buSzPts val="1100"/>
              <a:buNone/>
              <a:defRPr>
                <a:solidFill>
                  <a:srgbClr val="671E75"/>
                </a:solidFill>
              </a:defRPr>
            </a:lvl5pPr>
            <a:lvl6pPr lvl="5">
              <a:spcBef>
                <a:spcPts val="0"/>
              </a:spcBef>
              <a:spcAft>
                <a:spcPts val="0"/>
              </a:spcAft>
              <a:buClr>
                <a:srgbClr val="671E75"/>
              </a:buClr>
              <a:buSzPts val="1100"/>
              <a:buNone/>
              <a:defRPr>
                <a:solidFill>
                  <a:srgbClr val="671E75"/>
                </a:solidFill>
              </a:defRPr>
            </a:lvl6pPr>
            <a:lvl7pPr lvl="6">
              <a:spcBef>
                <a:spcPts val="0"/>
              </a:spcBef>
              <a:spcAft>
                <a:spcPts val="0"/>
              </a:spcAft>
              <a:buClr>
                <a:srgbClr val="671E75"/>
              </a:buClr>
              <a:buSzPts val="1100"/>
              <a:buNone/>
              <a:defRPr>
                <a:solidFill>
                  <a:srgbClr val="671E75"/>
                </a:solidFill>
              </a:defRPr>
            </a:lvl7pPr>
            <a:lvl8pPr lvl="7">
              <a:spcBef>
                <a:spcPts val="0"/>
              </a:spcBef>
              <a:spcAft>
                <a:spcPts val="0"/>
              </a:spcAft>
              <a:buClr>
                <a:srgbClr val="671E75"/>
              </a:buClr>
              <a:buSzPts val="1100"/>
              <a:buNone/>
              <a:defRPr>
                <a:solidFill>
                  <a:srgbClr val="671E75"/>
                </a:solidFill>
              </a:defRPr>
            </a:lvl8pPr>
            <a:lvl9pPr lvl="8">
              <a:spcBef>
                <a:spcPts val="0"/>
              </a:spcBef>
              <a:spcAft>
                <a:spcPts val="0"/>
              </a:spcAft>
              <a:buClr>
                <a:srgbClr val="671E75"/>
              </a:buClr>
              <a:buSzPts val="1100"/>
              <a:buNone/>
              <a:defRPr>
                <a:solidFill>
                  <a:srgbClr val="671E75"/>
                </a:solidFill>
              </a:defRPr>
            </a:lvl9pPr>
          </a:lstStyle>
          <a:p/>
        </p:txBody>
      </p:sp>
      <p:sp>
        <p:nvSpPr>
          <p:cNvPr id="274" name="Google Shape;274;p34"/>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lvl1pPr lvl="0">
              <a:spcBef>
                <a:spcPts val="0"/>
              </a:spcBef>
              <a:spcAft>
                <a:spcPts val="0"/>
              </a:spcAft>
              <a:buClr>
                <a:srgbClr val="7B2A8D"/>
              </a:buClr>
              <a:buSzPts val="1600"/>
              <a:buFont typeface="Raleway"/>
              <a:buNone/>
              <a:defRPr sz="1600">
                <a:solidFill>
                  <a:srgbClr val="7B2A8D"/>
                </a:solidFill>
                <a:latin typeface="Raleway"/>
                <a:ea typeface="Raleway"/>
                <a:cs typeface="Raleway"/>
                <a:sym typeface="Raleway"/>
              </a:defRPr>
            </a:lvl1pPr>
            <a:lvl2pPr lvl="1">
              <a:spcBef>
                <a:spcPts val="0"/>
              </a:spcBef>
              <a:spcAft>
                <a:spcPts val="0"/>
              </a:spcAft>
              <a:buSzPts val="1600"/>
              <a:buFont typeface="Raleway"/>
              <a:buNone/>
              <a:defRPr sz="1600">
                <a:latin typeface="Raleway"/>
                <a:ea typeface="Raleway"/>
                <a:cs typeface="Raleway"/>
                <a:sym typeface="Raleway"/>
              </a:defRPr>
            </a:lvl2pPr>
            <a:lvl3pPr lvl="2">
              <a:spcBef>
                <a:spcPts val="0"/>
              </a:spcBef>
              <a:spcAft>
                <a:spcPts val="0"/>
              </a:spcAft>
              <a:buSzPts val="1600"/>
              <a:buFont typeface="Raleway"/>
              <a:buNone/>
              <a:defRPr sz="1600">
                <a:latin typeface="Raleway"/>
                <a:ea typeface="Raleway"/>
                <a:cs typeface="Raleway"/>
                <a:sym typeface="Raleway"/>
              </a:defRPr>
            </a:lvl3pPr>
            <a:lvl4pPr lvl="3">
              <a:spcBef>
                <a:spcPts val="0"/>
              </a:spcBef>
              <a:spcAft>
                <a:spcPts val="0"/>
              </a:spcAft>
              <a:buSzPts val="1600"/>
              <a:buFont typeface="Raleway"/>
              <a:buNone/>
              <a:defRPr sz="1600">
                <a:latin typeface="Raleway"/>
                <a:ea typeface="Raleway"/>
                <a:cs typeface="Raleway"/>
                <a:sym typeface="Raleway"/>
              </a:defRPr>
            </a:lvl4pPr>
            <a:lvl5pPr lvl="4">
              <a:spcBef>
                <a:spcPts val="0"/>
              </a:spcBef>
              <a:spcAft>
                <a:spcPts val="0"/>
              </a:spcAft>
              <a:buSzPts val="1600"/>
              <a:buFont typeface="Raleway"/>
              <a:buNone/>
              <a:defRPr sz="1600">
                <a:latin typeface="Raleway"/>
                <a:ea typeface="Raleway"/>
                <a:cs typeface="Raleway"/>
                <a:sym typeface="Raleway"/>
              </a:defRPr>
            </a:lvl5pPr>
            <a:lvl6pPr lvl="5">
              <a:spcBef>
                <a:spcPts val="0"/>
              </a:spcBef>
              <a:spcAft>
                <a:spcPts val="0"/>
              </a:spcAft>
              <a:buSzPts val="1600"/>
              <a:buFont typeface="Raleway"/>
              <a:buNone/>
              <a:defRPr sz="1600">
                <a:latin typeface="Raleway"/>
                <a:ea typeface="Raleway"/>
                <a:cs typeface="Raleway"/>
                <a:sym typeface="Raleway"/>
              </a:defRPr>
            </a:lvl6pPr>
            <a:lvl7pPr lvl="6">
              <a:spcBef>
                <a:spcPts val="0"/>
              </a:spcBef>
              <a:spcAft>
                <a:spcPts val="0"/>
              </a:spcAft>
              <a:buSzPts val="1600"/>
              <a:buFont typeface="Raleway"/>
              <a:buNone/>
              <a:defRPr sz="1600">
                <a:latin typeface="Raleway"/>
                <a:ea typeface="Raleway"/>
                <a:cs typeface="Raleway"/>
                <a:sym typeface="Raleway"/>
              </a:defRPr>
            </a:lvl7pPr>
            <a:lvl8pPr lvl="7">
              <a:spcBef>
                <a:spcPts val="0"/>
              </a:spcBef>
              <a:spcAft>
                <a:spcPts val="0"/>
              </a:spcAft>
              <a:buSzPts val="1600"/>
              <a:buFont typeface="Raleway"/>
              <a:buNone/>
              <a:defRPr sz="1600">
                <a:latin typeface="Raleway"/>
                <a:ea typeface="Raleway"/>
                <a:cs typeface="Raleway"/>
                <a:sym typeface="Raleway"/>
              </a:defRPr>
            </a:lvl8pPr>
            <a:lvl9pPr lvl="8">
              <a:spcBef>
                <a:spcPts val="0"/>
              </a:spcBef>
              <a:spcAft>
                <a:spcPts val="0"/>
              </a:spcAft>
              <a:buSzPts val="1600"/>
              <a:buFont typeface="Raleway"/>
              <a:buNone/>
              <a:defRPr sz="1600">
                <a:latin typeface="Raleway"/>
                <a:ea typeface="Raleway"/>
                <a:cs typeface="Raleway"/>
                <a:sym typeface="Raleway"/>
              </a:defRPr>
            </a:lvl9pPr>
          </a:lstStyle>
          <a:p/>
        </p:txBody>
      </p:sp>
      <p:pic>
        <p:nvPicPr>
          <p:cNvPr id="275" name="Google Shape;275;p34"/>
          <p:cNvPicPr preferRelativeResize="0"/>
          <p:nvPr/>
        </p:nvPicPr>
        <p:blipFill>
          <a:blip r:embed="rId3">
            <a:alphaModFix/>
          </a:blip>
          <a:stretch>
            <a:fillRect/>
          </a:stretch>
        </p:blipFill>
        <p:spPr>
          <a:xfrm>
            <a:off x="-451" y="-8283"/>
            <a:ext cx="9161999" cy="3264414"/>
          </a:xfrm>
          <a:prstGeom prst="rect">
            <a:avLst/>
          </a:prstGeom>
          <a:noFill/>
          <a:ln>
            <a:noFill/>
          </a:ln>
        </p:spPr>
      </p:pic>
      <p:pic>
        <p:nvPicPr>
          <p:cNvPr id="276" name="Google Shape;276;p34"/>
          <p:cNvPicPr preferRelativeResize="0"/>
          <p:nvPr/>
        </p:nvPicPr>
        <p:blipFill>
          <a:blip r:embed="rId2">
            <a:alphaModFix/>
          </a:blip>
          <a:stretch>
            <a:fillRect/>
          </a:stretch>
        </p:blipFill>
        <p:spPr>
          <a:xfrm>
            <a:off x="8652204" y="4401086"/>
            <a:ext cx="293775" cy="47792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
  <p:cSld name="TITLE_AND_BODY_1">
    <p:spTree>
      <p:nvGrpSpPr>
        <p:cNvPr id="277" name="Shape 277"/>
        <p:cNvGrpSpPr/>
        <p:nvPr/>
      </p:nvGrpSpPr>
      <p:grpSpPr>
        <a:xfrm>
          <a:off x="0" y="0"/>
          <a:ext cx="0" cy="0"/>
          <a:chOff x="0" y="0"/>
          <a:chExt cx="0" cy="0"/>
        </a:xfrm>
      </p:grpSpPr>
      <p:pic>
        <p:nvPicPr>
          <p:cNvPr id="278" name="Google Shape;278;p35"/>
          <p:cNvPicPr preferRelativeResize="0"/>
          <p:nvPr/>
        </p:nvPicPr>
        <p:blipFill>
          <a:blip r:embed="rId2">
            <a:alphaModFix/>
          </a:blip>
          <a:stretch>
            <a:fillRect/>
          </a:stretch>
        </p:blipFill>
        <p:spPr>
          <a:xfrm>
            <a:off x="-7815" y="-7800"/>
            <a:ext cx="9161999" cy="2103595"/>
          </a:xfrm>
          <a:prstGeom prst="rect">
            <a:avLst/>
          </a:prstGeom>
          <a:noFill/>
          <a:ln>
            <a:noFill/>
          </a:ln>
        </p:spPr>
      </p:pic>
      <p:sp>
        <p:nvSpPr>
          <p:cNvPr id="279" name="Google Shape;279;p35"/>
          <p:cNvSpPr txBox="1"/>
          <p:nvPr>
            <p:ph type="title"/>
          </p:nvPr>
        </p:nvSpPr>
        <p:spPr>
          <a:xfrm>
            <a:off x="464525" y="937425"/>
            <a:ext cx="81825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0" name="Google Shape;280;p35"/>
          <p:cNvSpPr txBox="1"/>
          <p:nvPr>
            <p:ph idx="1" type="body"/>
          </p:nvPr>
        </p:nvSpPr>
        <p:spPr>
          <a:xfrm>
            <a:off x="468450" y="1462175"/>
            <a:ext cx="8182500" cy="310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81" name="Google Shape;281;p35"/>
          <p:cNvSpPr txBox="1"/>
          <p:nvPr>
            <p:ph idx="2" type="subTitle"/>
          </p:nvPr>
        </p:nvSpPr>
        <p:spPr>
          <a:xfrm>
            <a:off x="468450" y="664675"/>
            <a:ext cx="4180200" cy="48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pic>
        <p:nvPicPr>
          <p:cNvPr id="282" name="Google Shape;282;p35"/>
          <p:cNvPicPr preferRelativeResize="0"/>
          <p:nvPr/>
        </p:nvPicPr>
        <p:blipFill>
          <a:blip r:embed="rId3">
            <a:alphaModFix/>
          </a:blip>
          <a:stretch>
            <a:fillRect/>
          </a:stretch>
        </p:blipFill>
        <p:spPr>
          <a:xfrm>
            <a:off x="8543742" y="4348342"/>
            <a:ext cx="214525" cy="349000"/>
          </a:xfrm>
          <a:prstGeom prst="rect">
            <a:avLst/>
          </a:prstGeom>
          <a:noFill/>
          <a:ln>
            <a:noFill/>
          </a:ln>
        </p:spPr>
      </p:pic>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A]">
  <p:cSld name="TITLE_AND_BODY_1_1">
    <p:spTree>
      <p:nvGrpSpPr>
        <p:cNvPr id="283" name="Shape 283"/>
        <p:cNvGrpSpPr/>
        <p:nvPr/>
      </p:nvGrpSpPr>
      <p:grpSpPr>
        <a:xfrm>
          <a:off x="0" y="0"/>
          <a:ext cx="0" cy="0"/>
          <a:chOff x="0" y="0"/>
          <a:chExt cx="0" cy="0"/>
        </a:xfrm>
      </p:grpSpPr>
      <p:pic>
        <p:nvPicPr>
          <p:cNvPr id="284" name="Google Shape;284;p36"/>
          <p:cNvPicPr preferRelativeResize="0"/>
          <p:nvPr/>
        </p:nvPicPr>
        <p:blipFill>
          <a:blip r:embed="rId2">
            <a:alphaModFix/>
          </a:blip>
          <a:stretch>
            <a:fillRect/>
          </a:stretch>
        </p:blipFill>
        <p:spPr>
          <a:xfrm>
            <a:off x="-7815" y="-7800"/>
            <a:ext cx="9161999" cy="2103595"/>
          </a:xfrm>
          <a:prstGeom prst="rect">
            <a:avLst/>
          </a:prstGeom>
          <a:noFill/>
          <a:ln>
            <a:noFill/>
          </a:ln>
        </p:spPr>
      </p:pic>
      <p:sp>
        <p:nvSpPr>
          <p:cNvPr id="285" name="Google Shape;285;p36"/>
          <p:cNvSpPr txBox="1"/>
          <p:nvPr>
            <p:ph type="title"/>
          </p:nvPr>
        </p:nvSpPr>
        <p:spPr>
          <a:xfrm>
            <a:off x="464525" y="937425"/>
            <a:ext cx="81825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6" name="Google Shape;286;p36"/>
          <p:cNvSpPr txBox="1"/>
          <p:nvPr>
            <p:ph idx="1" type="subTitle"/>
          </p:nvPr>
        </p:nvSpPr>
        <p:spPr>
          <a:xfrm>
            <a:off x="468450" y="664675"/>
            <a:ext cx="4180200" cy="48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sp>
        <p:nvSpPr>
          <p:cNvPr id="287" name="Google Shape;287;p36"/>
          <p:cNvSpPr txBox="1"/>
          <p:nvPr>
            <p:ph idx="2" type="body"/>
          </p:nvPr>
        </p:nvSpPr>
        <p:spPr>
          <a:xfrm>
            <a:off x="468450" y="1462175"/>
            <a:ext cx="4083300" cy="310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88" name="Google Shape;288;p36"/>
          <p:cNvSpPr txBox="1"/>
          <p:nvPr>
            <p:ph idx="3" type="body"/>
          </p:nvPr>
        </p:nvSpPr>
        <p:spPr>
          <a:xfrm>
            <a:off x="4567500" y="1462175"/>
            <a:ext cx="4083300" cy="3106800"/>
          </a:xfrm>
          <a:prstGeom prst="rect">
            <a:avLst/>
          </a:prstGeom>
        </p:spPr>
        <p:txBody>
          <a:bodyPr anchorCtr="0" anchor="t" bIns="91425" lIns="91425" spcFirstLastPara="1" rIns="91425" wrap="square" tIns="91425">
            <a:norm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pic>
        <p:nvPicPr>
          <p:cNvPr id="289" name="Google Shape;289;p36"/>
          <p:cNvPicPr preferRelativeResize="0"/>
          <p:nvPr/>
        </p:nvPicPr>
        <p:blipFill>
          <a:blip r:embed="rId3">
            <a:alphaModFix/>
          </a:blip>
          <a:stretch>
            <a:fillRect/>
          </a:stretch>
        </p:blipFill>
        <p:spPr>
          <a:xfrm>
            <a:off x="8543742" y="4348342"/>
            <a:ext cx="214525" cy="349000"/>
          </a:xfrm>
          <a:prstGeom prst="rect">
            <a:avLst/>
          </a:prstGeom>
          <a:noFill/>
          <a:ln>
            <a:noFill/>
          </a:ln>
        </p:spPr>
      </p:pic>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de Column Text [A]">
  <p:cSld name="TITLE_AND_BODY_1_1_1">
    <p:spTree>
      <p:nvGrpSpPr>
        <p:cNvPr id="290" name="Shape 290"/>
        <p:cNvGrpSpPr/>
        <p:nvPr/>
      </p:nvGrpSpPr>
      <p:grpSpPr>
        <a:xfrm>
          <a:off x="0" y="0"/>
          <a:ext cx="0" cy="0"/>
          <a:chOff x="0" y="0"/>
          <a:chExt cx="0" cy="0"/>
        </a:xfrm>
      </p:grpSpPr>
      <p:pic>
        <p:nvPicPr>
          <p:cNvPr id="291" name="Google Shape;291;p37"/>
          <p:cNvPicPr preferRelativeResize="0"/>
          <p:nvPr/>
        </p:nvPicPr>
        <p:blipFill>
          <a:blip r:embed="rId2">
            <a:alphaModFix/>
          </a:blip>
          <a:stretch>
            <a:fillRect/>
          </a:stretch>
        </p:blipFill>
        <p:spPr>
          <a:xfrm>
            <a:off x="-7797" y="-2050"/>
            <a:ext cx="2980799" cy="5147611"/>
          </a:xfrm>
          <a:prstGeom prst="rect">
            <a:avLst/>
          </a:prstGeom>
          <a:noFill/>
          <a:ln>
            <a:noFill/>
          </a:ln>
        </p:spPr>
      </p:pic>
      <p:sp>
        <p:nvSpPr>
          <p:cNvPr id="292" name="Google Shape;292;p37"/>
          <p:cNvSpPr txBox="1"/>
          <p:nvPr>
            <p:ph idx="1" type="subTitle"/>
          </p:nvPr>
        </p:nvSpPr>
        <p:spPr>
          <a:xfrm>
            <a:off x="401800" y="1022475"/>
            <a:ext cx="2303100" cy="369900"/>
          </a:xfrm>
          <a:prstGeom prst="rect">
            <a:avLst/>
          </a:prstGeom>
        </p:spPr>
        <p:txBody>
          <a:bodyPr anchorCtr="0" anchor="t" bIns="91425" lIns="91425" spcFirstLastPara="1" rIns="91425" wrap="square" tIns="91425">
            <a:normAutofit/>
          </a:bodyPr>
          <a:lstStyle>
            <a:lvl1pPr lvl="0">
              <a:spcBef>
                <a:spcPts val="0"/>
              </a:spcBef>
              <a:spcAft>
                <a:spcPts val="0"/>
              </a:spcAft>
              <a:buSzPts val="1100"/>
              <a:buFont typeface="Raleway"/>
              <a:buNone/>
              <a:defRPr>
                <a:latin typeface="Raleway"/>
                <a:ea typeface="Raleway"/>
                <a:cs typeface="Raleway"/>
                <a:sym typeface="Ralewa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3" name="Google Shape;293;p37"/>
          <p:cNvSpPr txBox="1"/>
          <p:nvPr>
            <p:ph type="title"/>
          </p:nvPr>
        </p:nvSpPr>
        <p:spPr>
          <a:xfrm>
            <a:off x="391748" y="1309775"/>
            <a:ext cx="2303100" cy="487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2"/>
              </a:buClr>
              <a:buSzPts val="2800"/>
              <a:buNone/>
              <a:defRPr>
                <a:solidFill>
                  <a:schemeClr val="lt2"/>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4" name="Google Shape;294;p37"/>
          <p:cNvSpPr txBox="1"/>
          <p:nvPr/>
        </p:nvSpPr>
        <p:spPr>
          <a:xfrm>
            <a:off x="401800" y="1797575"/>
            <a:ext cx="2303100" cy="287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50">
              <a:solidFill>
                <a:schemeClr val="dk1"/>
              </a:solidFill>
              <a:latin typeface="Roboto"/>
              <a:ea typeface="Roboto"/>
              <a:cs typeface="Roboto"/>
              <a:sym typeface="Roboto"/>
            </a:endParaRPr>
          </a:p>
        </p:txBody>
      </p:sp>
      <p:sp>
        <p:nvSpPr>
          <p:cNvPr id="295" name="Google Shape;295;p37"/>
          <p:cNvSpPr txBox="1"/>
          <p:nvPr>
            <p:ph idx="2" type="body"/>
          </p:nvPr>
        </p:nvSpPr>
        <p:spPr>
          <a:xfrm>
            <a:off x="391750" y="1797575"/>
            <a:ext cx="2303100" cy="2871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pic>
        <p:nvPicPr>
          <p:cNvPr id="296" name="Google Shape;296;p37"/>
          <p:cNvPicPr preferRelativeResize="0"/>
          <p:nvPr/>
        </p:nvPicPr>
        <p:blipFill>
          <a:blip r:embed="rId3">
            <a:alphaModFix/>
          </a:blip>
          <a:stretch>
            <a:fillRect/>
          </a:stretch>
        </p:blipFill>
        <p:spPr>
          <a:xfrm>
            <a:off x="8543742" y="4348342"/>
            <a:ext cx="214525" cy="349000"/>
          </a:xfrm>
          <a:prstGeom prst="rect">
            <a:avLst/>
          </a:prstGeom>
          <a:noFill/>
          <a:ln>
            <a:noFill/>
          </a:ln>
        </p:spPr>
      </p:pic>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 type="secHead">
  <p:cSld name="SECTION_HEADER">
    <p:spTree>
      <p:nvGrpSpPr>
        <p:cNvPr id="297" name="Shape 297"/>
        <p:cNvGrpSpPr/>
        <p:nvPr/>
      </p:nvGrpSpPr>
      <p:grpSpPr>
        <a:xfrm>
          <a:off x="0" y="0"/>
          <a:ext cx="0" cy="0"/>
          <a:chOff x="0" y="0"/>
          <a:chExt cx="0" cy="0"/>
        </a:xfrm>
      </p:grpSpPr>
      <p:pic>
        <p:nvPicPr>
          <p:cNvPr id="298" name="Google Shape;298;p38"/>
          <p:cNvPicPr preferRelativeResize="0"/>
          <p:nvPr/>
        </p:nvPicPr>
        <p:blipFill>
          <a:blip r:embed="rId2">
            <a:alphaModFix/>
          </a:blip>
          <a:stretch>
            <a:fillRect/>
          </a:stretch>
        </p:blipFill>
        <p:spPr>
          <a:xfrm>
            <a:off x="0" y="0"/>
            <a:ext cx="9143994" cy="5143500"/>
          </a:xfrm>
          <a:prstGeom prst="rect">
            <a:avLst/>
          </a:prstGeom>
          <a:noFill/>
          <a:ln>
            <a:noFill/>
          </a:ln>
        </p:spPr>
      </p:pic>
      <p:sp>
        <p:nvSpPr>
          <p:cNvPr id="299" name="Google Shape;299;p38"/>
          <p:cNvSpPr txBox="1"/>
          <p:nvPr>
            <p:ph type="title"/>
          </p:nvPr>
        </p:nvSpPr>
        <p:spPr>
          <a:xfrm>
            <a:off x="629875" y="3042700"/>
            <a:ext cx="6024600" cy="1031400"/>
          </a:xfrm>
          <a:prstGeom prst="rect">
            <a:avLst/>
          </a:prstGeom>
        </p:spPr>
        <p:txBody>
          <a:bodyPr anchorCtr="0" anchor="ctr" bIns="91425" lIns="91425" spcFirstLastPara="1" rIns="91425" wrap="square" tIns="91425">
            <a:noAutofit/>
          </a:bodyPr>
          <a:lstStyle>
            <a:lvl1pPr lvl="0">
              <a:spcBef>
                <a:spcPts val="0"/>
              </a:spcBef>
              <a:spcAft>
                <a:spcPts val="0"/>
              </a:spcAft>
              <a:buSzPts val="5500"/>
              <a:buNone/>
              <a:defRPr sz="5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300" name="Google Shape;300;p38"/>
          <p:cNvPicPr preferRelativeResize="0"/>
          <p:nvPr/>
        </p:nvPicPr>
        <p:blipFill>
          <a:blip r:embed="rId3">
            <a:alphaModFix/>
          </a:blip>
          <a:stretch>
            <a:fillRect/>
          </a:stretch>
        </p:blipFill>
        <p:spPr>
          <a:xfrm>
            <a:off x="8634807" y="210086"/>
            <a:ext cx="293775" cy="477924"/>
          </a:xfrm>
          <a:prstGeom prst="rect">
            <a:avLst/>
          </a:prstGeom>
          <a:noFill/>
          <a:ln>
            <a:noFill/>
          </a:ln>
        </p:spPr>
      </p:pic>
      <p:sp>
        <p:nvSpPr>
          <p:cNvPr id="301" name="Google Shape;301;p38"/>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lvl1pPr lvl="0">
              <a:spcBef>
                <a:spcPts val="0"/>
              </a:spcBef>
              <a:spcAft>
                <a:spcPts val="0"/>
              </a:spcAft>
              <a:buClr>
                <a:srgbClr val="671E75"/>
              </a:buClr>
              <a:buSzPts val="2300"/>
              <a:buFont typeface="Raleway"/>
              <a:buNone/>
              <a:defRPr sz="2300">
                <a:solidFill>
                  <a:srgbClr val="671E75"/>
                </a:solidFill>
                <a:latin typeface="Raleway"/>
                <a:ea typeface="Raleway"/>
                <a:cs typeface="Raleway"/>
                <a:sym typeface="Raleway"/>
              </a:defRPr>
            </a:lvl1pPr>
            <a:lvl2pPr lvl="1">
              <a:spcBef>
                <a:spcPts val="0"/>
              </a:spcBef>
              <a:spcAft>
                <a:spcPts val="0"/>
              </a:spcAft>
              <a:buClr>
                <a:srgbClr val="671E75"/>
              </a:buClr>
              <a:buSzPts val="1100"/>
              <a:buNone/>
              <a:defRPr>
                <a:solidFill>
                  <a:srgbClr val="671E75"/>
                </a:solidFill>
              </a:defRPr>
            </a:lvl2pPr>
            <a:lvl3pPr lvl="2">
              <a:spcBef>
                <a:spcPts val="0"/>
              </a:spcBef>
              <a:spcAft>
                <a:spcPts val="0"/>
              </a:spcAft>
              <a:buClr>
                <a:srgbClr val="671E75"/>
              </a:buClr>
              <a:buSzPts val="1100"/>
              <a:buNone/>
              <a:defRPr>
                <a:solidFill>
                  <a:srgbClr val="671E75"/>
                </a:solidFill>
              </a:defRPr>
            </a:lvl3pPr>
            <a:lvl4pPr lvl="3">
              <a:spcBef>
                <a:spcPts val="0"/>
              </a:spcBef>
              <a:spcAft>
                <a:spcPts val="0"/>
              </a:spcAft>
              <a:buClr>
                <a:srgbClr val="671E75"/>
              </a:buClr>
              <a:buSzPts val="1100"/>
              <a:buNone/>
              <a:defRPr>
                <a:solidFill>
                  <a:srgbClr val="671E75"/>
                </a:solidFill>
              </a:defRPr>
            </a:lvl4pPr>
            <a:lvl5pPr lvl="4">
              <a:spcBef>
                <a:spcPts val="0"/>
              </a:spcBef>
              <a:spcAft>
                <a:spcPts val="0"/>
              </a:spcAft>
              <a:buClr>
                <a:srgbClr val="671E75"/>
              </a:buClr>
              <a:buSzPts val="1100"/>
              <a:buNone/>
              <a:defRPr>
                <a:solidFill>
                  <a:srgbClr val="671E75"/>
                </a:solidFill>
              </a:defRPr>
            </a:lvl5pPr>
            <a:lvl6pPr lvl="5">
              <a:spcBef>
                <a:spcPts val="0"/>
              </a:spcBef>
              <a:spcAft>
                <a:spcPts val="0"/>
              </a:spcAft>
              <a:buClr>
                <a:srgbClr val="671E75"/>
              </a:buClr>
              <a:buSzPts val="1100"/>
              <a:buNone/>
              <a:defRPr>
                <a:solidFill>
                  <a:srgbClr val="671E75"/>
                </a:solidFill>
              </a:defRPr>
            </a:lvl6pPr>
            <a:lvl7pPr lvl="6">
              <a:spcBef>
                <a:spcPts val="0"/>
              </a:spcBef>
              <a:spcAft>
                <a:spcPts val="0"/>
              </a:spcAft>
              <a:buClr>
                <a:srgbClr val="671E75"/>
              </a:buClr>
              <a:buSzPts val="1100"/>
              <a:buNone/>
              <a:defRPr>
                <a:solidFill>
                  <a:srgbClr val="671E75"/>
                </a:solidFill>
              </a:defRPr>
            </a:lvl7pPr>
            <a:lvl8pPr lvl="7">
              <a:spcBef>
                <a:spcPts val="0"/>
              </a:spcBef>
              <a:spcAft>
                <a:spcPts val="0"/>
              </a:spcAft>
              <a:buClr>
                <a:srgbClr val="671E75"/>
              </a:buClr>
              <a:buSzPts val="1100"/>
              <a:buNone/>
              <a:defRPr>
                <a:solidFill>
                  <a:srgbClr val="671E75"/>
                </a:solidFill>
              </a:defRPr>
            </a:lvl8pPr>
            <a:lvl9pPr lvl="8">
              <a:spcBef>
                <a:spcPts val="0"/>
              </a:spcBef>
              <a:spcAft>
                <a:spcPts val="0"/>
              </a:spcAft>
              <a:buClr>
                <a:srgbClr val="671E75"/>
              </a:buClr>
              <a:buSzPts val="1100"/>
              <a:buNone/>
              <a:defRPr>
                <a:solidFill>
                  <a:srgbClr val="671E75"/>
                </a:solidFill>
              </a:defRPr>
            </a:lvl9pPr>
          </a:lstStyle>
          <a:p/>
        </p:txBody>
      </p:sp>
      <p:sp>
        <p:nvSpPr>
          <p:cNvPr id="302" name="Google Shape;302;p38"/>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lvl1pPr lvl="0">
              <a:spcBef>
                <a:spcPts val="0"/>
              </a:spcBef>
              <a:spcAft>
                <a:spcPts val="0"/>
              </a:spcAft>
              <a:buClr>
                <a:srgbClr val="7B2A8D"/>
              </a:buClr>
              <a:buSzPts val="1600"/>
              <a:buFont typeface="Raleway"/>
              <a:buNone/>
              <a:defRPr sz="1600">
                <a:solidFill>
                  <a:srgbClr val="7B2A8D"/>
                </a:solidFill>
                <a:latin typeface="Raleway"/>
                <a:ea typeface="Raleway"/>
                <a:cs typeface="Raleway"/>
                <a:sym typeface="Raleway"/>
              </a:defRPr>
            </a:lvl1pPr>
            <a:lvl2pPr lvl="1">
              <a:spcBef>
                <a:spcPts val="0"/>
              </a:spcBef>
              <a:spcAft>
                <a:spcPts val="0"/>
              </a:spcAft>
              <a:buSzPts val="1600"/>
              <a:buFont typeface="Raleway"/>
              <a:buNone/>
              <a:defRPr sz="1600">
                <a:latin typeface="Raleway"/>
                <a:ea typeface="Raleway"/>
                <a:cs typeface="Raleway"/>
                <a:sym typeface="Raleway"/>
              </a:defRPr>
            </a:lvl2pPr>
            <a:lvl3pPr lvl="2">
              <a:spcBef>
                <a:spcPts val="0"/>
              </a:spcBef>
              <a:spcAft>
                <a:spcPts val="0"/>
              </a:spcAft>
              <a:buSzPts val="1600"/>
              <a:buFont typeface="Raleway"/>
              <a:buNone/>
              <a:defRPr sz="1600">
                <a:latin typeface="Raleway"/>
                <a:ea typeface="Raleway"/>
                <a:cs typeface="Raleway"/>
                <a:sym typeface="Raleway"/>
              </a:defRPr>
            </a:lvl3pPr>
            <a:lvl4pPr lvl="3">
              <a:spcBef>
                <a:spcPts val="0"/>
              </a:spcBef>
              <a:spcAft>
                <a:spcPts val="0"/>
              </a:spcAft>
              <a:buSzPts val="1600"/>
              <a:buFont typeface="Raleway"/>
              <a:buNone/>
              <a:defRPr sz="1600">
                <a:latin typeface="Raleway"/>
                <a:ea typeface="Raleway"/>
                <a:cs typeface="Raleway"/>
                <a:sym typeface="Raleway"/>
              </a:defRPr>
            </a:lvl4pPr>
            <a:lvl5pPr lvl="4">
              <a:spcBef>
                <a:spcPts val="0"/>
              </a:spcBef>
              <a:spcAft>
                <a:spcPts val="0"/>
              </a:spcAft>
              <a:buSzPts val="1600"/>
              <a:buFont typeface="Raleway"/>
              <a:buNone/>
              <a:defRPr sz="1600">
                <a:latin typeface="Raleway"/>
                <a:ea typeface="Raleway"/>
                <a:cs typeface="Raleway"/>
                <a:sym typeface="Raleway"/>
              </a:defRPr>
            </a:lvl5pPr>
            <a:lvl6pPr lvl="5">
              <a:spcBef>
                <a:spcPts val="0"/>
              </a:spcBef>
              <a:spcAft>
                <a:spcPts val="0"/>
              </a:spcAft>
              <a:buSzPts val="1600"/>
              <a:buFont typeface="Raleway"/>
              <a:buNone/>
              <a:defRPr sz="1600">
                <a:latin typeface="Raleway"/>
                <a:ea typeface="Raleway"/>
                <a:cs typeface="Raleway"/>
                <a:sym typeface="Raleway"/>
              </a:defRPr>
            </a:lvl6pPr>
            <a:lvl7pPr lvl="6">
              <a:spcBef>
                <a:spcPts val="0"/>
              </a:spcBef>
              <a:spcAft>
                <a:spcPts val="0"/>
              </a:spcAft>
              <a:buSzPts val="1600"/>
              <a:buFont typeface="Raleway"/>
              <a:buNone/>
              <a:defRPr sz="1600">
                <a:latin typeface="Raleway"/>
                <a:ea typeface="Raleway"/>
                <a:cs typeface="Raleway"/>
                <a:sym typeface="Raleway"/>
              </a:defRPr>
            </a:lvl7pPr>
            <a:lvl8pPr lvl="7">
              <a:spcBef>
                <a:spcPts val="0"/>
              </a:spcBef>
              <a:spcAft>
                <a:spcPts val="0"/>
              </a:spcAft>
              <a:buSzPts val="1600"/>
              <a:buFont typeface="Raleway"/>
              <a:buNone/>
              <a:defRPr sz="1600">
                <a:latin typeface="Raleway"/>
                <a:ea typeface="Raleway"/>
                <a:cs typeface="Raleway"/>
                <a:sym typeface="Raleway"/>
              </a:defRPr>
            </a:lvl8pPr>
            <a:lvl9pPr lvl="8">
              <a:spcBef>
                <a:spcPts val="0"/>
              </a:spcBef>
              <a:spcAft>
                <a:spcPts val="0"/>
              </a:spcAft>
              <a:buSzPts val="1600"/>
              <a:buFont typeface="Raleway"/>
              <a:buNone/>
              <a:defRPr sz="1600">
                <a:latin typeface="Raleway"/>
                <a:ea typeface="Raleway"/>
                <a:cs typeface="Raleway"/>
                <a:sym typeface="Raleway"/>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B]" type="tx">
  <p:cSld name="TITLE_AND_BODY">
    <p:spTree>
      <p:nvGrpSpPr>
        <p:cNvPr id="303" name="Shape 303"/>
        <p:cNvGrpSpPr/>
        <p:nvPr/>
      </p:nvGrpSpPr>
      <p:grpSpPr>
        <a:xfrm>
          <a:off x="0" y="0"/>
          <a:ext cx="0" cy="0"/>
          <a:chOff x="0" y="0"/>
          <a:chExt cx="0" cy="0"/>
        </a:xfrm>
      </p:grpSpPr>
      <p:pic>
        <p:nvPicPr>
          <p:cNvPr id="304" name="Google Shape;304;p39"/>
          <p:cNvPicPr preferRelativeResize="0"/>
          <p:nvPr/>
        </p:nvPicPr>
        <p:blipFill>
          <a:blip r:embed="rId2">
            <a:alphaModFix/>
          </a:blip>
          <a:stretch>
            <a:fillRect/>
          </a:stretch>
        </p:blipFill>
        <p:spPr>
          <a:xfrm>
            <a:off x="0" y="0"/>
            <a:ext cx="9143994" cy="5143500"/>
          </a:xfrm>
          <a:prstGeom prst="rect">
            <a:avLst/>
          </a:prstGeom>
          <a:noFill/>
          <a:ln>
            <a:noFill/>
          </a:ln>
        </p:spPr>
      </p:pic>
      <p:pic>
        <p:nvPicPr>
          <p:cNvPr id="305" name="Google Shape;305;p39"/>
          <p:cNvPicPr preferRelativeResize="0"/>
          <p:nvPr/>
        </p:nvPicPr>
        <p:blipFill>
          <a:blip r:embed="rId3">
            <a:alphaModFix/>
          </a:blip>
          <a:stretch>
            <a:fillRect/>
          </a:stretch>
        </p:blipFill>
        <p:spPr>
          <a:xfrm>
            <a:off x="-1" y="35718"/>
            <a:ext cx="9144003" cy="5072064"/>
          </a:xfrm>
          <a:prstGeom prst="rect">
            <a:avLst/>
          </a:prstGeom>
          <a:noFill/>
          <a:ln>
            <a:noFill/>
          </a:ln>
        </p:spPr>
      </p:pic>
      <p:sp>
        <p:nvSpPr>
          <p:cNvPr id="306" name="Google Shape;306;p39"/>
          <p:cNvSpPr txBox="1"/>
          <p:nvPr>
            <p:ph type="title"/>
          </p:nvPr>
        </p:nvSpPr>
        <p:spPr>
          <a:xfrm>
            <a:off x="464525" y="937425"/>
            <a:ext cx="81825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7" name="Google Shape;307;p39"/>
          <p:cNvSpPr txBox="1"/>
          <p:nvPr>
            <p:ph idx="1" type="body"/>
          </p:nvPr>
        </p:nvSpPr>
        <p:spPr>
          <a:xfrm>
            <a:off x="468450" y="1462175"/>
            <a:ext cx="8182500" cy="310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pic>
        <p:nvPicPr>
          <p:cNvPr id="308" name="Google Shape;308;p39"/>
          <p:cNvPicPr preferRelativeResize="0"/>
          <p:nvPr/>
        </p:nvPicPr>
        <p:blipFill>
          <a:blip r:embed="rId4">
            <a:alphaModFix/>
          </a:blip>
          <a:stretch>
            <a:fillRect/>
          </a:stretch>
        </p:blipFill>
        <p:spPr>
          <a:xfrm>
            <a:off x="8543742" y="4348342"/>
            <a:ext cx="214525" cy="349000"/>
          </a:xfrm>
          <a:prstGeom prst="rect">
            <a:avLst/>
          </a:prstGeom>
          <a:noFill/>
          <a:ln>
            <a:noFill/>
          </a:ln>
        </p:spPr>
      </p:pic>
      <p:sp>
        <p:nvSpPr>
          <p:cNvPr id="309" name="Google Shape;309;p39"/>
          <p:cNvSpPr txBox="1"/>
          <p:nvPr>
            <p:ph idx="2" type="subTitle"/>
          </p:nvPr>
        </p:nvSpPr>
        <p:spPr>
          <a:xfrm>
            <a:off x="468450" y="664675"/>
            <a:ext cx="4180200" cy="48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spTree>
  </p:cSld>
  <p:clrMapOvr>
    <a:masterClrMapping/>
  </p:clrMapOvr>
  <p:extLst>
    <p:ext uri="{DCECCB84-F9BA-43D5-87BE-67443E8EF086}">
      <p15:sldGuideLst>
        <p15:guide id="1" pos="295">
          <p15:clr>
            <a:srgbClr val="E46962"/>
          </p15:clr>
        </p15:guide>
        <p15:guide id="2" pos="5449">
          <p15:clr>
            <a:srgbClr val="E46962"/>
          </p15:clr>
        </p15:guide>
        <p15:guide id="3" orient="horz" pos="726">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B]" type="twoColTx">
  <p:cSld name="TITLE_AND_TWO_COLUMNS">
    <p:spTree>
      <p:nvGrpSpPr>
        <p:cNvPr id="310" name="Shape 310"/>
        <p:cNvGrpSpPr/>
        <p:nvPr/>
      </p:nvGrpSpPr>
      <p:grpSpPr>
        <a:xfrm>
          <a:off x="0" y="0"/>
          <a:ext cx="0" cy="0"/>
          <a:chOff x="0" y="0"/>
          <a:chExt cx="0" cy="0"/>
        </a:xfrm>
      </p:grpSpPr>
      <p:pic>
        <p:nvPicPr>
          <p:cNvPr id="311" name="Google Shape;311;p40"/>
          <p:cNvPicPr preferRelativeResize="0"/>
          <p:nvPr/>
        </p:nvPicPr>
        <p:blipFill>
          <a:blip r:embed="rId2">
            <a:alphaModFix/>
          </a:blip>
          <a:stretch>
            <a:fillRect/>
          </a:stretch>
        </p:blipFill>
        <p:spPr>
          <a:xfrm>
            <a:off x="0" y="0"/>
            <a:ext cx="9143994" cy="5143500"/>
          </a:xfrm>
          <a:prstGeom prst="rect">
            <a:avLst/>
          </a:prstGeom>
          <a:noFill/>
          <a:ln>
            <a:noFill/>
          </a:ln>
        </p:spPr>
      </p:pic>
      <p:pic>
        <p:nvPicPr>
          <p:cNvPr id="312" name="Google Shape;312;p40"/>
          <p:cNvPicPr preferRelativeResize="0"/>
          <p:nvPr/>
        </p:nvPicPr>
        <p:blipFill>
          <a:blip r:embed="rId3">
            <a:alphaModFix/>
          </a:blip>
          <a:stretch>
            <a:fillRect/>
          </a:stretch>
        </p:blipFill>
        <p:spPr>
          <a:xfrm>
            <a:off x="-1" y="35718"/>
            <a:ext cx="9144003" cy="5072064"/>
          </a:xfrm>
          <a:prstGeom prst="rect">
            <a:avLst/>
          </a:prstGeom>
          <a:noFill/>
          <a:ln>
            <a:noFill/>
          </a:ln>
        </p:spPr>
      </p:pic>
      <p:sp>
        <p:nvSpPr>
          <p:cNvPr id="313" name="Google Shape;313;p40"/>
          <p:cNvSpPr txBox="1"/>
          <p:nvPr>
            <p:ph type="title"/>
          </p:nvPr>
        </p:nvSpPr>
        <p:spPr>
          <a:xfrm>
            <a:off x="464525" y="937425"/>
            <a:ext cx="81864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4" name="Google Shape;314;p40"/>
          <p:cNvSpPr txBox="1"/>
          <p:nvPr>
            <p:ph idx="1" type="body"/>
          </p:nvPr>
        </p:nvSpPr>
        <p:spPr>
          <a:xfrm>
            <a:off x="468450" y="1462175"/>
            <a:ext cx="4083300" cy="310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pic>
        <p:nvPicPr>
          <p:cNvPr id="315" name="Google Shape;315;p40"/>
          <p:cNvPicPr preferRelativeResize="0"/>
          <p:nvPr/>
        </p:nvPicPr>
        <p:blipFill>
          <a:blip r:embed="rId4">
            <a:alphaModFix/>
          </a:blip>
          <a:stretch>
            <a:fillRect/>
          </a:stretch>
        </p:blipFill>
        <p:spPr>
          <a:xfrm>
            <a:off x="8543742" y="4348342"/>
            <a:ext cx="214525" cy="349000"/>
          </a:xfrm>
          <a:prstGeom prst="rect">
            <a:avLst/>
          </a:prstGeom>
          <a:noFill/>
          <a:ln>
            <a:noFill/>
          </a:ln>
        </p:spPr>
      </p:pic>
      <p:sp>
        <p:nvSpPr>
          <p:cNvPr id="316" name="Google Shape;316;p40"/>
          <p:cNvSpPr txBox="1"/>
          <p:nvPr>
            <p:ph idx="2" type="subTitle"/>
          </p:nvPr>
        </p:nvSpPr>
        <p:spPr>
          <a:xfrm>
            <a:off x="468450" y="664675"/>
            <a:ext cx="4180200" cy="48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sp>
        <p:nvSpPr>
          <p:cNvPr id="317" name="Google Shape;317;p40"/>
          <p:cNvSpPr txBox="1"/>
          <p:nvPr>
            <p:ph idx="3" type="body"/>
          </p:nvPr>
        </p:nvSpPr>
        <p:spPr>
          <a:xfrm>
            <a:off x="4567500" y="1462175"/>
            <a:ext cx="4083300" cy="310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B]" type="titleOnly">
  <p:cSld name="TITLE_ONLY">
    <p:spTree>
      <p:nvGrpSpPr>
        <p:cNvPr id="318" name="Shape 318"/>
        <p:cNvGrpSpPr/>
        <p:nvPr/>
      </p:nvGrpSpPr>
      <p:grpSpPr>
        <a:xfrm>
          <a:off x="0" y="0"/>
          <a:ext cx="0" cy="0"/>
          <a:chOff x="0" y="0"/>
          <a:chExt cx="0" cy="0"/>
        </a:xfrm>
      </p:grpSpPr>
      <p:pic>
        <p:nvPicPr>
          <p:cNvPr id="319" name="Google Shape;319;p41"/>
          <p:cNvPicPr preferRelativeResize="0"/>
          <p:nvPr/>
        </p:nvPicPr>
        <p:blipFill>
          <a:blip r:embed="rId2">
            <a:alphaModFix/>
          </a:blip>
          <a:stretch>
            <a:fillRect/>
          </a:stretch>
        </p:blipFill>
        <p:spPr>
          <a:xfrm>
            <a:off x="0" y="0"/>
            <a:ext cx="9143994" cy="5143500"/>
          </a:xfrm>
          <a:prstGeom prst="rect">
            <a:avLst/>
          </a:prstGeom>
          <a:noFill/>
          <a:ln>
            <a:noFill/>
          </a:ln>
        </p:spPr>
      </p:pic>
      <p:pic>
        <p:nvPicPr>
          <p:cNvPr id="320" name="Google Shape;320;p41"/>
          <p:cNvPicPr preferRelativeResize="0"/>
          <p:nvPr/>
        </p:nvPicPr>
        <p:blipFill>
          <a:blip r:embed="rId3">
            <a:alphaModFix/>
          </a:blip>
          <a:stretch>
            <a:fillRect/>
          </a:stretch>
        </p:blipFill>
        <p:spPr>
          <a:xfrm>
            <a:off x="-1" y="35718"/>
            <a:ext cx="9144003" cy="5072064"/>
          </a:xfrm>
          <a:prstGeom prst="rect">
            <a:avLst/>
          </a:prstGeom>
          <a:noFill/>
          <a:ln>
            <a:noFill/>
          </a:ln>
        </p:spPr>
      </p:pic>
      <p:sp>
        <p:nvSpPr>
          <p:cNvPr id="321" name="Google Shape;321;p41"/>
          <p:cNvSpPr txBox="1"/>
          <p:nvPr>
            <p:ph type="title"/>
          </p:nvPr>
        </p:nvSpPr>
        <p:spPr>
          <a:xfrm>
            <a:off x="464525" y="404025"/>
            <a:ext cx="81864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322" name="Google Shape;322;p41"/>
          <p:cNvPicPr preferRelativeResize="0"/>
          <p:nvPr/>
        </p:nvPicPr>
        <p:blipFill>
          <a:blip r:embed="rId4">
            <a:alphaModFix/>
          </a:blip>
          <a:stretch>
            <a:fillRect/>
          </a:stretch>
        </p:blipFill>
        <p:spPr>
          <a:xfrm>
            <a:off x="8543742" y="4348342"/>
            <a:ext cx="214525" cy="3490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Jagged) [B]">
  <p:cSld name="CUSTOM_1">
    <p:spTree>
      <p:nvGrpSpPr>
        <p:cNvPr id="323" name="Shape 323"/>
        <p:cNvGrpSpPr/>
        <p:nvPr/>
      </p:nvGrpSpPr>
      <p:grpSpPr>
        <a:xfrm>
          <a:off x="0" y="0"/>
          <a:ext cx="0" cy="0"/>
          <a:chOff x="0" y="0"/>
          <a:chExt cx="0" cy="0"/>
        </a:xfrm>
      </p:grpSpPr>
      <p:pic>
        <p:nvPicPr>
          <p:cNvPr id="324" name="Google Shape;324;p42"/>
          <p:cNvPicPr preferRelativeResize="0"/>
          <p:nvPr/>
        </p:nvPicPr>
        <p:blipFill>
          <a:blip r:embed="rId2">
            <a:alphaModFix/>
          </a:blip>
          <a:stretch>
            <a:fillRect/>
          </a:stretch>
        </p:blipFill>
        <p:spPr>
          <a:xfrm>
            <a:off x="0" y="0"/>
            <a:ext cx="9144008" cy="5143501"/>
          </a:xfrm>
          <a:prstGeom prst="rect">
            <a:avLst/>
          </a:prstGeom>
          <a:noFill/>
          <a:ln>
            <a:noFill/>
          </a:ln>
        </p:spPr>
      </p:pic>
      <p:pic>
        <p:nvPicPr>
          <p:cNvPr id="325" name="Google Shape;325;p42"/>
          <p:cNvPicPr preferRelativeResize="0"/>
          <p:nvPr/>
        </p:nvPicPr>
        <p:blipFill>
          <a:blip r:embed="rId3">
            <a:alphaModFix/>
          </a:blip>
          <a:stretch>
            <a:fillRect/>
          </a:stretch>
        </p:blipFill>
        <p:spPr>
          <a:xfrm>
            <a:off x="-1" y="151800"/>
            <a:ext cx="9144003" cy="4839900"/>
          </a:xfrm>
          <a:prstGeom prst="rect">
            <a:avLst/>
          </a:prstGeom>
          <a:noFill/>
          <a:ln>
            <a:noFill/>
          </a:ln>
        </p:spPr>
      </p:pic>
      <p:sp>
        <p:nvSpPr>
          <p:cNvPr id="326" name="Google Shape;326;p42"/>
          <p:cNvSpPr txBox="1"/>
          <p:nvPr>
            <p:ph type="title"/>
          </p:nvPr>
        </p:nvSpPr>
        <p:spPr>
          <a:xfrm>
            <a:off x="464525" y="785025"/>
            <a:ext cx="81825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7" name="Google Shape;327;p42"/>
          <p:cNvSpPr txBox="1"/>
          <p:nvPr>
            <p:ph idx="1" type="body"/>
          </p:nvPr>
        </p:nvSpPr>
        <p:spPr>
          <a:xfrm>
            <a:off x="468450" y="1309775"/>
            <a:ext cx="8182500" cy="3073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28" name="Google Shape;328;p42"/>
          <p:cNvSpPr txBox="1"/>
          <p:nvPr>
            <p:ph idx="2" type="subTitle"/>
          </p:nvPr>
        </p:nvSpPr>
        <p:spPr>
          <a:xfrm>
            <a:off x="468450" y="512275"/>
            <a:ext cx="4180200" cy="48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1pPr>
            <a:lvl2pPr lvl="1">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2pPr>
            <a:lvl3pPr lvl="2">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3pPr>
            <a:lvl4pPr lvl="3">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4pPr>
            <a:lvl5pPr lvl="4">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5pPr>
            <a:lvl6pPr lvl="5">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6pPr>
            <a:lvl7pPr lvl="6">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7pPr>
            <a:lvl8pPr lvl="7">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8pPr>
            <a:lvl9pPr lvl="8">
              <a:spcBef>
                <a:spcPts val="0"/>
              </a:spcBef>
              <a:spcAft>
                <a:spcPts val="0"/>
              </a:spcAft>
              <a:buClr>
                <a:schemeClr val="accent6"/>
              </a:buClr>
              <a:buSzPts val="1400"/>
              <a:buFont typeface="Raleway"/>
              <a:buNone/>
              <a:defRPr sz="1400">
                <a:solidFill>
                  <a:schemeClr val="accent6"/>
                </a:solidFill>
                <a:latin typeface="Raleway"/>
                <a:ea typeface="Raleway"/>
                <a:cs typeface="Raleway"/>
                <a:sym typeface="Raleway"/>
              </a:defRPr>
            </a:lvl9pPr>
          </a:lstStyle>
          <a:p/>
        </p:txBody>
      </p:sp>
      <p:pic>
        <p:nvPicPr>
          <p:cNvPr id="329" name="Google Shape;329;p42"/>
          <p:cNvPicPr preferRelativeResize="0"/>
          <p:nvPr/>
        </p:nvPicPr>
        <p:blipFill>
          <a:blip r:embed="rId4">
            <a:alphaModFix/>
          </a:blip>
          <a:stretch>
            <a:fillRect/>
          </a:stretch>
        </p:blipFill>
        <p:spPr>
          <a:xfrm>
            <a:off x="8543742" y="4348342"/>
            <a:ext cx="214525" cy="34900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C]">
  <p:cSld name="CAPTION_ONLY">
    <p:spTree>
      <p:nvGrpSpPr>
        <p:cNvPr id="330" name="Shape 330"/>
        <p:cNvGrpSpPr/>
        <p:nvPr/>
      </p:nvGrpSpPr>
      <p:grpSpPr>
        <a:xfrm>
          <a:off x="0" y="0"/>
          <a:ext cx="0" cy="0"/>
          <a:chOff x="0" y="0"/>
          <a:chExt cx="0" cy="0"/>
        </a:xfrm>
      </p:grpSpPr>
      <p:pic>
        <p:nvPicPr>
          <p:cNvPr id="331" name="Google Shape;331;p43"/>
          <p:cNvPicPr preferRelativeResize="0"/>
          <p:nvPr/>
        </p:nvPicPr>
        <p:blipFill>
          <a:blip r:embed="rId2">
            <a:alphaModFix/>
          </a:blip>
          <a:stretch>
            <a:fillRect/>
          </a:stretch>
        </p:blipFill>
        <p:spPr>
          <a:xfrm>
            <a:off x="-9000" y="-5513"/>
            <a:ext cx="9161999" cy="5154526"/>
          </a:xfrm>
          <a:prstGeom prst="rect">
            <a:avLst/>
          </a:prstGeom>
          <a:noFill/>
          <a:ln>
            <a:noFill/>
          </a:ln>
        </p:spPr>
      </p:pic>
      <p:pic>
        <p:nvPicPr>
          <p:cNvPr id="332" name="Google Shape;332;p43"/>
          <p:cNvPicPr preferRelativeResize="0"/>
          <p:nvPr/>
        </p:nvPicPr>
        <p:blipFill>
          <a:blip r:embed="rId3">
            <a:alphaModFix/>
          </a:blip>
          <a:stretch>
            <a:fillRect/>
          </a:stretch>
        </p:blipFill>
        <p:spPr>
          <a:xfrm>
            <a:off x="143999" y="143550"/>
            <a:ext cx="8856003" cy="4856400"/>
          </a:xfrm>
          <a:prstGeom prst="rect">
            <a:avLst/>
          </a:prstGeom>
          <a:noFill/>
          <a:ln>
            <a:noFill/>
          </a:ln>
        </p:spPr>
      </p:pic>
      <p:pic>
        <p:nvPicPr>
          <p:cNvPr id="333" name="Google Shape;333;p43"/>
          <p:cNvPicPr preferRelativeResize="0"/>
          <p:nvPr/>
        </p:nvPicPr>
        <p:blipFill>
          <a:blip r:embed="rId4">
            <a:alphaModFix/>
          </a:blip>
          <a:stretch>
            <a:fillRect/>
          </a:stretch>
        </p:blipFill>
        <p:spPr>
          <a:xfrm>
            <a:off x="5754375" y="550400"/>
            <a:ext cx="3009901" cy="2826749"/>
          </a:xfrm>
          <a:prstGeom prst="rect">
            <a:avLst/>
          </a:prstGeom>
          <a:noFill/>
          <a:ln>
            <a:noFill/>
          </a:ln>
        </p:spPr>
      </p:pic>
      <p:pic>
        <p:nvPicPr>
          <p:cNvPr id="334" name="Google Shape;334;p43"/>
          <p:cNvPicPr preferRelativeResize="0"/>
          <p:nvPr/>
        </p:nvPicPr>
        <p:blipFill>
          <a:blip r:embed="rId5">
            <a:alphaModFix/>
          </a:blip>
          <a:stretch>
            <a:fillRect/>
          </a:stretch>
        </p:blipFill>
        <p:spPr>
          <a:xfrm>
            <a:off x="8482407" y="362486"/>
            <a:ext cx="293775" cy="477924"/>
          </a:xfrm>
          <a:prstGeom prst="rect">
            <a:avLst/>
          </a:prstGeom>
          <a:noFill/>
          <a:ln>
            <a:noFill/>
          </a:ln>
        </p:spPr>
      </p:pic>
      <p:pic>
        <p:nvPicPr>
          <p:cNvPr id="335" name="Google Shape;335;p43"/>
          <p:cNvPicPr preferRelativeResize="0"/>
          <p:nvPr/>
        </p:nvPicPr>
        <p:blipFill>
          <a:blip r:embed="rId6">
            <a:alphaModFix/>
          </a:blip>
          <a:stretch>
            <a:fillRect/>
          </a:stretch>
        </p:blipFill>
        <p:spPr>
          <a:xfrm>
            <a:off x="0" y="3690500"/>
            <a:ext cx="6242426" cy="602850"/>
          </a:xfrm>
          <a:prstGeom prst="rect">
            <a:avLst/>
          </a:prstGeom>
          <a:noFill/>
          <a:ln>
            <a:noFill/>
          </a:ln>
        </p:spPr>
      </p:pic>
      <p:sp>
        <p:nvSpPr>
          <p:cNvPr id="336" name="Google Shape;336;p43"/>
          <p:cNvSpPr txBox="1"/>
          <p:nvPr>
            <p:ph type="title"/>
          </p:nvPr>
        </p:nvSpPr>
        <p:spPr>
          <a:xfrm>
            <a:off x="144000" y="3681950"/>
            <a:ext cx="5877900" cy="5727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2800"/>
              <a:buNone/>
              <a:defRPr>
                <a:solidFill>
                  <a:schemeClr val="lt1"/>
                </a:solidFill>
              </a:defRPr>
            </a:lvl1pPr>
            <a:lvl2pPr lvl="1" algn="ctr">
              <a:spcBef>
                <a:spcPts val="0"/>
              </a:spcBef>
              <a:spcAft>
                <a:spcPts val="0"/>
              </a:spcAft>
              <a:buClr>
                <a:schemeClr val="lt1"/>
              </a:buClr>
              <a:buSzPts val="2800"/>
              <a:buNone/>
              <a:defRPr>
                <a:solidFill>
                  <a:schemeClr val="lt1"/>
                </a:solidFill>
              </a:defRPr>
            </a:lvl2pPr>
            <a:lvl3pPr lvl="2" algn="ctr">
              <a:spcBef>
                <a:spcPts val="0"/>
              </a:spcBef>
              <a:spcAft>
                <a:spcPts val="0"/>
              </a:spcAft>
              <a:buClr>
                <a:schemeClr val="lt1"/>
              </a:buClr>
              <a:buSzPts val="2800"/>
              <a:buNone/>
              <a:defRPr>
                <a:solidFill>
                  <a:schemeClr val="lt1"/>
                </a:solidFill>
              </a:defRPr>
            </a:lvl3pPr>
            <a:lvl4pPr lvl="3" algn="ctr">
              <a:spcBef>
                <a:spcPts val="0"/>
              </a:spcBef>
              <a:spcAft>
                <a:spcPts val="0"/>
              </a:spcAft>
              <a:buClr>
                <a:schemeClr val="lt1"/>
              </a:buClr>
              <a:buSzPts val="2800"/>
              <a:buNone/>
              <a:defRPr>
                <a:solidFill>
                  <a:schemeClr val="lt1"/>
                </a:solidFill>
              </a:defRPr>
            </a:lvl4pPr>
            <a:lvl5pPr lvl="4" algn="ctr">
              <a:spcBef>
                <a:spcPts val="0"/>
              </a:spcBef>
              <a:spcAft>
                <a:spcPts val="0"/>
              </a:spcAft>
              <a:buClr>
                <a:schemeClr val="lt1"/>
              </a:buClr>
              <a:buSzPts val="2800"/>
              <a:buNone/>
              <a:defRPr>
                <a:solidFill>
                  <a:schemeClr val="lt1"/>
                </a:solidFill>
              </a:defRPr>
            </a:lvl5pPr>
            <a:lvl6pPr lvl="5" algn="ctr">
              <a:spcBef>
                <a:spcPts val="0"/>
              </a:spcBef>
              <a:spcAft>
                <a:spcPts val="0"/>
              </a:spcAft>
              <a:buClr>
                <a:schemeClr val="lt1"/>
              </a:buClr>
              <a:buSzPts val="2800"/>
              <a:buNone/>
              <a:defRPr>
                <a:solidFill>
                  <a:schemeClr val="lt1"/>
                </a:solidFill>
              </a:defRPr>
            </a:lvl6pPr>
            <a:lvl7pPr lvl="6" algn="ctr">
              <a:spcBef>
                <a:spcPts val="0"/>
              </a:spcBef>
              <a:spcAft>
                <a:spcPts val="0"/>
              </a:spcAft>
              <a:buClr>
                <a:schemeClr val="lt1"/>
              </a:buClr>
              <a:buSzPts val="2800"/>
              <a:buNone/>
              <a:defRPr>
                <a:solidFill>
                  <a:schemeClr val="lt1"/>
                </a:solidFill>
              </a:defRPr>
            </a:lvl7pPr>
            <a:lvl8pPr lvl="7" algn="ctr">
              <a:spcBef>
                <a:spcPts val="0"/>
              </a:spcBef>
              <a:spcAft>
                <a:spcPts val="0"/>
              </a:spcAft>
              <a:buClr>
                <a:schemeClr val="lt1"/>
              </a:buClr>
              <a:buSzPts val="2800"/>
              <a:buNone/>
              <a:defRPr>
                <a:solidFill>
                  <a:schemeClr val="lt1"/>
                </a:solidFill>
              </a:defRPr>
            </a:lvl8pPr>
            <a:lvl9pPr lvl="8" algn="ctr">
              <a:spcBef>
                <a:spcPts val="0"/>
              </a:spcBef>
              <a:spcAft>
                <a:spcPts val="0"/>
              </a:spcAft>
              <a:buClr>
                <a:schemeClr val="lt1"/>
              </a:buClr>
              <a:buSzPts val="2800"/>
              <a:buNone/>
              <a:defRPr>
                <a:solidFill>
                  <a:schemeClr val="lt1"/>
                </a:solidFill>
              </a:defRPr>
            </a:lvl9pPr>
          </a:lstStyle>
          <a:p/>
        </p:txBody>
      </p:sp>
    </p:spTree>
  </p:cSld>
  <p:clrMapOvr>
    <a:masterClrMapping/>
  </p:clrMapOvr>
  <p:extLst>
    <p:ext uri="{DCECCB84-F9BA-43D5-87BE-67443E8EF086}">
      <p15:sldGuideLst>
        <p15:guide id="1" pos="91">
          <p15:clr>
            <a:srgbClr val="E46962"/>
          </p15:clr>
        </p15:guide>
        <p15:guide id="2" pos="5669">
          <p15:clr>
            <a:srgbClr val="E46962"/>
          </p15:clr>
        </p15:guide>
        <p15:guide id="3" orient="horz" pos="91">
          <p15:clr>
            <a:srgbClr val="E46962"/>
          </p15:clr>
        </p15:guide>
        <p15:guide id="4" orient="horz" pos="3150">
          <p15:clr>
            <a:srgbClr val="E46962"/>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Body [C]">
  <p:cSld name="CAPTION_ONLY_1">
    <p:spTree>
      <p:nvGrpSpPr>
        <p:cNvPr id="337" name="Shape 337"/>
        <p:cNvGrpSpPr/>
        <p:nvPr/>
      </p:nvGrpSpPr>
      <p:grpSpPr>
        <a:xfrm>
          <a:off x="0" y="0"/>
          <a:ext cx="0" cy="0"/>
          <a:chOff x="0" y="0"/>
          <a:chExt cx="0" cy="0"/>
        </a:xfrm>
      </p:grpSpPr>
      <p:pic>
        <p:nvPicPr>
          <p:cNvPr id="338" name="Google Shape;338;p44"/>
          <p:cNvPicPr preferRelativeResize="0"/>
          <p:nvPr/>
        </p:nvPicPr>
        <p:blipFill>
          <a:blip r:embed="rId2">
            <a:alphaModFix/>
          </a:blip>
          <a:stretch>
            <a:fillRect/>
          </a:stretch>
        </p:blipFill>
        <p:spPr>
          <a:xfrm>
            <a:off x="-9000" y="-5513"/>
            <a:ext cx="9161999" cy="5154526"/>
          </a:xfrm>
          <a:prstGeom prst="rect">
            <a:avLst/>
          </a:prstGeom>
          <a:noFill/>
          <a:ln>
            <a:noFill/>
          </a:ln>
        </p:spPr>
      </p:pic>
      <p:pic>
        <p:nvPicPr>
          <p:cNvPr id="339" name="Google Shape;339;p44"/>
          <p:cNvPicPr preferRelativeResize="0"/>
          <p:nvPr/>
        </p:nvPicPr>
        <p:blipFill>
          <a:blip r:embed="rId3">
            <a:alphaModFix/>
          </a:blip>
          <a:stretch>
            <a:fillRect/>
          </a:stretch>
        </p:blipFill>
        <p:spPr>
          <a:xfrm>
            <a:off x="143999" y="143550"/>
            <a:ext cx="8856003" cy="4856400"/>
          </a:xfrm>
          <a:prstGeom prst="rect">
            <a:avLst/>
          </a:prstGeom>
          <a:noFill/>
          <a:ln>
            <a:noFill/>
          </a:ln>
        </p:spPr>
      </p:pic>
      <p:pic>
        <p:nvPicPr>
          <p:cNvPr id="340" name="Google Shape;340;p44"/>
          <p:cNvPicPr preferRelativeResize="0"/>
          <p:nvPr/>
        </p:nvPicPr>
        <p:blipFill>
          <a:blip r:embed="rId4">
            <a:alphaModFix/>
          </a:blip>
          <a:stretch>
            <a:fillRect/>
          </a:stretch>
        </p:blipFill>
        <p:spPr>
          <a:xfrm>
            <a:off x="-9000" y="452600"/>
            <a:ext cx="6242427" cy="585200"/>
          </a:xfrm>
          <a:prstGeom prst="rect">
            <a:avLst/>
          </a:prstGeom>
          <a:noFill/>
          <a:ln>
            <a:noFill/>
          </a:ln>
        </p:spPr>
      </p:pic>
      <p:sp>
        <p:nvSpPr>
          <p:cNvPr id="341" name="Google Shape;341;p44"/>
          <p:cNvSpPr txBox="1"/>
          <p:nvPr>
            <p:ph type="title"/>
          </p:nvPr>
        </p:nvSpPr>
        <p:spPr>
          <a:xfrm>
            <a:off x="144000" y="436838"/>
            <a:ext cx="5877900" cy="572700"/>
          </a:xfrm>
          <a:prstGeom prst="rect">
            <a:avLst/>
          </a:prstGeom>
        </p:spPr>
        <p:txBody>
          <a:bodyPr anchorCtr="0" anchor="t" bIns="91425" lIns="91425" spcFirstLastPara="1" rIns="91425" wrap="square" tIns="91425">
            <a:normAutofit/>
          </a:bodyPr>
          <a:lstStyle>
            <a:lvl1pPr lvl="0" algn="ctr">
              <a:spcBef>
                <a:spcPts val="0"/>
              </a:spcBef>
              <a:spcAft>
                <a:spcPts val="0"/>
              </a:spcAft>
              <a:buClr>
                <a:schemeClr val="lt1"/>
              </a:buClr>
              <a:buSzPts val="2800"/>
              <a:buNone/>
              <a:defRPr>
                <a:solidFill>
                  <a:schemeClr val="lt1"/>
                </a:solidFill>
              </a:defRPr>
            </a:lvl1pPr>
            <a:lvl2pPr lvl="1" algn="ctr">
              <a:spcBef>
                <a:spcPts val="0"/>
              </a:spcBef>
              <a:spcAft>
                <a:spcPts val="0"/>
              </a:spcAft>
              <a:buClr>
                <a:schemeClr val="lt1"/>
              </a:buClr>
              <a:buSzPts val="2800"/>
              <a:buNone/>
              <a:defRPr>
                <a:solidFill>
                  <a:schemeClr val="lt1"/>
                </a:solidFill>
              </a:defRPr>
            </a:lvl2pPr>
            <a:lvl3pPr lvl="2" algn="ctr">
              <a:spcBef>
                <a:spcPts val="0"/>
              </a:spcBef>
              <a:spcAft>
                <a:spcPts val="0"/>
              </a:spcAft>
              <a:buClr>
                <a:schemeClr val="lt1"/>
              </a:buClr>
              <a:buSzPts val="2800"/>
              <a:buNone/>
              <a:defRPr>
                <a:solidFill>
                  <a:schemeClr val="lt1"/>
                </a:solidFill>
              </a:defRPr>
            </a:lvl3pPr>
            <a:lvl4pPr lvl="3" algn="ctr">
              <a:spcBef>
                <a:spcPts val="0"/>
              </a:spcBef>
              <a:spcAft>
                <a:spcPts val="0"/>
              </a:spcAft>
              <a:buClr>
                <a:schemeClr val="lt1"/>
              </a:buClr>
              <a:buSzPts val="2800"/>
              <a:buNone/>
              <a:defRPr>
                <a:solidFill>
                  <a:schemeClr val="lt1"/>
                </a:solidFill>
              </a:defRPr>
            </a:lvl4pPr>
            <a:lvl5pPr lvl="4" algn="ctr">
              <a:spcBef>
                <a:spcPts val="0"/>
              </a:spcBef>
              <a:spcAft>
                <a:spcPts val="0"/>
              </a:spcAft>
              <a:buClr>
                <a:schemeClr val="lt1"/>
              </a:buClr>
              <a:buSzPts val="2800"/>
              <a:buNone/>
              <a:defRPr>
                <a:solidFill>
                  <a:schemeClr val="lt1"/>
                </a:solidFill>
              </a:defRPr>
            </a:lvl5pPr>
            <a:lvl6pPr lvl="5" algn="ctr">
              <a:spcBef>
                <a:spcPts val="0"/>
              </a:spcBef>
              <a:spcAft>
                <a:spcPts val="0"/>
              </a:spcAft>
              <a:buClr>
                <a:schemeClr val="lt1"/>
              </a:buClr>
              <a:buSzPts val="2800"/>
              <a:buNone/>
              <a:defRPr>
                <a:solidFill>
                  <a:schemeClr val="lt1"/>
                </a:solidFill>
              </a:defRPr>
            </a:lvl6pPr>
            <a:lvl7pPr lvl="6" algn="ctr">
              <a:spcBef>
                <a:spcPts val="0"/>
              </a:spcBef>
              <a:spcAft>
                <a:spcPts val="0"/>
              </a:spcAft>
              <a:buClr>
                <a:schemeClr val="lt1"/>
              </a:buClr>
              <a:buSzPts val="2800"/>
              <a:buNone/>
              <a:defRPr>
                <a:solidFill>
                  <a:schemeClr val="lt1"/>
                </a:solidFill>
              </a:defRPr>
            </a:lvl7pPr>
            <a:lvl8pPr lvl="7" algn="ctr">
              <a:spcBef>
                <a:spcPts val="0"/>
              </a:spcBef>
              <a:spcAft>
                <a:spcPts val="0"/>
              </a:spcAft>
              <a:buClr>
                <a:schemeClr val="lt1"/>
              </a:buClr>
              <a:buSzPts val="2800"/>
              <a:buNone/>
              <a:defRPr>
                <a:solidFill>
                  <a:schemeClr val="lt1"/>
                </a:solidFill>
              </a:defRPr>
            </a:lvl8pPr>
            <a:lvl9pPr lvl="8" algn="ctr">
              <a:spcBef>
                <a:spcPts val="0"/>
              </a:spcBef>
              <a:spcAft>
                <a:spcPts val="0"/>
              </a:spcAft>
              <a:buClr>
                <a:schemeClr val="lt1"/>
              </a:buClr>
              <a:buSzPts val="2800"/>
              <a:buNone/>
              <a:defRPr>
                <a:solidFill>
                  <a:schemeClr val="lt1"/>
                </a:solidFill>
              </a:defRPr>
            </a:lvl9pPr>
          </a:lstStyle>
          <a:p/>
        </p:txBody>
      </p:sp>
      <p:sp>
        <p:nvSpPr>
          <p:cNvPr id="342" name="Google Shape;342;p44"/>
          <p:cNvSpPr txBox="1"/>
          <p:nvPr>
            <p:ph idx="1" type="body"/>
          </p:nvPr>
        </p:nvSpPr>
        <p:spPr>
          <a:xfrm>
            <a:off x="468450" y="1228025"/>
            <a:ext cx="8182500" cy="3487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AutoNum type="arabicPeriod"/>
              <a:defRPr/>
            </a:lvl4pPr>
            <a:lvl5pPr indent="-298450" lvl="4" marL="2286000">
              <a:spcBef>
                <a:spcPts val="0"/>
              </a:spcBef>
              <a:spcAft>
                <a:spcPts val="0"/>
              </a:spcAft>
              <a:buSzPts val="1100"/>
              <a:buAutoNum type="alphaLcPeriod"/>
              <a:defRPr/>
            </a:lvl5pPr>
            <a:lvl6pPr indent="-298450" lvl="5" marL="2743200">
              <a:spcBef>
                <a:spcPts val="0"/>
              </a:spcBef>
              <a:spcAft>
                <a:spcPts val="0"/>
              </a:spcAft>
              <a:buSzPts val="1100"/>
              <a:buAutoNum type="romanLcPeriod"/>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pic>
        <p:nvPicPr>
          <p:cNvPr id="343" name="Google Shape;343;p44"/>
          <p:cNvPicPr preferRelativeResize="0"/>
          <p:nvPr/>
        </p:nvPicPr>
        <p:blipFill>
          <a:blip r:embed="rId5">
            <a:alphaModFix/>
          </a:blip>
          <a:stretch>
            <a:fillRect/>
          </a:stretch>
        </p:blipFill>
        <p:spPr>
          <a:xfrm>
            <a:off x="8561642" y="362467"/>
            <a:ext cx="214525" cy="349000"/>
          </a:xfrm>
          <a:prstGeom prst="rect">
            <a:avLst/>
          </a:prstGeom>
          <a:noFill/>
          <a:ln>
            <a:noFill/>
          </a:ln>
        </p:spPr>
      </p:pic>
    </p:spTree>
  </p:cSld>
  <p:clrMapOvr>
    <a:masterClrMapping/>
  </p:clrMapOvr>
  <p:extLst>
    <p:ext uri="{DCECCB84-F9BA-43D5-87BE-67443E8EF086}">
      <p15:sldGuideLst>
        <p15:guide id="1" pos="91">
          <p15:clr>
            <a:srgbClr val="E46962"/>
          </p15:clr>
        </p15:guide>
        <p15:guide id="2" pos="5669">
          <p15:clr>
            <a:srgbClr val="E46962"/>
          </p15:clr>
        </p15:guide>
        <p15:guide id="3" orient="horz" pos="91">
          <p15:clr>
            <a:srgbClr val="E46962"/>
          </p15:clr>
        </p15:guide>
        <p15:guide id="4" orient="horz" pos="3150">
          <p15:clr>
            <a:srgbClr val="E46962"/>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
  <p:cSld name="CAPTION_ONLY_1_1">
    <p:spTree>
      <p:nvGrpSpPr>
        <p:cNvPr id="344" name="Shape 344"/>
        <p:cNvGrpSpPr/>
        <p:nvPr/>
      </p:nvGrpSpPr>
      <p:grpSpPr>
        <a:xfrm>
          <a:off x="0" y="0"/>
          <a:ext cx="0" cy="0"/>
          <a:chOff x="0" y="0"/>
          <a:chExt cx="0" cy="0"/>
        </a:xfrm>
      </p:grpSpPr>
      <p:pic>
        <p:nvPicPr>
          <p:cNvPr id="345" name="Google Shape;345;p45"/>
          <p:cNvPicPr preferRelativeResize="0"/>
          <p:nvPr/>
        </p:nvPicPr>
        <p:blipFill>
          <a:blip r:embed="rId2">
            <a:alphaModFix/>
          </a:blip>
          <a:stretch>
            <a:fillRect/>
          </a:stretch>
        </p:blipFill>
        <p:spPr>
          <a:xfrm>
            <a:off x="-9000" y="-5513"/>
            <a:ext cx="9161999" cy="5154526"/>
          </a:xfrm>
          <a:prstGeom prst="rect">
            <a:avLst/>
          </a:prstGeom>
          <a:noFill/>
          <a:ln>
            <a:noFill/>
          </a:ln>
        </p:spPr>
      </p:pic>
      <p:pic>
        <p:nvPicPr>
          <p:cNvPr id="346" name="Google Shape;346;p45"/>
          <p:cNvPicPr preferRelativeResize="0"/>
          <p:nvPr/>
        </p:nvPicPr>
        <p:blipFill>
          <a:blip r:embed="rId3">
            <a:alphaModFix/>
          </a:blip>
          <a:stretch>
            <a:fillRect/>
          </a:stretch>
        </p:blipFill>
        <p:spPr>
          <a:xfrm>
            <a:off x="143999" y="143550"/>
            <a:ext cx="8856003" cy="4856400"/>
          </a:xfrm>
          <a:prstGeom prst="rect">
            <a:avLst/>
          </a:prstGeom>
          <a:noFill/>
          <a:ln>
            <a:noFill/>
          </a:ln>
        </p:spPr>
      </p:pic>
      <p:pic>
        <p:nvPicPr>
          <p:cNvPr id="347" name="Google Shape;347;p45"/>
          <p:cNvPicPr preferRelativeResize="0"/>
          <p:nvPr/>
        </p:nvPicPr>
        <p:blipFill>
          <a:blip r:embed="rId4">
            <a:alphaModFix/>
          </a:blip>
          <a:stretch>
            <a:fillRect/>
          </a:stretch>
        </p:blipFill>
        <p:spPr>
          <a:xfrm>
            <a:off x="8561642" y="362467"/>
            <a:ext cx="214525" cy="349000"/>
          </a:xfrm>
          <a:prstGeom prst="rect">
            <a:avLst/>
          </a:prstGeom>
          <a:noFill/>
          <a:ln>
            <a:noFill/>
          </a:ln>
        </p:spPr>
      </p:pic>
    </p:spTree>
  </p:cSld>
  <p:clrMapOvr>
    <a:masterClrMapping/>
  </p:clrMapOvr>
  <p:extLst>
    <p:ext uri="{DCECCB84-F9BA-43D5-87BE-67443E8EF086}">
      <p15:sldGuideLst>
        <p15:guide id="1" pos="91">
          <p15:clr>
            <a:srgbClr val="E46962"/>
          </p15:clr>
        </p15:guide>
        <p15:guide id="2" pos="5669">
          <p15:clr>
            <a:srgbClr val="E46962"/>
          </p15:clr>
        </p15:guide>
        <p15:guide id="3" orient="horz" pos="91">
          <p15:clr>
            <a:srgbClr val="E46962"/>
          </p15:clr>
        </p15:guide>
        <p15:guide id="4" orient="horz" pos="3150">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atterned)">
  <p:cSld name="BLANK_1_1">
    <p:spTree>
      <p:nvGrpSpPr>
        <p:cNvPr id="348" name="Shape 348"/>
        <p:cNvGrpSpPr/>
        <p:nvPr/>
      </p:nvGrpSpPr>
      <p:grpSpPr>
        <a:xfrm>
          <a:off x="0" y="0"/>
          <a:ext cx="0" cy="0"/>
          <a:chOff x="0" y="0"/>
          <a:chExt cx="0" cy="0"/>
        </a:xfrm>
      </p:grpSpPr>
      <p:pic>
        <p:nvPicPr>
          <p:cNvPr id="349" name="Google Shape;349;p46"/>
          <p:cNvPicPr preferRelativeResize="0"/>
          <p:nvPr/>
        </p:nvPicPr>
        <p:blipFill>
          <a:blip r:embed="rId2">
            <a:alphaModFix/>
          </a:blip>
          <a:stretch>
            <a:fillRect/>
          </a:stretch>
        </p:blipFill>
        <p:spPr>
          <a:xfrm>
            <a:off x="0" y="0"/>
            <a:ext cx="9144008" cy="5143501"/>
          </a:xfrm>
          <a:prstGeom prst="rect">
            <a:avLst/>
          </a:prstGeom>
          <a:noFill/>
          <a:ln>
            <a:noFill/>
          </a:ln>
        </p:spPr>
      </p:pic>
      <p:pic>
        <p:nvPicPr>
          <p:cNvPr id="350" name="Google Shape;350;p46"/>
          <p:cNvPicPr preferRelativeResize="0"/>
          <p:nvPr/>
        </p:nvPicPr>
        <p:blipFill>
          <a:blip r:embed="rId3">
            <a:alphaModFix/>
          </a:blip>
          <a:stretch>
            <a:fillRect/>
          </a:stretch>
        </p:blipFill>
        <p:spPr>
          <a:xfrm>
            <a:off x="8561642" y="362467"/>
            <a:ext cx="214525" cy="349000"/>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SECTION_HEADER_2_1_1">
    <p:spTree>
      <p:nvGrpSpPr>
        <p:cNvPr id="351" name="Shape 351"/>
        <p:cNvGrpSpPr/>
        <p:nvPr/>
      </p:nvGrpSpPr>
      <p:grpSpPr>
        <a:xfrm>
          <a:off x="0" y="0"/>
          <a:ext cx="0" cy="0"/>
          <a:chOff x="0" y="0"/>
          <a:chExt cx="0" cy="0"/>
        </a:xfrm>
      </p:grpSpPr>
      <p:pic>
        <p:nvPicPr>
          <p:cNvPr id="352" name="Google Shape;352;p47"/>
          <p:cNvPicPr preferRelativeResize="0"/>
          <p:nvPr/>
        </p:nvPicPr>
        <p:blipFill>
          <a:blip r:embed="rId2">
            <a:alphaModFix/>
          </a:blip>
          <a:stretch>
            <a:fillRect/>
          </a:stretch>
        </p:blipFill>
        <p:spPr>
          <a:xfrm>
            <a:off x="8543742" y="4348342"/>
            <a:ext cx="214525" cy="34900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353" name="Shape 3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slideLayout" Target="../slideLayouts/slideLayout28.xml"/><Relationship Id="rId14" Type="http://schemas.openxmlformats.org/officeDocument/2006/relationships/slideLayout" Target="../slideLayouts/slideLayout27.xml"/><Relationship Id="rId17" Type="http://schemas.openxmlformats.org/officeDocument/2006/relationships/theme" Target="../theme/theme4.xml"/><Relationship Id="rId16" Type="http://schemas.openxmlformats.org/officeDocument/2006/relationships/slideLayout" Target="../slideLayouts/slideLayout29.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0.xml"/><Relationship Id="rId10" Type="http://schemas.openxmlformats.org/officeDocument/2006/relationships/slideLayout" Target="../slideLayouts/slideLayout39.xml"/><Relationship Id="rId13" Type="http://schemas.openxmlformats.org/officeDocument/2006/relationships/slideLayout" Target="../slideLayouts/slideLayout42.xml"/><Relationship Id="rId12" Type="http://schemas.openxmlformats.org/officeDocument/2006/relationships/slideLayout" Target="../slideLayouts/slideLayout41.xml"/><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5" Type="http://schemas.openxmlformats.org/officeDocument/2006/relationships/slideLayout" Target="../slideLayouts/slideLayout44.xml"/><Relationship Id="rId14" Type="http://schemas.openxmlformats.org/officeDocument/2006/relationships/slideLayout" Target="../slideLayouts/slideLayout43.xml"/><Relationship Id="rId17" Type="http://schemas.openxmlformats.org/officeDocument/2006/relationships/theme" Target="../theme/theme2.xml"/><Relationship Id="rId16" Type="http://schemas.openxmlformats.org/officeDocument/2006/relationships/slideLayout" Target="../slideLayouts/slideLayout45.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63" name="Shape 63"/>
        <p:cNvGrpSpPr/>
        <p:nvPr/>
      </p:nvGrpSpPr>
      <p:grpSpPr>
        <a:xfrm>
          <a:off x="0" y="0"/>
          <a:ext cx="0" cy="0"/>
          <a:chOff x="0" y="0"/>
          <a:chExt cx="0" cy="0"/>
        </a:xfrm>
      </p:grpSpPr>
      <p:sp>
        <p:nvSpPr>
          <p:cNvPr id="64" name="Google Shape;64;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2"/>
              </a:buClr>
              <a:buSzPts val="3000"/>
              <a:buFont typeface="Hammersmith One"/>
              <a:buNone/>
              <a:defRPr b="1" sz="3000">
                <a:solidFill>
                  <a:schemeClr val="accent2"/>
                </a:solidFill>
                <a:latin typeface="Hammersmith One"/>
                <a:ea typeface="Hammersmith One"/>
                <a:cs typeface="Hammersmith One"/>
                <a:sym typeface="Hammersmith One"/>
              </a:defRPr>
            </a:lvl1pPr>
            <a:lvl2pPr lvl="1">
              <a:spcBef>
                <a:spcPts val="0"/>
              </a:spcBef>
              <a:spcAft>
                <a:spcPts val="0"/>
              </a:spcAft>
              <a:buClr>
                <a:schemeClr val="accent2"/>
              </a:buClr>
              <a:buSzPts val="3000"/>
              <a:buFont typeface="Hammersmith One"/>
              <a:buNone/>
              <a:defRPr b="1" sz="3000">
                <a:solidFill>
                  <a:schemeClr val="accent2"/>
                </a:solidFill>
                <a:latin typeface="Hammersmith One"/>
                <a:ea typeface="Hammersmith One"/>
                <a:cs typeface="Hammersmith One"/>
                <a:sym typeface="Hammersmith One"/>
              </a:defRPr>
            </a:lvl2pPr>
            <a:lvl3pPr lvl="2">
              <a:spcBef>
                <a:spcPts val="0"/>
              </a:spcBef>
              <a:spcAft>
                <a:spcPts val="0"/>
              </a:spcAft>
              <a:buClr>
                <a:schemeClr val="accent2"/>
              </a:buClr>
              <a:buSzPts val="3000"/>
              <a:buFont typeface="Hammersmith One"/>
              <a:buNone/>
              <a:defRPr b="1" sz="3000">
                <a:solidFill>
                  <a:schemeClr val="accent2"/>
                </a:solidFill>
                <a:latin typeface="Hammersmith One"/>
                <a:ea typeface="Hammersmith One"/>
                <a:cs typeface="Hammersmith One"/>
                <a:sym typeface="Hammersmith One"/>
              </a:defRPr>
            </a:lvl3pPr>
            <a:lvl4pPr lvl="3">
              <a:spcBef>
                <a:spcPts val="0"/>
              </a:spcBef>
              <a:spcAft>
                <a:spcPts val="0"/>
              </a:spcAft>
              <a:buClr>
                <a:schemeClr val="accent2"/>
              </a:buClr>
              <a:buSzPts val="3000"/>
              <a:buFont typeface="Hammersmith One"/>
              <a:buNone/>
              <a:defRPr b="1" sz="3000">
                <a:solidFill>
                  <a:schemeClr val="accent2"/>
                </a:solidFill>
                <a:latin typeface="Hammersmith One"/>
                <a:ea typeface="Hammersmith One"/>
                <a:cs typeface="Hammersmith One"/>
                <a:sym typeface="Hammersmith One"/>
              </a:defRPr>
            </a:lvl4pPr>
            <a:lvl5pPr lvl="4">
              <a:spcBef>
                <a:spcPts val="0"/>
              </a:spcBef>
              <a:spcAft>
                <a:spcPts val="0"/>
              </a:spcAft>
              <a:buClr>
                <a:schemeClr val="accent2"/>
              </a:buClr>
              <a:buSzPts val="3000"/>
              <a:buFont typeface="Hammersmith One"/>
              <a:buNone/>
              <a:defRPr b="1" sz="3000">
                <a:solidFill>
                  <a:schemeClr val="accent2"/>
                </a:solidFill>
                <a:latin typeface="Hammersmith One"/>
                <a:ea typeface="Hammersmith One"/>
                <a:cs typeface="Hammersmith One"/>
                <a:sym typeface="Hammersmith One"/>
              </a:defRPr>
            </a:lvl5pPr>
            <a:lvl6pPr lvl="5">
              <a:spcBef>
                <a:spcPts val="0"/>
              </a:spcBef>
              <a:spcAft>
                <a:spcPts val="0"/>
              </a:spcAft>
              <a:buClr>
                <a:schemeClr val="accent2"/>
              </a:buClr>
              <a:buSzPts val="3000"/>
              <a:buFont typeface="Hammersmith One"/>
              <a:buNone/>
              <a:defRPr b="1" sz="3000">
                <a:solidFill>
                  <a:schemeClr val="accent2"/>
                </a:solidFill>
                <a:latin typeface="Hammersmith One"/>
                <a:ea typeface="Hammersmith One"/>
                <a:cs typeface="Hammersmith One"/>
                <a:sym typeface="Hammersmith One"/>
              </a:defRPr>
            </a:lvl6pPr>
            <a:lvl7pPr lvl="6">
              <a:spcBef>
                <a:spcPts val="0"/>
              </a:spcBef>
              <a:spcAft>
                <a:spcPts val="0"/>
              </a:spcAft>
              <a:buClr>
                <a:schemeClr val="accent2"/>
              </a:buClr>
              <a:buSzPts val="3000"/>
              <a:buFont typeface="Hammersmith One"/>
              <a:buNone/>
              <a:defRPr b="1" sz="3000">
                <a:solidFill>
                  <a:schemeClr val="accent2"/>
                </a:solidFill>
                <a:latin typeface="Hammersmith One"/>
                <a:ea typeface="Hammersmith One"/>
                <a:cs typeface="Hammersmith One"/>
                <a:sym typeface="Hammersmith One"/>
              </a:defRPr>
            </a:lvl7pPr>
            <a:lvl8pPr lvl="7">
              <a:spcBef>
                <a:spcPts val="0"/>
              </a:spcBef>
              <a:spcAft>
                <a:spcPts val="0"/>
              </a:spcAft>
              <a:buClr>
                <a:schemeClr val="accent2"/>
              </a:buClr>
              <a:buSzPts val="3000"/>
              <a:buFont typeface="Hammersmith One"/>
              <a:buNone/>
              <a:defRPr b="1" sz="3000">
                <a:solidFill>
                  <a:schemeClr val="accent2"/>
                </a:solidFill>
                <a:latin typeface="Hammersmith One"/>
                <a:ea typeface="Hammersmith One"/>
                <a:cs typeface="Hammersmith One"/>
                <a:sym typeface="Hammersmith One"/>
              </a:defRPr>
            </a:lvl8pPr>
            <a:lvl9pPr lvl="8">
              <a:spcBef>
                <a:spcPts val="0"/>
              </a:spcBef>
              <a:spcAft>
                <a:spcPts val="0"/>
              </a:spcAft>
              <a:buClr>
                <a:schemeClr val="accent2"/>
              </a:buClr>
              <a:buSzPts val="3000"/>
              <a:buFont typeface="Hammersmith One"/>
              <a:buNone/>
              <a:defRPr b="1" sz="3000">
                <a:solidFill>
                  <a:schemeClr val="accent2"/>
                </a:solidFill>
                <a:latin typeface="Hammersmith One"/>
                <a:ea typeface="Hammersmith One"/>
                <a:cs typeface="Hammersmith One"/>
                <a:sym typeface="Hammersmith One"/>
              </a:defRPr>
            </a:lvl9pPr>
          </a:lstStyle>
          <a:p/>
        </p:txBody>
      </p:sp>
      <p:sp>
        <p:nvSpPr>
          <p:cNvPr id="65" name="Google Shape;65;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accent2"/>
              </a:buClr>
              <a:buSzPts val="1800"/>
              <a:buFont typeface="Manjari"/>
              <a:buChar char="●"/>
              <a:defRPr sz="1800">
                <a:solidFill>
                  <a:schemeClr val="accent2"/>
                </a:solidFill>
                <a:latin typeface="Manjari"/>
                <a:ea typeface="Manjari"/>
                <a:cs typeface="Manjari"/>
                <a:sym typeface="Manjari"/>
              </a:defRPr>
            </a:lvl1pPr>
            <a:lvl2pPr indent="-317500" lvl="1" marL="9144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2pPr>
            <a:lvl3pPr indent="-317500" lvl="2" marL="13716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3pPr>
            <a:lvl4pPr indent="-317500" lvl="3" marL="18288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4pPr>
            <a:lvl5pPr indent="-317500" lvl="4" marL="22860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5pPr>
            <a:lvl6pPr indent="-317500" lvl="5" marL="27432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6pPr>
            <a:lvl7pPr indent="-317500" lvl="6" marL="32004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7pPr>
            <a:lvl8pPr indent="-317500" lvl="7" marL="36576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8pPr>
            <a:lvl9pPr indent="-317500" lvl="8" marL="4114800">
              <a:lnSpc>
                <a:spcPct val="100000"/>
              </a:lnSpc>
              <a:spcBef>
                <a:spcPts val="0"/>
              </a:spcBef>
              <a:spcAft>
                <a:spcPts val="0"/>
              </a:spcAft>
              <a:buClr>
                <a:schemeClr val="accent2"/>
              </a:buClr>
              <a:buSzPts val="1400"/>
              <a:buFont typeface="Manjari"/>
              <a:buChar char="■"/>
              <a:defRPr>
                <a:solidFill>
                  <a:schemeClr val="accent2"/>
                </a:solidFill>
                <a:latin typeface="Manjari"/>
                <a:ea typeface="Manjari"/>
                <a:cs typeface="Manjari"/>
                <a:sym typeface="Manjari"/>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61" name="Shape 261"/>
        <p:cNvGrpSpPr/>
        <p:nvPr/>
      </p:nvGrpSpPr>
      <p:grpSpPr>
        <a:xfrm>
          <a:off x="0" y="0"/>
          <a:ext cx="0" cy="0"/>
          <a:chOff x="0" y="0"/>
          <a:chExt cx="0" cy="0"/>
        </a:xfrm>
      </p:grpSpPr>
      <p:sp>
        <p:nvSpPr>
          <p:cNvPr id="262" name="Google Shape;262;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671E75"/>
              </a:buClr>
              <a:buSzPts val="2800"/>
              <a:buFont typeface="Roboto"/>
              <a:buNone/>
              <a:defRPr b="1" sz="2800">
                <a:solidFill>
                  <a:srgbClr val="671E75"/>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63" name="Google Shape;263;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298450" lvl="0" marL="4572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1pPr>
            <a:lvl2pPr indent="-298450" lvl="1" marL="9144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2pPr>
            <a:lvl3pPr indent="-298450" lvl="2" marL="13716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3pPr>
            <a:lvl4pPr indent="-298450" lvl="3" marL="1828800">
              <a:lnSpc>
                <a:spcPct val="115000"/>
              </a:lnSpc>
              <a:spcBef>
                <a:spcPts val="0"/>
              </a:spcBef>
              <a:spcAft>
                <a:spcPts val="0"/>
              </a:spcAft>
              <a:buClr>
                <a:schemeClr val="dk1"/>
              </a:buClr>
              <a:buSzPts val="1100"/>
              <a:buFont typeface="Roboto"/>
              <a:buAutoNum type="arabicPeriod"/>
              <a:defRPr sz="1100">
                <a:solidFill>
                  <a:schemeClr val="dk1"/>
                </a:solidFill>
                <a:latin typeface="Roboto"/>
                <a:ea typeface="Roboto"/>
                <a:cs typeface="Roboto"/>
                <a:sym typeface="Roboto"/>
              </a:defRPr>
            </a:lvl4pPr>
            <a:lvl5pPr indent="-298450" lvl="4" marL="2286000">
              <a:lnSpc>
                <a:spcPct val="115000"/>
              </a:lnSpc>
              <a:spcBef>
                <a:spcPts val="0"/>
              </a:spcBef>
              <a:spcAft>
                <a:spcPts val="0"/>
              </a:spcAft>
              <a:buClr>
                <a:schemeClr val="dk1"/>
              </a:buClr>
              <a:buSzPts val="1100"/>
              <a:buFont typeface="Roboto"/>
              <a:buAutoNum type="alphaLcPeriod"/>
              <a:defRPr sz="1100">
                <a:solidFill>
                  <a:schemeClr val="dk1"/>
                </a:solidFill>
                <a:latin typeface="Roboto"/>
                <a:ea typeface="Roboto"/>
                <a:cs typeface="Roboto"/>
                <a:sym typeface="Roboto"/>
              </a:defRPr>
            </a:lvl5pPr>
            <a:lvl6pPr indent="-298450" lvl="5" marL="2743200">
              <a:lnSpc>
                <a:spcPct val="115000"/>
              </a:lnSpc>
              <a:spcBef>
                <a:spcPts val="0"/>
              </a:spcBef>
              <a:spcAft>
                <a:spcPts val="0"/>
              </a:spcAft>
              <a:buClr>
                <a:schemeClr val="dk1"/>
              </a:buClr>
              <a:buSzPts val="1100"/>
              <a:buFont typeface="Roboto"/>
              <a:buAutoNum type="romanLcPeriod"/>
              <a:defRPr sz="1100">
                <a:solidFill>
                  <a:schemeClr val="dk1"/>
                </a:solidFill>
                <a:latin typeface="Roboto"/>
                <a:ea typeface="Roboto"/>
                <a:cs typeface="Roboto"/>
                <a:sym typeface="Roboto"/>
              </a:defRPr>
            </a:lvl6pPr>
            <a:lvl7pPr indent="-298450" lvl="6" marL="32004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7pPr>
            <a:lvl8pPr indent="-298450" lvl="7" marL="36576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8pPr>
            <a:lvl9pPr indent="-298450" lvl="8" marL="4114800">
              <a:lnSpc>
                <a:spcPct val="115000"/>
              </a:lnSpc>
              <a:spcBef>
                <a:spcPts val="0"/>
              </a:spcBef>
              <a:spcAft>
                <a:spcPts val="0"/>
              </a:spcAft>
              <a:buClr>
                <a:schemeClr val="dk1"/>
              </a:buClr>
              <a:buSzPts val="1100"/>
              <a:buFont typeface="Roboto"/>
              <a:buChar char="◆"/>
              <a:defRPr sz="1100">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xml"/><Relationship Id="rId3" Type="http://schemas.openxmlformats.org/officeDocument/2006/relationships/image" Target="../media/image26.png"/></Relationships>
</file>

<file path=ppt/slides/_rels/slide2.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34.png"/><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21.png"/><Relationship Id="rId9" Type="http://schemas.openxmlformats.org/officeDocument/2006/relationships/image" Target="../media/image36.png"/><Relationship Id="rId5" Type="http://schemas.openxmlformats.org/officeDocument/2006/relationships/image" Target="../media/image18.jpg"/><Relationship Id="rId6" Type="http://schemas.openxmlformats.org/officeDocument/2006/relationships/image" Target="../media/image30.jpg"/><Relationship Id="rId7" Type="http://schemas.openxmlformats.org/officeDocument/2006/relationships/image" Target="../media/image25.png"/><Relationship Id="rId8" Type="http://schemas.openxmlformats.org/officeDocument/2006/relationships/image" Target="../media/image2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image" Target="../media/image32.pn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comments" Target="../comments/comment2.xml"/><Relationship Id="rId4" Type="http://schemas.openxmlformats.org/officeDocument/2006/relationships/image" Target="../media/image21.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comments" Target="../comments/comment3.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comments" Target="../comments/comment4.xml"/><Relationship Id="rId4" Type="http://schemas.openxmlformats.org/officeDocument/2006/relationships/image" Target="../media/image24.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8.xml"/><Relationship Id="rId3" Type="http://schemas.openxmlformats.org/officeDocument/2006/relationships/comments" Target="../comments/comment5.xml"/><Relationship Id="rId4" Type="http://schemas.openxmlformats.org/officeDocument/2006/relationships/image" Target="../media/image49.png"/><Relationship Id="rId5"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comments" Target="../comments/comment6.xml"/><Relationship Id="rId4" Type="http://schemas.openxmlformats.org/officeDocument/2006/relationships/image" Target="../media/image42.png"/><Relationship Id="rId9" Type="http://schemas.openxmlformats.org/officeDocument/2006/relationships/image" Target="../media/image29.png"/><Relationship Id="rId5" Type="http://schemas.openxmlformats.org/officeDocument/2006/relationships/hyperlink" Target="https://docs.google.com/spreadsheets/d/1C2loU7CntClwXbl0Qo8aJMKiLLSURZ8JMIoZ6iKdixk/edit?usp=share_link" TargetMode="External"/><Relationship Id="rId6" Type="http://schemas.openxmlformats.org/officeDocument/2006/relationships/hyperlink" Target="https://docs.google.com/spreadsheets/d/1V6vty0vRF2THU6foBgy9k-EsUxMJ7erfwhuT5haa3MI/edit?usp=sharing" TargetMode="External"/><Relationship Id="rId7" Type="http://schemas.openxmlformats.org/officeDocument/2006/relationships/hyperlink" Target="https://docs.google.com/spreadsheets/d/1V6vty0vRF2THU6foBgy9k-EsUxMJ7erfwhuT5haa3MI/edit?usp=sharing" TargetMode="External"/><Relationship Id="rId8" Type="http://schemas.openxmlformats.org/officeDocument/2006/relationships/hyperlink" Target="https://docs.google.com/spreadsheets/d/1V6vty0vRF2THU6foBgy9k-EsUxMJ7erfwhuT5haa3MI/edit?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42.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comments" Target="../comments/comment7.xml"/><Relationship Id="rId4" Type="http://schemas.openxmlformats.org/officeDocument/2006/relationships/image" Target="../media/image24.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49.png"/><Relationship Id="rId4" Type="http://schemas.openxmlformats.org/officeDocument/2006/relationships/image" Target="../media/image41.png"/><Relationship Id="rId5" Type="http://schemas.openxmlformats.org/officeDocument/2006/relationships/image" Target="../media/image31.png"/><Relationship Id="rId6"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49.png"/><Relationship Id="rId4" Type="http://schemas.openxmlformats.org/officeDocument/2006/relationships/image" Target="../media/image41.png"/><Relationship Id="rId5"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49.png"/><Relationship Id="rId4" Type="http://schemas.openxmlformats.org/officeDocument/2006/relationships/image" Target="../media/image41.png"/><Relationship Id="rId5"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comments" Target="../comments/comment8.xml"/><Relationship Id="rId4" Type="http://schemas.openxmlformats.org/officeDocument/2006/relationships/image" Target="../media/image21.png"/><Relationship Id="rId5"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 Id="rId3" Type="http://schemas.openxmlformats.org/officeDocument/2006/relationships/comments" Target="../comments/comment9.xml"/><Relationship Id="rId4" Type="http://schemas.openxmlformats.org/officeDocument/2006/relationships/image" Target="../media/image21.png"/><Relationship Id="rId5" Type="http://schemas.openxmlformats.org/officeDocument/2006/relationships/image" Target="../media/image4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comments" Target="../comments/comment10.xml"/><Relationship Id="rId4" Type="http://schemas.openxmlformats.org/officeDocument/2006/relationships/image" Target="../media/image21.png"/><Relationship Id="rId5"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comments" Target="../comments/comment1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 Id="rId3" Type="http://schemas.openxmlformats.org/officeDocument/2006/relationships/comments" Target="../comments/comment12.xml"/><Relationship Id="rId4" Type="http://schemas.openxmlformats.org/officeDocument/2006/relationships/image" Target="../media/image21.png"/><Relationship Id="rId5" Type="http://schemas.openxmlformats.org/officeDocument/2006/relationships/image" Target="../media/image37.png"/><Relationship Id="rId6"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 Id="rId3" Type="http://schemas.openxmlformats.org/officeDocument/2006/relationships/comments" Target="../comments/comment13.xml"/><Relationship Id="rId4" Type="http://schemas.openxmlformats.org/officeDocument/2006/relationships/image" Target="../media/image24.png"/><Relationship Id="rId5"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 Id="rId3" Type="http://schemas.openxmlformats.org/officeDocument/2006/relationships/image" Target="../media/image49.pn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4.xml"/><Relationship Id="rId3" Type="http://schemas.openxmlformats.org/officeDocument/2006/relationships/image" Target="../media/image49.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5.xml"/><Relationship Id="rId3" Type="http://schemas.openxmlformats.org/officeDocument/2006/relationships/hyperlink" Target="http://drive.google.com/file/d/1D2xGxDX4FyqfStgNwfmXYLBB2dBEzP2I/view" TargetMode="External"/><Relationship Id="rId4" Type="http://schemas.openxmlformats.org/officeDocument/2006/relationships/image" Target="../media/image44.jpg"/><Relationship Id="rId5" Type="http://schemas.openxmlformats.org/officeDocument/2006/relationships/hyperlink" Target="http://drive.google.com/file/d/1OtgHWKvmYx821FMLKhc06dbSkkmmuMRj/view" TargetMode="External"/><Relationship Id="rId6"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6.xml"/><Relationship Id="rId3" Type="http://schemas.openxmlformats.org/officeDocument/2006/relationships/comments" Target="../comments/comment14.xml"/><Relationship Id="rId4" Type="http://schemas.openxmlformats.org/officeDocument/2006/relationships/image" Target="../media/image24.png"/><Relationship Id="rId5"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comments" Target="../comments/comment15.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8.xml"/><Relationship Id="rId3" Type="http://schemas.openxmlformats.org/officeDocument/2006/relationships/comments" Target="../comments/comment16.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0.xml"/><Relationship Id="rId3" Type="http://schemas.openxmlformats.org/officeDocument/2006/relationships/image" Target="../media/image2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 Id="rId3"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4.xml"/><Relationship Id="rId3"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49"/>
          <p:cNvPicPr preferRelativeResize="0"/>
          <p:nvPr/>
        </p:nvPicPr>
        <p:blipFill>
          <a:blip r:embed="rId3">
            <a:alphaModFix/>
          </a:blip>
          <a:stretch>
            <a:fillRect/>
          </a:stretch>
        </p:blipFill>
        <p:spPr>
          <a:xfrm>
            <a:off x="681775" y="3220202"/>
            <a:ext cx="2291950" cy="602175"/>
          </a:xfrm>
          <a:prstGeom prst="rect">
            <a:avLst/>
          </a:prstGeom>
          <a:noFill/>
          <a:ln>
            <a:noFill/>
          </a:ln>
        </p:spPr>
      </p:pic>
      <p:sp>
        <p:nvSpPr>
          <p:cNvPr id="359" name="Google Shape;359;p49"/>
          <p:cNvSpPr txBox="1"/>
          <p:nvPr>
            <p:ph type="ctrTitle"/>
          </p:nvPr>
        </p:nvSpPr>
        <p:spPr>
          <a:xfrm>
            <a:off x="579600" y="1723475"/>
            <a:ext cx="7299900" cy="94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Poppins"/>
                <a:ea typeface="Poppins"/>
                <a:cs typeface="Poppins"/>
                <a:sym typeface="Poppins"/>
              </a:rPr>
              <a:t>Final Presentation</a:t>
            </a:r>
            <a:endParaRPr>
              <a:latin typeface="Poppins"/>
              <a:ea typeface="Poppins"/>
              <a:cs typeface="Poppins"/>
              <a:sym typeface="Poppins"/>
            </a:endParaRPr>
          </a:p>
        </p:txBody>
      </p:sp>
      <p:sp>
        <p:nvSpPr>
          <p:cNvPr id="360" name="Google Shape;360;p49"/>
          <p:cNvSpPr txBox="1"/>
          <p:nvPr>
            <p:ph idx="1" type="subTitle"/>
          </p:nvPr>
        </p:nvSpPr>
        <p:spPr>
          <a:xfrm>
            <a:off x="607552" y="2500925"/>
            <a:ext cx="7074600" cy="49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Roboto Medium"/>
                <a:ea typeface="Roboto Medium"/>
                <a:cs typeface="Roboto Medium"/>
                <a:sym typeface="Roboto Medium"/>
              </a:rPr>
              <a:t>Product Space x Toast</a:t>
            </a:r>
            <a:endParaRPr sz="2300">
              <a:latin typeface="Roboto Medium"/>
              <a:ea typeface="Roboto Medium"/>
              <a:cs typeface="Roboto Medium"/>
              <a:sym typeface="Roboto Medium"/>
            </a:endParaRPr>
          </a:p>
        </p:txBody>
      </p:sp>
      <p:pic>
        <p:nvPicPr>
          <p:cNvPr id="361" name="Google Shape;361;p49"/>
          <p:cNvPicPr preferRelativeResize="0"/>
          <p:nvPr/>
        </p:nvPicPr>
        <p:blipFill>
          <a:blip r:embed="rId3">
            <a:alphaModFix/>
          </a:blip>
          <a:stretch>
            <a:fillRect/>
          </a:stretch>
        </p:blipFill>
        <p:spPr>
          <a:xfrm>
            <a:off x="681775" y="3374143"/>
            <a:ext cx="2291950" cy="448225"/>
          </a:xfrm>
          <a:prstGeom prst="rect">
            <a:avLst/>
          </a:prstGeom>
          <a:noFill/>
          <a:ln>
            <a:noFill/>
          </a:ln>
        </p:spPr>
      </p:pic>
      <p:sp>
        <p:nvSpPr>
          <p:cNvPr id="362" name="Google Shape;362;p49"/>
          <p:cNvSpPr txBox="1"/>
          <p:nvPr>
            <p:ph idx="1" type="subTitle"/>
          </p:nvPr>
        </p:nvSpPr>
        <p:spPr>
          <a:xfrm>
            <a:off x="632400" y="3317250"/>
            <a:ext cx="5060100" cy="89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Fall</a:t>
            </a:r>
            <a:r>
              <a:rPr lang="en" sz="1300"/>
              <a:t> 2025</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50"/>
          <p:cNvPicPr preferRelativeResize="0"/>
          <p:nvPr/>
        </p:nvPicPr>
        <p:blipFill rotWithShape="1">
          <a:blip r:embed="rId4">
            <a:alphaModFix/>
          </a:blip>
          <a:srcRect b="39654" l="13786" r="0" t="0"/>
          <a:stretch/>
        </p:blipFill>
        <p:spPr>
          <a:xfrm>
            <a:off x="0" y="0"/>
            <a:ext cx="9144000" cy="1168025"/>
          </a:xfrm>
          <a:prstGeom prst="rect">
            <a:avLst/>
          </a:prstGeom>
          <a:noFill/>
          <a:ln>
            <a:noFill/>
          </a:ln>
        </p:spPr>
      </p:pic>
      <p:sp>
        <p:nvSpPr>
          <p:cNvPr id="368" name="Google Shape;368;p50"/>
          <p:cNvSpPr txBox="1"/>
          <p:nvPr>
            <p:ph type="title"/>
          </p:nvPr>
        </p:nvSpPr>
        <p:spPr>
          <a:xfrm>
            <a:off x="713250" y="505380"/>
            <a:ext cx="7717500" cy="541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600">
                <a:solidFill>
                  <a:srgbClr val="662380"/>
                </a:solidFill>
              </a:rPr>
              <a:t>Meet the Team</a:t>
            </a:r>
            <a:endParaRPr sz="4600">
              <a:solidFill>
                <a:srgbClr val="662380"/>
              </a:solidFill>
              <a:latin typeface="Poppins"/>
              <a:ea typeface="Poppins"/>
              <a:cs typeface="Poppins"/>
              <a:sym typeface="Poppins"/>
            </a:endParaRPr>
          </a:p>
        </p:txBody>
      </p:sp>
      <p:sp>
        <p:nvSpPr>
          <p:cNvPr id="369" name="Google Shape;369;p50"/>
          <p:cNvSpPr/>
          <p:nvPr/>
        </p:nvSpPr>
        <p:spPr>
          <a:xfrm>
            <a:off x="1820949" y="2023635"/>
            <a:ext cx="1214400" cy="1214400"/>
          </a:xfrm>
          <a:prstGeom prst="ellipse">
            <a:avLst/>
          </a:prstGeom>
          <a:solidFill>
            <a:schemeClr val="lt2"/>
          </a:solidFill>
          <a:ln cap="flat" cmpd="sng" w="8425">
            <a:solidFill>
              <a:schemeClr val="dk2"/>
            </a:solidFill>
            <a:prstDash val="solid"/>
            <a:round/>
            <a:headEnd len="sm" w="sm" type="none"/>
            <a:tailEnd len="sm" w="sm" type="none"/>
          </a:ln>
        </p:spPr>
        <p:txBody>
          <a:bodyPr anchorCtr="0" anchor="ctr" bIns="80950" lIns="80950" spcFirstLastPara="1" rIns="80950" wrap="square" tIns="80950">
            <a:noAutofit/>
          </a:bodyPr>
          <a:lstStyle/>
          <a:p>
            <a:pPr indent="0" lvl="0" marL="0" rtl="0" algn="ctr">
              <a:spcBef>
                <a:spcPts val="0"/>
              </a:spcBef>
              <a:spcAft>
                <a:spcPts val="0"/>
              </a:spcAft>
              <a:buNone/>
            </a:pPr>
            <a:r>
              <a:t/>
            </a:r>
            <a:endParaRPr sz="1240">
              <a:latin typeface="Manjari"/>
              <a:ea typeface="Manjari"/>
              <a:cs typeface="Manjari"/>
              <a:sym typeface="Manjari"/>
            </a:endParaRPr>
          </a:p>
        </p:txBody>
      </p:sp>
      <p:sp>
        <p:nvSpPr>
          <p:cNvPr id="370" name="Google Shape;370;p50"/>
          <p:cNvSpPr/>
          <p:nvPr/>
        </p:nvSpPr>
        <p:spPr>
          <a:xfrm>
            <a:off x="4698766" y="2023635"/>
            <a:ext cx="1214400" cy="1214400"/>
          </a:xfrm>
          <a:prstGeom prst="ellipse">
            <a:avLst/>
          </a:prstGeom>
          <a:solidFill>
            <a:schemeClr val="lt2"/>
          </a:solidFill>
          <a:ln cap="flat" cmpd="sng" w="8425">
            <a:solidFill>
              <a:schemeClr val="dk2"/>
            </a:solidFill>
            <a:prstDash val="solid"/>
            <a:round/>
            <a:headEnd len="sm" w="sm" type="none"/>
            <a:tailEnd len="sm" w="sm" type="none"/>
          </a:ln>
        </p:spPr>
        <p:txBody>
          <a:bodyPr anchorCtr="0" anchor="ctr" bIns="80950" lIns="80950" spcFirstLastPara="1" rIns="80950" wrap="square" tIns="80950">
            <a:noAutofit/>
          </a:bodyPr>
          <a:lstStyle/>
          <a:p>
            <a:pPr indent="0" lvl="0" marL="0" rtl="0" algn="ctr">
              <a:spcBef>
                <a:spcPts val="0"/>
              </a:spcBef>
              <a:spcAft>
                <a:spcPts val="0"/>
              </a:spcAft>
              <a:buNone/>
            </a:pPr>
            <a:r>
              <a:t/>
            </a:r>
            <a:endParaRPr sz="1240">
              <a:latin typeface="Manjari"/>
              <a:ea typeface="Manjari"/>
              <a:cs typeface="Manjari"/>
              <a:sym typeface="Manjari"/>
            </a:endParaRPr>
          </a:p>
        </p:txBody>
      </p:sp>
      <p:sp>
        <p:nvSpPr>
          <p:cNvPr id="371" name="Google Shape;371;p50"/>
          <p:cNvSpPr/>
          <p:nvPr/>
        </p:nvSpPr>
        <p:spPr>
          <a:xfrm>
            <a:off x="3251035" y="2023635"/>
            <a:ext cx="1214400" cy="1214400"/>
          </a:xfrm>
          <a:prstGeom prst="ellipse">
            <a:avLst/>
          </a:prstGeom>
          <a:solidFill>
            <a:schemeClr val="lt2"/>
          </a:solidFill>
          <a:ln cap="flat" cmpd="sng" w="8425">
            <a:solidFill>
              <a:schemeClr val="dk2"/>
            </a:solidFill>
            <a:prstDash val="solid"/>
            <a:round/>
            <a:headEnd len="sm" w="sm" type="none"/>
            <a:tailEnd len="sm" w="sm" type="none"/>
          </a:ln>
        </p:spPr>
        <p:txBody>
          <a:bodyPr anchorCtr="0" anchor="ctr" bIns="80950" lIns="80950" spcFirstLastPara="1" rIns="80950" wrap="square" tIns="80950">
            <a:noAutofit/>
          </a:bodyPr>
          <a:lstStyle/>
          <a:p>
            <a:pPr indent="0" lvl="0" marL="0" rtl="0" algn="ctr">
              <a:spcBef>
                <a:spcPts val="0"/>
              </a:spcBef>
              <a:spcAft>
                <a:spcPts val="0"/>
              </a:spcAft>
              <a:buNone/>
            </a:pPr>
            <a:r>
              <a:t/>
            </a:r>
            <a:endParaRPr sz="1240">
              <a:latin typeface="Manjari"/>
              <a:ea typeface="Manjari"/>
              <a:cs typeface="Manjari"/>
              <a:sym typeface="Manjari"/>
            </a:endParaRPr>
          </a:p>
        </p:txBody>
      </p:sp>
      <p:sp>
        <p:nvSpPr>
          <p:cNvPr id="372" name="Google Shape;372;p50"/>
          <p:cNvSpPr/>
          <p:nvPr/>
        </p:nvSpPr>
        <p:spPr>
          <a:xfrm>
            <a:off x="7664797" y="2023635"/>
            <a:ext cx="1243500" cy="1243500"/>
          </a:xfrm>
          <a:prstGeom prst="ellipse">
            <a:avLst/>
          </a:prstGeom>
          <a:solidFill>
            <a:schemeClr val="lt2"/>
          </a:solidFill>
          <a:ln cap="flat" cmpd="sng" w="8425">
            <a:solidFill>
              <a:schemeClr val="dk2"/>
            </a:solidFill>
            <a:prstDash val="solid"/>
            <a:round/>
            <a:headEnd len="sm" w="sm" type="none"/>
            <a:tailEnd len="sm" w="sm" type="none"/>
          </a:ln>
        </p:spPr>
        <p:txBody>
          <a:bodyPr anchorCtr="0" anchor="ctr" bIns="80950" lIns="80950" spcFirstLastPara="1" rIns="80950" wrap="square" tIns="80950">
            <a:noAutofit/>
          </a:bodyPr>
          <a:lstStyle/>
          <a:p>
            <a:pPr indent="0" lvl="0" marL="0" rtl="0" algn="ctr">
              <a:spcBef>
                <a:spcPts val="0"/>
              </a:spcBef>
              <a:spcAft>
                <a:spcPts val="0"/>
              </a:spcAft>
              <a:buNone/>
            </a:pPr>
            <a:r>
              <a:t/>
            </a:r>
            <a:endParaRPr sz="1240">
              <a:latin typeface="Manjari"/>
              <a:ea typeface="Manjari"/>
              <a:cs typeface="Manjari"/>
              <a:sym typeface="Manjari"/>
            </a:endParaRPr>
          </a:p>
        </p:txBody>
      </p:sp>
      <p:sp>
        <p:nvSpPr>
          <p:cNvPr id="373" name="Google Shape;373;p50"/>
          <p:cNvSpPr/>
          <p:nvPr/>
        </p:nvSpPr>
        <p:spPr>
          <a:xfrm>
            <a:off x="6181776" y="2023635"/>
            <a:ext cx="1214400" cy="1214400"/>
          </a:xfrm>
          <a:prstGeom prst="ellipse">
            <a:avLst/>
          </a:prstGeom>
          <a:solidFill>
            <a:schemeClr val="lt2"/>
          </a:solidFill>
          <a:ln cap="flat" cmpd="sng" w="8425">
            <a:solidFill>
              <a:schemeClr val="dk2"/>
            </a:solidFill>
            <a:prstDash val="solid"/>
            <a:round/>
            <a:headEnd len="sm" w="sm" type="none"/>
            <a:tailEnd len="sm" w="sm" type="none"/>
          </a:ln>
        </p:spPr>
        <p:txBody>
          <a:bodyPr anchorCtr="0" anchor="ctr" bIns="80950" lIns="80950" spcFirstLastPara="1" rIns="80950" wrap="square" tIns="80950">
            <a:noAutofit/>
          </a:bodyPr>
          <a:lstStyle/>
          <a:p>
            <a:pPr indent="0" lvl="0" marL="0" rtl="0" algn="ctr">
              <a:spcBef>
                <a:spcPts val="0"/>
              </a:spcBef>
              <a:spcAft>
                <a:spcPts val="0"/>
              </a:spcAft>
              <a:buNone/>
            </a:pPr>
            <a:r>
              <a:t/>
            </a:r>
            <a:endParaRPr sz="1240">
              <a:latin typeface="Manjari"/>
              <a:ea typeface="Manjari"/>
              <a:cs typeface="Manjari"/>
              <a:sym typeface="Manjari"/>
            </a:endParaRPr>
          </a:p>
        </p:txBody>
      </p:sp>
      <p:sp>
        <p:nvSpPr>
          <p:cNvPr id="374" name="Google Shape;374;p50"/>
          <p:cNvSpPr txBox="1"/>
          <p:nvPr/>
        </p:nvSpPr>
        <p:spPr>
          <a:xfrm>
            <a:off x="3107176" y="3400375"/>
            <a:ext cx="1519800" cy="711000"/>
          </a:xfrm>
          <a:prstGeom prst="rect">
            <a:avLst/>
          </a:prstGeom>
          <a:noFill/>
          <a:ln>
            <a:noFill/>
          </a:ln>
        </p:spPr>
        <p:txBody>
          <a:bodyPr anchorCtr="0" anchor="t" bIns="80950" lIns="80950" spcFirstLastPara="1" rIns="80950" wrap="square" tIns="80950">
            <a:noAutofit/>
          </a:bodyPr>
          <a:lstStyle/>
          <a:p>
            <a:pPr indent="0" lvl="0" marL="0" rtl="0" algn="ctr">
              <a:lnSpc>
                <a:spcPct val="115000"/>
              </a:lnSpc>
              <a:spcBef>
                <a:spcPts val="0"/>
              </a:spcBef>
              <a:spcAft>
                <a:spcPts val="0"/>
              </a:spcAft>
              <a:buNone/>
            </a:pPr>
            <a:r>
              <a:rPr lang="en" sz="1805">
                <a:solidFill>
                  <a:srgbClr val="301900"/>
                </a:solidFill>
                <a:latin typeface="Poppins SemiBold"/>
                <a:ea typeface="Poppins SemiBold"/>
                <a:cs typeface="Poppins SemiBold"/>
                <a:sym typeface="Poppins SemiBold"/>
              </a:rPr>
              <a:t>Raymond</a:t>
            </a:r>
            <a:endParaRPr sz="1805">
              <a:solidFill>
                <a:srgbClr val="301900"/>
              </a:solidFill>
              <a:latin typeface="Poppins SemiBold"/>
              <a:ea typeface="Poppins SemiBold"/>
              <a:cs typeface="Poppins SemiBold"/>
              <a:sym typeface="Poppins SemiBold"/>
            </a:endParaRPr>
          </a:p>
          <a:p>
            <a:pPr indent="0" lvl="0" marL="0" rtl="0" algn="ctr">
              <a:lnSpc>
                <a:spcPct val="100000"/>
              </a:lnSpc>
              <a:spcBef>
                <a:spcPts val="0"/>
              </a:spcBef>
              <a:spcAft>
                <a:spcPts val="0"/>
              </a:spcAft>
              <a:buNone/>
            </a:pPr>
            <a:r>
              <a:rPr lang="en" sz="1505">
                <a:solidFill>
                  <a:schemeClr val="accent2"/>
                </a:solidFill>
                <a:latin typeface="Manjari"/>
                <a:ea typeface="Manjari"/>
                <a:cs typeface="Manjari"/>
                <a:sym typeface="Manjari"/>
              </a:rPr>
              <a:t>Human</a:t>
            </a:r>
            <a:r>
              <a:rPr lang="en" sz="1505">
                <a:solidFill>
                  <a:schemeClr val="accent2"/>
                </a:solidFill>
                <a:latin typeface="Manjari"/>
                <a:ea typeface="Manjari"/>
                <a:cs typeface="Manjari"/>
                <a:sym typeface="Manjari"/>
              </a:rPr>
              <a:t> </a:t>
            </a:r>
            <a:endParaRPr sz="1505">
              <a:solidFill>
                <a:schemeClr val="accent2"/>
              </a:solidFill>
              <a:latin typeface="Manjari"/>
              <a:ea typeface="Manjari"/>
              <a:cs typeface="Manjari"/>
              <a:sym typeface="Manjari"/>
            </a:endParaRPr>
          </a:p>
          <a:p>
            <a:pPr indent="0" lvl="0" marL="0" rtl="0" algn="ctr">
              <a:spcBef>
                <a:spcPts val="0"/>
              </a:spcBef>
              <a:spcAft>
                <a:spcPts val="0"/>
              </a:spcAft>
              <a:buNone/>
            </a:pPr>
            <a:r>
              <a:rPr lang="en" sz="1505">
                <a:solidFill>
                  <a:schemeClr val="accent2"/>
                </a:solidFill>
                <a:latin typeface="Manjari"/>
                <a:ea typeface="Manjari"/>
                <a:cs typeface="Manjari"/>
                <a:sym typeface="Manjari"/>
              </a:rPr>
              <a:t>Science | ‘28</a:t>
            </a:r>
            <a:endParaRPr sz="1505">
              <a:solidFill>
                <a:schemeClr val="accent2"/>
              </a:solidFill>
              <a:latin typeface="Manjari"/>
              <a:ea typeface="Manjari"/>
              <a:cs typeface="Manjari"/>
              <a:sym typeface="Manjari"/>
            </a:endParaRPr>
          </a:p>
        </p:txBody>
      </p:sp>
      <p:sp>
        <p:nvSpPr>
          <p:cNvPr id="375" name="Google Shape;375;p50"/>
          <p:cNvSpPr txBox="1"/>
          <p:nvPr/>
        </p:nvSpPr>
        <p:spPr>
          <a:xfrm>
            <a:off x="4698788" y="3400384"/>
            <a:ext cx="1214400" cy="711000"/>
          </a:xfrm>
          <a:prstGeom prst="rect">
            <a:avLst/>
          </a:prstGeom>
          <a:noFill/>
          <a:ln>
            <a:noFill/>
          </a:ln>
        </p:spPr>
        <p:txBody>
          <a:bodyPr anchorCtr="0" anchor="t" bIns="80950" lIns="80950" spcFirstLastPara="1" rIns="80950" wrap="square" tIns="80950">
            <a:noAutofit/>
          </a:bodyPr>
          <a:lstStyle/>
          <a:p>
            <a:pPr indent="0" lvl="0" marL="0" rtl="0" algn="ctr">
              <a:lnSpc>
                <a:spcPct val="115000"/>
              </a:lnSpc>
              <a:spcBef>
                <a:spcPts val="0"/>
              </a:spcBef>
              <a:spcAft>
                <a:spcPts val="0"/>
              </a:spcAft>
              <a:buNone/>
            </a:pPr>
            <a:r>
              <a:rPr lang="en" sz="1805">
                <a:solidFill>
                  <a:srgbClr val="301900"/>
                </a:solidFill>
                <a:latin typeface="Poppins SemiBold"/>
                <a:ea typeface="Poppins SemiBold"/>
                <a:cs typeface="Poppins SemiBold"/>
                <a:sym typeface="Poppins SemiBold"/>
              </a:rPr>
              <a:t>Jessica</a:t>
            </a:r>
            <a:endParaRPr sz="1805">
              <a:solidFill>
                <a:srgbClr val="301900"/>
              </a:solidFill>
              <a:latin typeface="Poppins SemiBold"/>
              <a:ea typeface="Poppins SemiBold"/>
              <a:cs typeface="Poppins SemiBold"/>
              <a:sym typeface="Poppins SemiBold"/>
            </a:endParaRPr>
          </a:p>
          <a:p>
            <a:pPr indent="0" lvl="0" marL="0" rtl="0" algn="ctr">
              <a:spcBef>
                <a:spcPts val="0"/>
              </a:spcBef>
              <a:spcAft>
                <a:spcPts val="0"/>
              </a:spcAft>
              <a:buNone/>
            </a:pPr>
            <a:r>
              <a:rPr lang="en" sz="1505">
                <a:solidFill>
                  <a:schemeClr val="accent2"/>
                </a:solidFill>
                <a:latin typeface="Manjari"/>
                <a:ea typeface="Manjari"/>
                <a:cs typeface="Manjari"/>
                <a:sym typeface="Manjari"/>
              </a:rPr>
              <a:t>STIA | ‘28</a:t>
            </a:r>
            <a:endParaRPr sz="1505">
              <a:solidFill>
                <a:schemeClr val="accent2"/>
              </a:solidFill>
              <a:latin typeface="Manjari"/>
              <a:ea typeface="Manjari"/>
              <a:cs typeface="Manjari"/>
              <a:sym typeface="Manjari"/>
            </a:endParaRPr>
          </a:p>
        </p:txBody>
      </p:sp>
      <p:sp>
        <p:nvSpPr>
          <p:cNvPr id="376" name="Google Shape;376;p50"/>
          <p:cNvSpPr txBox="1"/>
          <p:nvPr/>
        </p:nvSpPr>
        <p:spPr>
          <a:xfrm>
            <a:off x="6181821" y="3400384"/>
            <a:ext cx="1214400" cy="711000"/>
          </a:xfrm>
          <a:prstGeom prst="rect">
            <a:avLst/>
          </a:prstGeom>
          <a:noFill/>
          <a:ln>
            <a:noFill/>
          </a:ln>
        </p:spPr>
        <p:txBody>
          <a:bodyPr anchorCtr="0" anchor="t" bIns="80950" lIns="80950" spcFirstLastPara="1" rIns="80950" wrap="square" tIns="80950">
            <a:noAutofit/>
          </a:bodyPr>
          <a:lstStyle/>
          <a:p>
            <a:pPr indent="0" lvl="0" marL="0" rtl="0" algn="ctr">
              <a:lnSpc>
                <a:spcPct val="115000"/>
              </a:lnSpc>
              <a:spcBef>
                <a:spcPts val="0"/>
              </a:spcBef>
              <a:spcAft>
                <a:spcPts val="0"/>
              </a:spcAft>
              <a:buNone/>
            </a:pPr>
            <a:r>
              <a:rPr lang="en" sz="1805">
                <a:solidFill>
                  <a:srgbClr val="301900"/>
                </a:solidFill>
                <a:latin typeface="Poppins SemiBold"/>
                <a:ea typeface="Poppins SemiBold"/>
                <a:cs typeface="Poppins SemiBold"/>
                <a:sym typeface="Poppins SemiBold"/>
              </a:rPr>
              <a:t>Lucas</a:t>
            </a:r>
            <a:endParaRPr sz="1805">
              <a:solidFill>
                <a:srgbClr val="301900"/>
              </a:solidFill>
              <a:latin typeface="Poppins SemiBold"/>
              <a:ea typeface="Poppins SemiBold"/>
              <a:cs typeface="Poppins SemiBold"/>
              <a:sym typeface="Poppins SemiBold"/>
            </a:endParaRPr>
          </a:p>
          <a:p>
            <a:pPr indent="0" lvl="0" marL="0" rtl="0" algn="ctr">
              <a:spcBef>
                <a:spcPts val="0"/>
              </a:spcBef>
              <a:spcAft>
                <a:spcPts val="0"/>
              </a:spcAft>
              <a:buNone/>
            </a:pPr>
            <a:r>
              <a:rPr lang="en" sz="1505">
                <a:solidFill>
                  <a:schemeClr val="accent2"/>
                </a:solidFill>
                <a:latin typeface="Manjari"/>
                <a:ea typeface="Manjari"/>
                <a:cs typeface="Manjari"/>
                <a:sym typeface="Manjari"/>
              </a:rPr>
              <a:t>Finance &amp;</a:t>
            </a:r>
            <a:endParaRPr sz="1505">
              <a:solidFill>
                <a:schemeClr val="accent2"/>
              </a:solidFill>
              <a:latin typeface="Manjari"/>
              <a:ea typeface="Manjari"/>
              <a:cs typeface="Manjari"/>
              <a:sym typeface="Manjari"/>
            </a:endParaRPr>
          </a:p>
          <a:p>
            <a:pPr indent="0" lvl="0" marL="0" rtl="0" algn="ctr">
              <a:spcBef>
                <a:spcPts val="0"/>
              </a:spcBef>
              <a:spcAft>
                <a:spcPts val="0"/>
              </a:spcAft>
              <a:buNone/>
            </a:pPr>
            <a:r>
              <a:rPr lang="en" sz="1505">
                <a:solidFill>
                  <a:schemeClr val="accent2"/>
                </a:solidFill>
                <a:latin typeface="Manjari"/>
                <a:ea typeface="Manjari"/>
                <a:cs typeface="Manjari"/>
                <a:sym typeface="Manjari"/>
              </a:rPr>
              <a:t>OPAN |</a:t>
            </a:r>
            <a:r>
              <a:rPr lang="en" sz="1505">
                <a:solidFill>
                  <a:schemeClr val="accent2"/>
                </a:solidFill>
                <a:latin typeface="Manjari"/>
                <a:ea typeface="Manjari"/>
                <a:cs typeface="Manjari"/>
                <a:sym typeface="Manjari"/>
              </a:rPr>
              <a:t> </a:t>
            </a:r>
            <a:r>
              <a:rPr lang="en" sz="1505">
                <a:solidFill>
                  <a:schemeClr val="accent2"/>
                </a:solidFill>
                <a:latin typeface="Manjari"/>
                <a:ea typeface="Manjari"/>
                <a:cs typeface="Manjari"/>
                <a:sym typeface="Manjari"/>
              </a:rPr>
              <a:t>‘27</a:t>
            </a:r>
            <a:endParaRPr sz="1505">
              <a:solidFill>
                <a:schemeClr val="accent2"/>
              </a:solidFill>
              <a:latin typeface="Manjari"/>
              <a:ea typeface="Manjari"/>
              <a:cs typeface="Manjari"/>
              <a:sym typeface="Manjari"/>
            </a:endParaRPr>
          </a:p>
        </p:txBody>
      </p:sp>
      <p:sp>
        <p:nvSpPr>
          <p:cNvPr id="377" name="Google Shape;377;p50"/>
          <p:cNvSpPr txBox="1"/>
          <p:nvPr/>
        </p:nvSpPr>
        <p:spPr>
          <a:xfrm>
            <a:off x="7664853" y="3400384"/>
            <a:ext cx="1214400" cy="711000"/>
          </a:xfrm>
          <a:prstGeom prst="rect">
            <a:avLst/>
          </a:prstGeom>
          <a:noFill/>
          <a:ln>
            <a:noFill/>
          </a:ln>
        </p:spPr>
        <p:txBody>
          <a:bodyPr anchorCtr="0" anchor="t" bIns="80950" lIns="80950" spcFirstLastPara="1" rIns="80950" wrap="square" tIns="80950">
            <a:noAutofit/>
          </a:bodyPr>
          <a:lstStyle/>
          <a:p>
            <a:pPr indent="0" lvl="0" marL="0" rtl="0" algn="ctr">
              <a:lnSpc>
                <a:spcPct val="115000"/>
              </a:lnSpc>
              <a:spcBef>
                <a:spcPts val="0"/>
              </a:spcBef>
              <a:spcAft>
                <a:spcPts val="0"/>
              </a:spcAft>
              <a:buNone/>
            </a:pPr>
            <a:r>
              <a:rPr lang="en" sz="1805">
                <a:solidFill>
                  <a:srgbClr val="301900"/>
                </a:solidFill>
                <a:latin typeface="Poppins SemiBold"/>
                <a:ea typeface="Poppins SemiBold"/>
                <a:cs typeface="Poppins SemiBold"/>
                <a:sym typeface="Poppins SemiBold"/>
              </a:rPr>
              <a:t>Ella</a:t>
            </a:r>
            <a:endParaRPr sz="1805">
              <a:solidFill>
                <a:srgbClr val="301900"/>
              </a:solidFill>
              <a:latin typeface="Poppins SemiBold"/>
              <a:ea typeface="Poppins SemiBold"/>
              <a:cs typeface="Poppins SemiBold"/>
              <a:sym typeface="Poppins SemiBold"/>
            </a:endParaRPr>
          </a:p>
          <a:p>
            <a:pPr indent="0" lvl="0" marL="0" rtl="0" algn="ctr">
              <a:spcBef>
                <a:spcPts val="0"/>
              </a:spcBef>
              <a:spcAft>
                <a:spcPts val="0"/>
              </a:spcAft>
              <a:buNone/>
            </a:pPr>
            <a:r>
              <a:rPr lang="en" sz="1505">
                <a:solidFill>
                  <a:schemeClr val="accent2"/>
                </a:solidFill>
                <a:latin typeface="Manjari"/>
                <a:ea typeface="Manjari"/>
                <a:cs typeface="Manjari"/>
                <a:sym typeface="Manjari"/>
              </a:rPr>
              <a:t>Marketing &amp; OPAN | ‘28</a:t>
            </a:r>
            <a:endParaRPr sz="1505">
              <a:solidFill>
                <a:schemeClr val="accent2"/>
              </a:solidFill>
              <a:latin typeface="Manjari"/>
              <a:ea typeface="Manjari"/>
              <a:cs typeface="Manjari"/>
              <a:sym typeface="Manjari"/>
            </a:endParaRPr>
          </a:p>
        </p:txBody>
      </p:sp>
      <p:pic>
        <p:nvPicPr>
          <p:cNvPr id="378" name="Google Shape;378;p50" title="Raymond-2 5 (7).jpg"/>
          <p:cNvPicPr preferRelativeResize="0"/>
          <p:nvPr/>
        </p:nvPicPr>
        <p:blipFill rotWithShape="1">
          <a:blip r:embed="rId5">
            <a:alphaModFix/>
          </a:blip>
          <a:srcRect b="12785" l="310" r="-310" t="17044"/>
          <a:stretch/>
        </p:blipFill>
        <p:spPr>
          <a:xfrm>
            <a:off x="3244864" y="2023644"/>
            <a:ext cx="1243500" cy="1243500"/>
          </a:xfrm>
          <a:prstGeom prst="ellipse">
            <a:avLst/>
          </a:prstGeom>
          <a:noFill/>
          <a:ln>
            <a:noFill/>
          </a:ln>
        </p:spPr>
      </p:pic>
      <p:pic>
        <p:nvPicPr>
          <p:cNvPr id="379" name="Google Shape;379;p50" title="Jessica.JPG"/>
          <p:cNvPicPr preferRelativeResize="0"/>
          <p:nvPr/>
        </p:nvPicPr>
        <p:blipFill rotWithShape="1">
          <a:blip r:embed="rId6">
            <a:alphaModFix/>
          </a:blip>
          <a:srcRect b="29674" l="17317" r="20006" t="28300"/>
          <a:stretch/>
        </p:blipFill>
        <p:spPr>
          <a:xfrm>
            <a:off x="4676000" y="2007314"/>
            <a:ext cx="1239600" cy="1247100"/>
          </a:xfrm>
          <a:prstGeom prst="ellipse">
            <a:avLst/>
          </a:prstGeom>
          <a:noFill/>
          <a:ln>
            <a:noFill/>
          </a:ln>
        </p:spPr>
      </p:pic>
      <p:pic>
        <p:nvPicPr>
          <p:cNvPr id="380" name="Google Shape;380;p50"/>
          <p:cNvPicPr preferRelativeResize="0"/>
          <p:nvPr/>
        </p:nvPicPr>
        <p:blipFill rotWithShape="1">
          <a:blip r:embed="rId7">
            <a:alphaModFix/>
          </a:blip>
          <a:srcRect b="17443" l="6560" r="6560" t="4929"/>
          <a:stretch/>
        </p:blipFill>
        <p:spPr>
          <a:xfrm>
            <a:off x="6172258" y="2007263"/>
            <a:ext cx="1243500" cy="1224600"/>
          </a:xfrm>
          <a:prstGeom prst="ellipse">
            <a:avLst/>
          </a:prstGeom>
          <a:noFill/>
          <a:ln>
            <a:noFill/>
          </a:ln>
        </p:spPr>
      </p:pic>
      <p:pic>
        <p:nvPicPr>
          <p:cNvPr id="381" name="Google Shape;381;p50"/>
          <p:cNvPicPr preferRelativeResize="0"/>
          <p:nvPr/>
        </p:nvPicPr>
        <p:blipFill rotWithShape="1">
          <a:blip r:embed="rId8">
            <a:alphaModFix/>
          </a:blip>
          <a:srcRect b="11703" l="12060" r="16199" t="12648"/>
          <a:stretch/>
        </p:blipFill>
        <p:spPr>
          <a:xfrm>
            <a:off x="1795725" y="2007389"/>
            <a:ext cx="1239600" cy="1247100"/>
          </a:xfrm>
          <a:prstGeom prst="ellipse">
            <a:avLst/>
          </a:prstGeom>
          <a:noFill/>
          <a:ln>
            <a:noFill/>
          </a:ln>
        </p:spPr>
      </p:pic>
      <p:sp>
        <p:nvSpPr>
          <p:cNvPr id="382" name="Google Shape;382;p50"/>
          <p:cNvSpPr txBox="1"/>
          <p:nvPr/>
        </p:nvSpPr>
        <p:spPr>
          <a:xfrm>
            <a:off x="1820949" y="3400384"/>
            <a:ext cx="1214400" cy="711000"/>
          </a:xfrm>
          <a:prstGeom prst="rect">
            <a:avLst/>
          </a:prstGeom>
          <a:noFill/>
          <a:ln>
            <a:noFill/>
          </a:ln>
        </p:spPr>
        <p:txBody>
          <a:bodyPr anchorCtr="0" anchor="t" bIns="80950" lIns="80950" spcFirstLastPara="1" rIns="80950" wrap="square" tIns="80950">
            <a:noAutofit/>
          </a:bodyPr>
          <a:lstStyle/>
          <a:p>
            <a:pPr indent="0" lvl="0" marL="0" rtl="0" algn="ctr">
              <a:lnSpc>
                <a:spcPct val="115000"/>
              </a:lnSpc>
              <a:spcBef>
                <a:spcPts val="0"/>
              </a:spcBef>
              <a:spcAft>
                <a:spcPts val="0"/>
              </a:spcAft>
              <a:buNone/>
            </a:pPr>
            <a:r>
              <a:rPr lang="en" sz="1805">
                <a:latin typeface="Poppins SemiBold"/>
                <a:ea typeface="Poppins SemiBold"/>
                <a:cs typeface="Poppins SemiBold"/>
                <a:sym typeface="Poppins SemiBold"/>
              </a:rPr>
              <a:t>Viraj</a:t>
            </a:r>
            <a:endParaRPr sz="1805">
              <a:latin typeface="Poppins SemiBold"/>
              <a:ea typeface="Poppins SemiBold"/>
              <a:cs typeface="Poppins SemiBold"/>
              <a:sym typeface="Poppins SemiBold"/>
            </a:endParaRPr>
          </a:p>
          <a:p>
            <a:pPr indent="0" lvl="0" marL="0" rtl="0" algn="ctr">
              <a:lnSpc>
                <a:spcPct val="115000"/>
              </a:lnSpc>
              <a:spcBef>
                <a:spcPts val="0"/>
              </a:spcBef>
              <a:spcAft>
                <a:spcPts val="0"/>
              </a:spcAft>
              <a:buNone/>
            </a:pPr>
            <a:r>
              <a:rPr lang="en" sz="1505">
                <a:solidFill>
                  <a:schemeClr val="accent2"/>
                </a:solidFill>
                <a:latin typeface="Manjari"/>
                <a:ea typeface="Manjari"/>
                <a:cs typeface="Manjari"/>
                <a:sym typeface="Manjari"/>
              </a:rPr>
              <a:t>OPAN | ‘26</a:t>
            </a:r>
            <a:endParaRPr sz="1505">
              <a:solidFill>
                <a:schemeClr val="accent2"/>
              </a:solidFill>
              <a:latin typeface="Manjari"/>
              <a:ea typeface="Manjari"/>
              <a:cs typeface="Manjari"/>
              <a:sym typeface="Manjari"/>
            </a:endParaRPr>
          </a:p>
        </p:txBody>
      </p:sp>
      <p:sp>
        <p:nvSpPr>
          <p:cNvPr id="383" name="Google Shape;383;p50"/>
          <p:cNvSpPr/>
          <p:nvPr/>
        </p:nvSpPr>
        <p:spPr>
          <a:xfrm>
            <a:off x="337833" y="2023635"/>
            <a:ext cx="1243500" cy="1243500"/>
          </a:xfrm>
          <a:prstGeom prst="ellipse">
            <a:avLst/>
          </a:prstGeom>
          <a:solidFill>
            <a:schemeClr val="lt2"/>
          </a:solidFill>
          <a:ln cap="flat" cmpd="sng" w="8425">
            <a:solidFill>
              <a:schemeClr val="dk2"/>
            </a:solidFill>
            <a:prstDash val="solid"/>
            <a:round/>
            <a:headEnd len="sm" w="sm" type="none"/>
            <a:tailEnd len="sm" w="sm" type="none"/>
          </a:ln>
        </p:spPr>
        <p:txBody>
          <a:bodyPr anchorCtr="0" anchor="ctr" bIns="80950" lIns="80950" spcFirstLastPara="1" rIns="80950" wrap="square" tIns="80950">
            <a:noAutofit/>
          </a:bodyPr>
          <a:lstStyle/>
          <a:p>
            <a:pPr indent="0" lvl="0" marL="0" rtl="0" algn="ctr">
              <a:spcBef>
                <a:spcPts val="0"/>
              </a:spcBef>
              <a:spcAft>
                <a:spcPts val="0"/>
              </a:spcAft>
              <a:buNone/>
            </a:pPr>
            <a:r>
              <a:t/>
            </a:r>
            <a:endParaRPr sz="1240">
              <a:latin typeface="Manjari"/>
              <a:ea typeface="Manjari"/>
              <a:cs typeface="Manjari"/>
              <a:sym typeface="Manjari"/>
            </a:endParaRPr>
          </a:p>
        </p:txBody>
      </p:sp>
      <p:sp>
        <p:nvSpPr>
          <p:cNvPr id="384" name="Google Shape;384;p50"/>
          <p:cNvSpPr txBox="1"/>
          <p:nvPr/>
        </p:nvSpPr>
        <p:spPr>
          <a:xfrm>
            <a:off x="337889" y="3400384"/>
            <a:ext cx="1214400" cy="711000"/>
          </a:xfrm>
          <a:prstGeom prst="rect">
            <a:avLst/>
          </a:prstGeom>
          <a:noFill/>
          <a:ln>
            <a:noFill/>
          </a:ln>
        </p:spPr>
        <p:txBody>
          <a:bodyPr anchorCtr="0" anchor="t" bIns="80950" lIns="80950" spcFirstLastPara="1" rIns="80950" wrap="square" tIns="80950">
            <a:noAutofit/>
          </a:bodyPr>
          <a:lstStyle/>
          <a:p>
            <a:pPr indent="0" lvl="0" marL="0" rtl="0" algn="ctr">
              <a:lnSpc>
                <a:spcPct val="115000"/>
              </a:lnSpc>
              <a:spcBef>
                <a:spcPts val="0"/>
              </a:spcBef>
              <a:spcAft>
                <a:spcPts val="0"/>
              </a:spcAft>
              <a:buNone/>
            </a:pPr>
            <a:r>
              <a:rPr lang="en" sz="1805">
                <a:latin typeface="Poppins SemiBold"/>
                <a:ea typeface="Poppins SemiBold"/>
                <a:cs typeface="Poppins SemiBold"/>
                <a:sym typeface="Poppins SemiBold"/>
              </a:rPr>
              <a:t>Janice</a:t>
            </a:r>
            <a:endParaRPr sz="1805">
              <a:latin typeface="Poppins SemiBold"/>
              <a:ea typeface="Poppins SemiBold"/>
              <a:cs typeface="Poppins SemiBold"/>
              <a:sym typeface="Poppins SemiBold"/>
            </a:endParaRPr>
          </a:p>
          <a:p>
            <a:pPr indent="0" lvl="0" marL="0" rtl="0" algn="ctr">
              <a:spcBef>
                <a:spcPts val="0"/>
              </a:spcBef>
              <a:spcAft>
                <a:spcPts val="0"/>
              </a:spcAft>
              <a:buNone/>
            </a:pPr>
            <a:r>
              <a:rPr lang="en" sz="1505">
                <a:solidFill>
                  <a:schemeClr val="accent2"/>
                </a:solidFill>
                <a:latin typeface="Manjari"/>
                <a:ea typeface="Manjari"/>
                <a:cs typeface="Manjari"/>
                <a:sym typeface="Manjari"/>
              </a:rPr>
              <a:t>Econ | ‘27</a:t>
            </a:r>
            <a:endParaRPr sz="1505">
              <a:solidFill>
                <a:schemeClr val="accent2"/>
              </a:solidFill>
              <a:latin typeface="Manjari"/>
              <a:ea typeface="Manjari"/>
              <a:cs typeface="Manjari"/>
              <a:sym typeface="Manjari"/>
            </a:endParaRPr>
          </a:p>
        </p:txBody>
      </p:sp>
      <p:pic>
        <p:nvPicPr>
          <p:cNvPr id="385" name="Google Shape;385;p50" title="Screenshot 2025-12-05 at 12.12.06 PM.png"/>
          <p:cNvPicPr preferRelativeResize="0"/>
          <p:nvPr/>
        </p:nvPicPr>
        <p:blipFill rotWithShape="1">
          <a:blip r:embed="rId9">
            <a:alphaModFix/>
          </a:blip>
          <a:srcRect b="9219" l="9829" r="7785" t="8395"/>
          <a:stretch/>
        </p:blipFill>
        <p:spPr>
          <a:xfrm>
            <a:off x="6171754" y="1998594"/>
            <a:ext cx="1243500" cy="1243500"/>
          </a:xfrm>
          <a:prstGeom prst="ellipse">
            <a:avLst/>
          </a:prstGeom>
          <a:noFill/>
          <a:ln>
            <a:noFill/>
          </a:ln>
        </p:spPr>
      </p:pic>
      <p:pic>
        <p:nvPicPr>
          <p:cNvPr id="386" name="Google Shape;386;p50" title="Screenshot 2025-12-05 at 12.41.53 PM.png"/>
          <p:cNvPicPr preferRelativeResize="0"/>
          <p:nvPr/>
        </p:nvPicPr>
        <p:blipFill rotWithShape="1">
          <a:blip r:embed="rId10">
            <a:alphaModFix/>
          </a:blip>
          <a:srcRect b="19947" l="18430" r="20423" t="12731"/>
          <a:stretch/>
        </p:blipFill>
        <p:spPr>
          <a:xfrm>
            <a:off x="340749" y="2025077"/>
            <a:ext cx="1243500" cy="1243500"/>
          </a:xfrm>
          <a:prstGeom prst="ellipse">
            <a:avLst/>
          </a:prstGeom>
          <a:noFill/>
          <a:ln>
            <a:noFill/>
          </a:ln>
        </p:spPr>
      </p:pic>
      <p:pic>
        <p:nvPicPr>
          <p:cNvPr id="387" name="Google Shape;387;p50" title="Screenshot 2025-12-05 at 12.44.22 PM.png"/>
          <p:cNvPicPr preferRelativeResize="0"/>
          <p:nvPr/>
        </p:nvPicPr>
        <p:blipFill rotWithShape="1">
          <a:blip r:embed="rId11">
            <a:alphaModFix/>
          </a:blip>
          <a:srcRect b="16780" l="13610" r="15873" t="11386"/>
          <a:stretch/>
        </p:blipFill>
        <p:spPr>
          <a:xfrm>
            <a:off x="7666080" y="2023639"/>
            <a:ext cx="1243500" cy="1243500"/>
          </a:xfrm>
          <a:prstGeom prst="ellipse">
            <a:avLst/>
          </a:prstGeom>
          <a:noFill/>
          <a:ln>
            <a:noFill/>
          </a:ln>
        </p:spPr>
      </p:pic>
      <p:sp>
        <p:nvSpPr>
          <p:cNvPr id="388" name="Google Shape;388;p50"/>
          <p:cNvSpPr txBox="1"/>
          <p:nvPr/>
        </p:nvSpPr>
        <p:spPr>
          <a:xfrm>
            <a:off x="263050" y="1379150"/>
            <a:ext cx="1364100" cy="302400"/>
          </a:xfrm>
          <a:prstGeom prst="rect">
            <a:avLst/>
          </a:prstGeom>
          <a:noFill/>
          <a:ln>
            <a:noFill/>
          </a:ln>
        </p:spPr>
        <p:txBody>
          <a:bodyPr anchorCtr="0" anchor="t" bIns="80950" lIns="80950" spcFirstLastPara="1" rIns="80950" wrap="square" tIns="80950">
            <a:noAutofit/>
          </a:bodyPr>
          <a:lstStyle/>
          <a:p>
            <a:pPr indent="0" lvl="0" marL="0" rtl="0" algn="ctr">
              <a:spcBef>
                <a:spcPts val="0"/>
              </a:spcBef>
              <a:spcAft>
                <a:spcPts val="0"/>
              </a:spcAft>
              <a:buNone/>
            </a:pPr>
            <a:r>
              <a:rPr b="1" lang="en" sz="1305">
                <a:solidFill>
                  <a:srgbClr val="BB4BB8"/>
                </a:solidFill>
                <a:latin typeface="Manjari"/>
                <a:ea typeface="Manjari"/>
                <a:cs typeface="Manjari"/>
                <a:sym typeface="Manjari"/>
              </a:rPr>
              <a:t>Project Manager</a:t>
            </a:r>
            <a:endParaRPr b="1" sz="1305">
              <a:solidFill>
                <a:srgbClr val="BB4BB8"/>
              </a:solidFill>
              <a:latin typeface="Manjari"/>
              <a:ea typeface="Manjari"/>
              <a:cs typeface="Manjari"/>
              <a:sym typeface="Manjari"/>
            </a:endParaRPr>
          </a:p>
        </p:txBody>
      </p:sp>
      <p:sp>
        <p:nvSpPr>
          <p:cNvPr id="389" name="Google Shape;389;p50"/>
          <p:cNvSpPr txBox="1"/>
          <p:nvPr/>
        </p:nvSpPr>
        <p:spPr>
          <a:xfrm>
            <a:off x="1565650" y="1384775"/>
            <a:ext cx="1725000" cy="302400"/>
          </a:xfrm>
          <a:prstGeom prst="rect">
            <a:avLst/>
          </a:prstGeom>
          <a:noFill/>
          <a:ln>
            <a:noFill/>
          </a:ln>
        </p:spPr>
        <p:txBody>
          <a:bodyPr anchorCtr="0" anchor="t" bIns="80950" lIns="80950" spcFirstLastPara="1" rIns="80950" wrap="square" tIns="80950">
            <a:noAutofit/>
          </a:bodyPr>
          <a:lstStyle/>
          <a:p>
            <a:pPr indent="0" lvl="0" marL="0" rtl="0" algn="ctr">
              <a:spcBef>
                <a:spcPts val="0"/>
              </a:spcBef>
              <a:spcAft>
                <a:spcPts val="0"/>
              </a:spcAft>
              <a:buNone/>
            </a:pPr>
            <a:r>
              <a:rPr b="1" lang="en" sz="1305">
                <a:solidFill>
                  <a:srgbClr val="BB4BB8"/>
                </a:solidFill>
                <a:latin typeface="Manjari"/>
                <a:ea typeface="Manjari"/>
                <a:cs typeface="Manjari"/>
                <a:sym typeface="Manjari"/>
              </a:rPr>
              <a:t>Senior </a:t>
            </a:r>
            <a:endParaRPr b="1" sz="1305">
              <a:solidFill>
                <a:srgbClr val="BB4BB8"/>
              </a:solidFill>
              <a:latin typeface="Manjari"/>
              <a:ea typeface="Manjari"/>
              <a:cs typeface="Manjari"/>
              <a:sym typeface="Manjari"/>
            </a:endParaRPr>
          </a:p>
          <a:p>
            <a:pPr indent="0" lvl="0" marL="0" rtl="0" algn="ctr">
              <a:spcBef>
                <a:spcPts val="0"/>
              </a:spcBef>
              <a:spcAft>
                <a:spcPts val="0"/>
              </a:spcAft>
              <a:buNone/>
            </a:pPr>
            <a:r>
              <a:rPr b="1" lang="en" sz="1305">
                <a:solidFill>
                  <a:srgbClr val="BB4BB8"/>
                </a:solidFill>
                <a:latin typeface="Manjari"/>
                <a:ea typeface="Manjari"/>
                <a:cs typeface="Manjari"/>
                <a:sym typeface="Manjari"/>
              </a:rPr>
              <a:t>Product Analyst</a:t>
            </a:r>
            <a:endParaRPr b="1" sz="1305">
              <a:solidFill>
                <a:srgbClr val="BB4BB8"/>
              </a:solidFill>
              <a:latin typeface="Manjari"/>
              <a:ea typeface="Manjari"/>
              <a:cs typeface="Manjari"/>
              <a:sym typeface="Manja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3" name="Shape 393"/>
        <p:cNvGrpSpPr/>
        <p:nvPr/>
      </p:nvGrpSpPr>
      <p:grpSpPr>
        <a:xfrm>
          <a:off x="0" y="0"/>
          <a:ext cx="0" cy="0"/>
          <a:chOff x="0" y="0"/>
          <a:chExt cx="0" cy="0"/>
        </a:xfrm>
      </p:grpSpPr>
      <p:pic>
        <p:nvPicPr>
          <p:cNvPr id="394" name="Google Shape;394;p51"/>
          <p:cNvPicPr preferRelativeResize="0"/>
          <p:nvPr/>
        </p:nvPicPr>
        <p:blipFill>
          <a:blip r:embed="rId4">
            <a:alphaModFix/>
          </a:blip>
          <a:stretch>
            <a:fillRect/>
          </a:stretch>
        </p:blipFill>
        <p:spPr>
          <a:xfrm>
            <a:off x="681775" y="2744775"/>
            <a:ext cx="2326675" cy="1383075"/>
          </a:xfrm>
          <a:prstGeom prst="rect">
            <a:avLst/>
          </a:prstGeom>
          <a:noFill/>
          <a:ln>
            <a:noFill/>
          </a:ln>
        </p:spPr>
      </p:pic>
      <p:sp>
        <p:nvSpPr>
          <p:cNvPr id="395" name="Google Shape;395;p51"/>
          <p:cNvSpPr txBox="1"/>
          <p:nvPr>
            <p:ph idx="4294967295" type="title"/>
          </p:nvPr>
        </p:nvSpPr>
        <p:spPr>
          <a:xfrm>
            <a:off x="713250" y="481612"/>
            <a:ext cx="7717500" cy="54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600">
                <a:solidFill>
                  <a:srgbClr val="671E75"/>
                </a:solidFill>
                <a:latin typeface="Poppins"/>
                <a:ea typeface="Poppins"/>
                <a:cs typeface="Poppins"/>
                <a:sym typeface="Poppins"/>
              </a:rPr>
              <a:t>Table of Contents</a:t>
            </a:r>
            <a:endParaRPr sz="4600">
              <a:solidFill>
                <a:srgbClr val="662380"/>
              </a:solidFill>
            </a:endParaRPr>
          </a:p>
        </p:txBody>
      </p:sp>
      <p:sp>
        <p:nvSpPr>
          <p:cNvPr id="396" name="Google Shape;396;p51"/>
          <p:cNvSpPr txBox="1"/>
          <p:nvPr/>
        </p:nvSpPr>
        <p:spPr>
          <a:xfrm>
            <a:off x="582078" y="1525812"/>
            <a:ext cx="7920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Poppins"/>
                <a:ea typeface="Poppins"/>
                <a:cs typeface="Poppins"/>
                <a:sym typeface="Poppins"/>
              </a:rPr>
              <a:t>Project Scope</a:t>
            </a:r>
            <a:endParaRPr sz="2300">
              <a:latin typeface="Poppins"/>
              <a:ea typeface="Poppins"/>
              <a:cs typeface="Poppins"/>
              <a:sym typeface="Poppins"/>
            </a:endParaRPr>
          </a:p>
        </p:txBody>
      </p:sp>
      <p:sp>
        <p:nvSpPr>
          <p:cNvPr id="397" name="Google Shape;397;p51"/>
          <p:cNvSpPr txBox="1"/>
          <p:nvPr/>
        </p:nvSpPr>
        <p:spPr>
          <a:xfrm>
            <a:off x="590900" y="2001582"/>
            <a:ext cx="7920000" cy="572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300">
                <a:latin typeface="Poppins"/>
                <a:ea typeface="Poppins"/>
                <a:cs typeface="Poppins"/>
                <a:sym typeface="Poppins"/>
              </a:rPr>
              <a:t>Competitive Features Analysis</a:t>
            </a:r>
            <a:endParaRPr sz="2300">
              <a:latin typeface="Poppins"/>
              <a:ea typeface="Poppins"/>
              <a:cs typeface="Poppins"/>
              <a:sym typeface="Poppins"/>
            </a:endParaRPr>
          </a:p>
        </p:txBody>
      </p:sp>
      <p:sp>
        <p:nvSpPr>
          <p:cNvPr id="398" name="Google Shape;398;p51"/>
          <p:cNvSpPr txBox="1"/>
          <p:nvPr/>
        </p:nvSpPr>
        <p:spPr>
          <a:xfrm>
            <a:off x="590900" y="2492419"/>
            <a:ext cx="7920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Poppins"/>
                <a:ea typeface="Poppins"/>
                <a:cs typeface="Poppins"/>
                <a:sym typeface="Poppins"/>
              </a:rPr>
              <a:t>Survey Data Analysis</a:t>
            </a:r>
            <a:endParaRPr sz="2300">
              <a:latin typeface="Poppins"/>
              <a:ea typeface="Poppins"/>
              <a:cs typeface="Poppins"/>
              <a:sym typeface="Poppins"/>
            </a:endParaRPr>
          </a:p>
        </p:txBody>
      </p:sp>
      <p:sp>
        <p:nvSpPr>
          <p:cNvPr id="399" name="Google Shape;399;p51"/>
          <p:cNvSpPr txBox="1"/>
          <p:nvPr/>
        </p:nvSpPr>
        <p:spPr>
          <a:xfrm>
            <a:off x="2466200" y="2958810"/>
            <a:ext cx="6044700" cy="448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2300">
                <a:solidFill>
                  <a:schemeClr val="dk1"/>
                </a:solidFill>
                <a:latin typeface="Poppins"/>
                <a:ea typeface="Poppins"/>
                <a:cs typeface="Poppins"/>
                <a:sym typeface="Poppins"/>
              </a:rPr>
              <a:t>AI Optimization</a:t>
            </a:r>
            <a:endParaRPr sz="2300">
              <a:latin typeface="Poppins"/>
              <a:ea typeface="Poppins"/>
              <a:cs typeface="Poppins"/>
              <a:sym typeface="Poppins"/>
            </a:endParaRPr>
          </a:p>
        </p:txBody>
      </p:sp>
      <p:sp>
        <p:nvSpPr>
          <p:cNvPr id="400" name="Google Shape;400;p51"/>
          <p:cNvSpPr txBox="1"/>
          <p:nvPr/>
        </p:nvSpPr>
        <p:spPr>
          <a:xfrm>
            <a:off x="590900" y="3441372"/>
            <a:ext cx="6793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dk1"/>
                </a:solidFill>
                <a:latin typeface="Poppins"/>
                <a:ea typeface="Poppins"/>
                <a:cs typeface="Poppins"/>
                <a:sym typeface="Poppins"/>
              </a:rPr>
              <a:t>Feature Proposal</a:t>
            </a:r>
            <a:endParaRPr sz="2300">
              <a:solidFill>
                <a:schemeClr val="dk1"/>
              </a:solidFill>
              <a:latin typeface="Poppins"/>
              <a:ea typeface="Poppins"/>
              <a:cs typeface="Poppins"/>
              <a:sym typeface="Poppins"/>
            </a:endParaRPr>
          </a:p>
          <a:p>
            <a:pPr indent="0" lvl="0" marL="0" rtl="0" algn="l">
              <a:spcBef>
                <a:spcPts val="0"/>
              </a:spcBef>
              <a:spcAft>
                <a:spcPts val="0"/>
              </a:spcAft>
              <a:buNone/>
            </a:pPr>
            <a:r>
              <a:t/>
            </a:r>
            <a:endParaRPr sz="2300">
              <a:latin typeface="Poppins"/>
              <a:ea typeface="Poppins"/>
              <a:cs typeface="Poppins"/>
              <a:sym typeface="Poppins"/>
            </a:endParaRPr>
          </a:p>
        </p:txBody>
      </p:sp>
      <p:sp>
        <p:nvSpPr>
          <p:cNvPr id="401" name="Google Shape;401;p51"/>
          <p:cNvSpPr txBox="1"/>
          <p:nvPr/>
        </p:nvSpPr>
        <p:spPr>
          <a:xfrm>
            <a:off x="590900" y="4009168"/>
            <a:ext cx="7920000" cy="572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300">
                <a:solidFill>
                  <a:schemeClr val="lt1"/>
                </a:solidFill>
                <a:latin typeface="Poppins"/>
                <a:ea typeface="Poppins"/>
                <a:cs typeface="Poppins"/>
                <a:sym typeface="Poppins"/>
              </a:rPr>
              <a:t>Conclusion</a:t>
            </a:r>
            <a:endParaRPr sz="2300">
              <a:solidFill>
                <a:schemeClr val="lt1"/>
              </a:solidFill>
              <a:latin typeface="Poppins"/>
              <a:ea typeface="Poppins"/>
              <a:cs typeface="Poppins"/>
              <a:sym typeface="Poppins"/>
            </a:endParaRPr>
          </a:p>
        </p:txBody>
      </p:sp>
      <p:sp>
        <p:nvSpPr>
          <p:cNvPr id="402" name="Google Shape;402;p51"/>
          <p:cNvSpPr/>
          <p:nvPr/>
        </p:nvSpPr>
        <p:spPr>
          <a:xfrm>
            <a:off x="2770250" y="1807830"/>
            <a:ext cx="5573100" cy="19800"/>
          </a:xfrm>
          <a:prstGeom prst="rect">
            <a:avLst/>
          </a:prstGeom>
          <a:solidFill>
            <a:srgbClr val="BBA6F0"/>
          </a:solidFill>
          <a:ln cap="flat" cmpd="sng" w="9525">
            <a:solidFill>
              <a:srgbClr val="BBA6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03" name="Google Shape;403;p51"/>
          <p:cNvSpPr/>
          <p:nvPr/>
        </p:nvSpPr>
        <p:spPr>
          <a:xfrm>
            <a:off x="713250" y="2279201"/>
            <a:ext cx="3186300" cy="19800"/>
          </a:xfrm>
          <a:prstGeom prst="rect">
            <a:avLst/>
          </a:prstGeom>
          <a:solidFill>
            <a:srgbClr val="9D8BCA"/>
          </a:solidFill>
          <a:ln cap="flat" cmpd="sng" w="9525">
            <a:solidFill>
              <a:srgbClr val="9D8B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04" name="Google Shape;404;p51"/>
          <p:cNvSpPr/>
          <p:nvPr/>
        </p:nvSpPr>
        <p:spPr>
          <a:xfrm>
            <a:off x="3802475" y="2752384"/>
            <a:ext cx="4540800" cy="19800"/>
          </a:xfrm>
          <a:prstGeom prst="rect">
            <a:avLst/>
          </a:prstGeom>
          <a:solidFill>
            <a:srgbClr val="BB4BB8"/>
          </a:solidFill>
          <a:ln cap="flat" cmpd="sng" w="9525">
            <a:solidFill>
              <a:srgbClr val="BB4B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05" name="Google Shape;405;p51"/>
          <p:cNvSpPr/>
          <p:nvPr/>
        </p:nvSpPr>
        <p:spPr>
          <a:xfrm>
            <a:off x="3202550" y="3733047"/>
            <a:ext cx="5140800" cy="1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06" name="Google Shape;406;p51"/>
          <p:cNvSpPr/>
          <p:nvPr/>
        </p:nvSpPr>
        <p:spPr>
          <a:xfrm>
            <a:off x="713250" y="3225651"/>
            <a:ext cx="5295000" cy="19800"/>
          </a:xfrm>
          <a:prstGeom prst="rect">
            <a:avLst/>
          </a:prstGeom>
          <a:solidFill>
            <a:srgbClr val="BB4BB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07" name="Google Shape;407;p51"/>
          <p:cNvSpPr/>
          <p:nvPr/>
        </p:nvSpPr>
        <p:spPr>
          <a:xfrm>
            <a:off x="713250" y="4269103"/>
            <a:ext cx="5956500" cy="19800"/>
          </a:xfrm>
          <a:prstGeom prst="rect">
            <a:avLst/>
          </a:prstGeom>
          <a:solidFill>
            <a:srgbClr val="671E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08" name="Google Shape;408;p51"/>
          <p:cNvSpPr/>
          <p:nvPr/>
        </p:nvSpPr>
        <p:spPr>
          <a:xfrm>
            <a:off x="8276637" y="1760282"/>
            <a:ext cx="118800" cy="118200"/>
          </a:xfrm>
          <a:prstGeom prst="ellipse">
            <a:avLst/>
          </a:prstGeom>
          <a:solidFill>
            <a:srgbClr val="BBA6F0"/>
          </a:solidFill>
          <a:ln cap="flat" cmpd="sng" w="9525">
            <a:solidFill>
              <a:srgbClr val="BBA6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09" name="Google Shape;409;p51"/>
          <p:cNvSpPr/>
          <p:nvPr/>
        </p:nvSpPr>
        <p:spPr>
          <a:xfrm>
            <a:off x="690597" y="2226189"/>
            <a:ext cx="118800" cy="118200"/>
          </a:xfrm>
          <a:prstGeom prst="ellipse">
            <a:avLst/>
          </a:prstGeom>
          <a:solidFill>
            <a:srgbClr val="9D8BCA"/>
          </a:solidFill>
          <a:ln cap="flat" cmpd="sng" w="9525">
            <a:solidFill>
              <a:srgbClr val="9D8B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0" name="Google Shape;410;p51"/>
          <p:cNvSpPr/>
          <p:nvPr/>
        </p:nvSpPr>
        <p:spPr>
          <a:xfrm>
            <a:off x="8271796" y="2699352"/>
            <a:ext cx="118800" cy="118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1" name="Google Shape;411;p51"/>
          <p:cNvSpPr/>
          <p:nvPr/>
        </p:nvSpPr>
        <p:spPr>
          <a:xfrm>
            <a:off x="690589" y="3172613"/>
            <a:ext cx="118800" cy="11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2" name="Google Shape;412;p51"/>
          <p:cNvSpPr/>
          <p:nvPr/>
        </p:nvSpPr>
        <p:spPr>
          <a:xfrm>
            <a:off x="8281471" y="3679043"/>
            <a:ext cx="118800" cy="118800"/>
          </a:xfrm>
          <a:prstGeom prst="ellipse">
            <a:avLst/>
          </a:prstGeom>
          <a:solidFill>
            <a:srgbClr val="671E75"/>
          </a:solidFill>
          <a:ln cap="flat" cmpd="sng" w="9525">
            <a:solidFill>
              <a:srgbClr val="83209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13" name="Google Shape;413;p51"/>
          <p:cNvSpPr/>
          <p:nvPr/>
        </p:nvSpPr>
        <p:spPr>
          <a:xfrm>
            <a:off x="690589" y="4216101"/>
            <a:ext cx="118800" cy="1188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2"/>
          <p:cNvSpPr txBox="1"/>
          <p:nvPr>
            <p:ph type="title"/>
          </p:nvPr>
        </p:nvSpPr>
        <p:spPr>
          <a:xfrm>
            <a:off x="629875" y="3042700"/>
            <a:ext cx="70104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latin typeface="Poppins"/>
                <a:ea typeface="Poppins"/>
                <a:cs typeface="Poppins"/>
                <a:sym typeface="Poppins"/>
              </a:rPr>
              <a:t>Project Scope</a:t>
            </a:r>
            <a:endParaRPr sz="3500">
              <a:latin typeface="Poppins"/>
              <a:ea typeface="Poppins"/>
              <a:cs typeface="Poppins"/>
              <a:sym typeface="Poppins"/>
            </a:endParaRPr>
          </a:p>
        </p:txBody>
      </p:sp>
      <p:sp>
        <p:nvSpPr>
          <p:cNvPr id="419" name="Google Shape;419;p52"/>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2"/>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Deliverables and Methodology</a:t>
            </a:r>
            <a:endParaRPr/>
          </a:p>
        </p:txBody>
      </p:sp>
      <p:pic>
        <p:nvPicPr>
          <p:cNvPr id="421" name="Google Shape;421;p52" title="Screenshot 2025-12-02 at 1.18.09 PM.png"/>
          <p:cNvPicPr preferRelativeResize="0"/>
          <p:nvPr/>
        </p:nvPicPr>
        <p:blipFill>
          <a:blip r:embed="rId3">
            <a:alphaModFix/>
          </a:blip>
          <a:stretch>
            <a:fillRect/>
          </a:stretch>
        </p:blipFill>
        <p:spPr>
          <a:xfrm>
            <a:off x="7951800" y="3963700"/>
            <a:ext cx="1077209" cy="1179800"/>
          </a:xfrm>
          <a:prstGeom prst="rect">
            <a:avLst/>
          </a:prstGeom>
          <a:noFill/>
          <a:ln>
            <a:noFill/>
          </a:ln>
        </p:spPr>
      </p:pic>
      <p:pic>
        <p:nvPicPr>
          <p:cNvPr id="422" name="Google Shape;422;p52"/>
          <p:cNvPicPr preferRelativeResize="0"/>
          <p:nvPr/>
        </p:nvPicPr>
        <p:blipFill>
          <a:blip r:embed="rId4">
            <a:alphaModFix/>
          </a:blip>
          <a:stretch>
            <a:fillRect/>
          </a:stretch>
        </p:blipFill>
        <p:spPr>
          <a:xfrm>
            <a:off x="8003600" y="4395850"/>
            <a:ext cx="1096525" cy="1096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3"/>
          <p:cNvSpPr/>
          <p:nvPr/>
        </p:nvSpPr>
        <p:spPr>
          <a:xfrm>
            <a:off x="7028324" y="1585203"/>
            <a:ext cx="1929900" cy="213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28" name="Google Shape;428;p53"/>
          <p:cNvSpPr/>
          <p:nvPr/>
        </p:nvSpPr>
        <p:spPr>
          <a:xfrm>
            <a:off x="4750039" y="1587157"/>
            <a:ext cx="1929900" cy="213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pic>
        <p:nvPicPr>
          <p:cNvPr id="429" name="Google Shape;429;p53"/>
          <p:cNvPicPr preferRelativeResize="0"/>
          <p:nvPr/>
        </p:nvPicPr>
        <p:blipFill rotWithShape="1">
          <a:blip r:embed="rId4">
            <a:alphaModFix/>
          </a:blip>
          <a:srcRect b="39654" l="13786" r="0" t="0"/>
          <a:stretch/>
        </p:blipFill>
        <p:spPr>
          <a:xfrm>
            <a:off x="0" y="0"/>
            <a:ext cx="9144000" cy="1168025"/>
          </a:xfrm>
          <a:prstGeom prst="rect">
            <a:avLst/>
          </a:prstGeom>
          <a:noFill/>
          <a:ln>
            <a:noFill/>
          </a:ln>
        </p:spPr>
      </p:pic>
      <p:sp>
        <p:nvSpPr>
          <p:cNvPr id="430" name="Google Shape;430;p53"/>
          <p:cNvSpPr txBox="1"/>
          <p:nvPr>
            <p:ph type="title"/>
          </p:nvPr>
        </p:nvSpPr>
        <p:spPr>
          <a:xfrm>
            <a:off x="713250" y="496558"/>
            <a:ext cx="7717500" cy="541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600">
                <a:solidFill>
                  <a:srgbClr val="662380"/>
                </a:solidFill>
              </a:rPr>
              <a:t>Project Scope</a:t>
            </a:r>
            <a:endParaRPr sz="4600">
              <a:solidFill>
                <a:srgbClr val="662380"/>
              </a:solidFill>
              <a:latin typeface="Poppins"/>
              <a:ea typeface="Poppins"/>
              <a:cs typeface="Poppins"/>
              <a:sym typeface="Poppins"/>
            </a:endParaRPr>
          </a:p>
        </p:txBody>
      </p:sp>
      <p:sp>
        <p:nvSpPr>
          <p:cNvPr id="431" name="Google Shape;431;p53"/>
          <p:cNvSpPr txBox="1"/>
          <p:nvPr>
            <p:ph idx="4" type="subTitle"/>
          </p:nvPr>
        </p:nvSpPr>
        <p:spPr>
          <a:xfrm>
            <a:off x="260288" y="2365456"/>
            <a:ext cx="1929900" cy="1276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0" lang="en" sz="1900"/>
              <a:t>Competitive Features Matrix</a:t>
            </a:r>
            <a:endParaRPr b="0" sz="1900"/>
          </a:p>
        </p:txBody>
      </p:sp>
      <p:sp>
        <p:nvSpPr>
          <p:cNvPr id="432" name="Google Shape;432;p53"/>
          <p:cNvSpPr txBox="1"/>
          <p:nvPr>
            <p:ph idx="9" type="title"/>
          </p:nvPr>
        </p:nvSpPr>
        <p:spPr>
          <a:xfrm>
            <a:off x="220447" y="1732100"/>
            <a:ext cx="615600" cy="474600"/>
          </a:xfrm>
          <a:prstGeom prst="rect">
            <a:avLst/>
          </a:prstGeom>
        </p:spPr>
        <p:txBody>
          <a:bodyPr anchorCtr="0" anchor="ctr" bIns="91425" lIns="91425" spcFirstLastPara="1" rIns="91425" wrap="square" tIns="118850">
            <a:noAutofit/>
          </a:bodyPr>
          <a:lstStyle/>
          <a:p>
            <a:pPr indent="0" lvl="0" marL="0" rtl="0" algn="ctr">
              <a:spcBef>
                <a:spcPts val="0"/>
              </a:spcBef>
              <a:spcAft>
                <a:spcPts val="0"/>
              </a:spcAft>
              <a:buNone/>
            </a:pPr>
            <a:r>
              <a:rPr lang="en" sz="2800">
                <a:solidFill>
                  <a:schemeClr val="dk2"/>
                </a:solidFill>
                <a:latin typeface="Poppins"/>
                <a:ea typeface="Poppins"/>
                <a:cs typeface="Poppins"/>
                <a:sym typeface="Poppins"/>
              </a:rPr>
              <a:t>01</a:t>
            </a:r>
            <a:endParaRPr sz="2800">
              <a:solidFill>
                <a:schemeClr val="dk2"/>
              </a:solidFill>
              <a:latin typeface="Poppins"/>
              <a:ea typeface="Poppins"/>
              <a:cs typeface="Poppins"/>
              <a:sym typeface="Poppins"/>
            </a:endParaRPr>
          </a:p>
        </p:txBody>
      </p:sp>
      <p:pic>
        <p:nvPicPr>
          <p:cNvPr id="433" name="Google Shape;433;p53"/>
          <p:cNvPicPr preferRelativeResize="0"/>
          <p:nvPr/>
        </p:nvPicPr>
        <p:blipFill>
          <a:blip r:embed="rId5">
            <a:alphaModFix/>
          </a:blip>
          <a:stretch>
            <a:fillRect/>
          </a:stretch>
        </p:blipFill>
        <p:spPr>
          <a:xfrm>
            <a:off x="8003600" y="4395850"/>
            <a:ext cx="1096525" cy="1096525"/>
          </a:xfrm>
          <a:prstGeom prst="rect">
            <a:avLst/>
          </a:prstGeom>
          <a:noFill/>
          <a:ln>
            <a:noFill/>
          </a:ln>
        </p:spPr>
      </p:pic>
      <p:cxnSp>
        <p:nvCxnSpPr>
          <p:cNvPr id="434" name="Google Shape;434;p53"/>
          <p:cNvCxnSpPr/>
          <p:nvPr/>
        </p:nvCxnSpPr>
        <p:spPr>
          <a:xfrm>
            <a:off x="-33475" y="4738400"/>
            <a:ext cx="9211200" cy="8100"/>
          </a:xfrm>
          <a:prstGeom prst="straightConnector1">
            <a:avLst/>
          </a:prstGeom>
          <a:noFill/>
          <a:ln cap="flat" cmpd="sng" w="9525">
            <a:solidFill>
              <a:schemeClr val="dk2"/>
            </a:solidFill>
            <a:prstDash val="solid"/>
            <a:round/>
            <a:headEnd len="med" w="med" type="none"/>
            <a:tailEnd len="med" w="med" type="none"/>
          </a:ln>
        </p:spPr>
      </p:cxnSp>
      <p:sp>
        <p:nvSpPr>
          <p:cNvPr id="435" name="Google Shape;435;p53"/>
          <p:cNvSpPr txBox="1"/>
          <p:nvPr/>
        </p:nvSpPr>
        <p:spPr>
          <a:xfrm>
            <a:off x="2869625" y="4779188"/>
            <a:ext cx="3405000" cy="243300"/>
          </a:xfrm>
          <a:prstGeom prst="rect">
            <a:avLst/>
          </a:prstGeom>
          <a:solidFill>
            <a:schemeClr val="dk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Poppins"/>
                <a:ea typeface="Poppins"/>
                <a:cs typeface="Poppins"/>
                <a:sym typeface="Poppins"/>
              </a:rPr>
              <a:t>Internal Product Space at Georgetown Use Only*</a:t>
            </a:r>
            <a:endParaRPr sz="800">
              <a:latin typeface="Poppins"/>
              <a:ea typeface="Poppins"/>
              <a:cs typeface="Poppins"/>
              <a:sym typeface="Poppins"/>
            </a:endParaRPr>
          </a:p>
        </p:txBody>
      </p:sp>
      <p:sp>
        <p:nvSpPr>
          <p:cNvPr id="436" name="Google Shape;436;p53"/>
          <p:cNvSpPr/>
          <p:nvPr/>
        </p:nvSpPr>
        <p:spPr>
          <a:xfrm>
            <a:off x="-33475" y="4207666"/>
            <a:ext cx="9211200" cy="36600"/>
          </a:xfrm>
          <a:prstGeom prst="rect">
            <a:avLst/>
          </a:prstGeom>
          <a:solidFill>
            <a:srgbClr val="662380"/>
          </a:solidFill>
          <a:ln cap="flat" cmpd="sng" w="9525">
            <a:solidFill>
              <a:srgbClr val="6623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37" name="Google Shape;437;p53"/>
          <p:cNvSpPr txBox="1"/>
          <p:nvPr>
            <p:ph idx="4" type="subTitle"/>
          </p:nvPr>
        </p:nvSpPr>
        <p:spPr>
          <a:xfrm>
            <a:off x="2546288" y="2365456"/>
            <a:ext cx="1929900" cy="1276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0" lang="en" sz="1900"/>
              <a:t>Consumer Preferences Survey</a:t>
            </a:r>
            <a:endParaRPr b="0" sz="1900"/>
          </a:p>
        </p:txBody>
      </p:sp>
      <p:sp>
        <p:nvSpPr>
          <p:cNvPr id="438" name="Google Shape;438;p53"/>
          <p:cNvSpPr txBox="1"/>
          <p:nvPr>
            <p:ph idx="9" type="title"/>
          </p:nvPr>
        </p:nvSpPr>
        <p:spPr>
          <a:xfrm>
            <a:off x="2523149" y="1736761"/>
            <a:ext cx="666300" cy="474600"/>
          </a:xfrm>
          <a:prstGeom prst="rect">
            <a:avLst/>
          </a:prstGeom>
        </p:spPr>
        <p:txBody>
          <a:bodyPr anchorCtr="0" anchor="ctr" bIns="91425" lIns="91425" spcFirstLastPara="1" rIns="91425" wrap="square" tIns="118850">
            <a:noAutofit/>
          </a:bodyPr>
          <a:lstStyle/>
          <a:p>
            <a:pPr indent="0" lvl="0" marL="0" rtl="0" algn="ctr">
              <a:spcBef>
                <a:spcPts val="0"/>
              </a:spcBef>
              <a:spcAft>
                <a:spcPts val="0"/>
              </a:spcAft>
              <a:buNone/>
            </a:pPr>
            <a:r>
              <a:rPr lang="en" sz="2800">
                <a:solidFill>
                  <a:schemeClr val="dk2"/>
                </a:solidFill>
                <a:latin typeface="Poppins"/>
                <a:ea typeface="Poppins"/>
                <a:cs typeface="Poppins"/>
                <a:sym typeface="Poppins"/>
              </a:rPr>
              <a:t>02</a:t>
            </a:r>
            <a:endParaRPr sz="2800">
              <a:solidFill>
                <a:schemeClr val="dk2"/>
              </a:solidFill>
              <a:latin typeface="Poppins"/>
              <a:ea typeface="Poppins"/>
              <a:cs typeface="Poppins"/>
              <a:sym typeface="Poppins"/>
            </a:endParaRPr>
          </a:p>
        </p:txBody>
      </p:sp>
      <p:sp>
        <p:nvSpPr>
          <p:cNvPr id="439" name="Google Shape;439;p53"/>
          <p:cNvSpPr txBox="1"/>
          <p:nvPr>
            <p:ph idx="4" type="subTitle"/>
          </p:nvPr>
        </p:nvSpPr>
        <p:spPr>
          <a:xfrm>
            <a:off x="4832300" y="2365450"/>
            <a:ext cx="1208400" cy="12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1900"/>
              <a:t>Top-of-Funnel AI Audit</a:t>
            </a:r>
            <a:endParaRPr b="0" sz="1900"/>
          </a:p>
          <a:p>
            <a:pPr indent="0" lvl="0" marL="0" rtl="0" algn="l">
              <a:spcBef>
                <a:spcPts val="1200"/>
              </a:spcBef>
              <a:spcAft>
                <a:spcPts val="1200"/>
              </a:spcAft>
              <a:buNone/>
            </a:pPr>
            <a:r>
              <a:t/>
            </a:r>
            <a:endParaRPr b="0" sz="1900"/>
          </a:p>
        </p:txBody>
      </p:sp>
      <p:sp>
        <p:nvSpPr>
          <p:cNvPr id="440" name="Google Shape;440;p53"/>
          <p:cNvSpPr txBox="1"/>
          <p:nvPr>
            <p:ph idx="9" type="title"/>
          </p:nvPr>
        </p:nvSpPr>
        <p:spPr>
          <a:xfrm>
            <a:off x="4810279" y="1740384"/>
            <a:ext cx="666300" cy="474600"/>
          </a:xfrm>
          <a:prstGeom prst="rect">
            <a:avLst/>
          </a:prstGeom>
        </p:spPr>
        <p:txBody>
          <a:bodyPr anchorCtr="0" anchor="ctr" bIns="91425" lIns="91425" spcFirstLastPara="1" rIns="91425" wrap="square" tIns="118850">
            <a:noAutofit/>
          </a:bodyPr>
          <a:lstStyle/>
          <a:p>
            <a:pPr indent="0" lvl="0" marL="0" rtl="0" algn="ctr">
              <a:spcBef>
                <a:spcPts val="0"/>
              </a:spcBef>
              <a:spcAft>
                <a:spcPts val="0"/>
              </a:spcAft>
              <a:buNone/>
            </a:pPr>
            <a:r>
              <a:rPr lang="en" sz="2800">
                <a:solidFill>
                  <a:schemeClr val="dk2"/>
                </a:solidFill>
                <a:latin typeface="Poppins"/>
                <a:ea typeface="Poppins"/>
                <a:cs typeface="Poppins"/>
                <a:sym typeface="Poppins"/>
              </a:rPr>
              <a:t>03</a:t>
            </a:r>
            <a:endParaRPr sz="2800">
              <a:solidFill>
                <a:schemeClr val="dk2"/>
              </a:solidFill>
              <a:latin typeface="Poppins"/>
              <a:ea typeface="Poppins"/>
              <a:cs typeface="Poppins"/>
              <a:sym typeface="Poppins"/>
            </a:endParaRPr>
          </a:p>
        </p:txBody>
      </p:sp>
      <p:sp>
        <p:nvSpPr>
          <p:cNvPr id="441" name="Google Shape;441;p53"/>
          <p:cNvSpPr txBox="1"/>
          <p:nvPr>
            <p:ph idx="4" type="subTitle"/>
          </p:nvPr>
        </p:nvSpPr>
        <p:spPr>
          <a:xfrm>
            <a:off x="7118274" y="2383625"/>
            <a:ext cx="1534200" cy="1276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0" lang="en" sz="1900"/>
              <a:t>Feature Proposal &amp; Build Out</a:t>
            </a:r>
            <a:endParaRPr b="0" sz="1900"/>
          </a:p>
        </p:txBody>
      </p:sp>
      <p:sp>
        <p:nvSpPr>
          <p:cNvPr id="442" name="Google Shape;442;p53"/>
          <p:cNvSpPr txBox="1"/>
          <p:nvPr>
            <p:ph idx="9" type="title"/>
          </p:nvPr>
        </p:nvSpPr>
        <p:spPr>
          <a:xfrm>
            <a:off x="7113962" y="1728479"/>
            <a:ext cx="666300" cy="474600"/>
          </a:xfrm>
          <a:prstGeom prst="rect">
            <a:avLst/>
          </a:prstGeom>
        </p:spPr>
        <p:txBody>
          <a:bodyPr anchorCtr="0" anchor="ctr" bIns="91425" lIns="91425" spcFirstLastPara="1" rIns="91425" wrap="square" tIns="118850">
            <a:noAutofit/>
          </a:bodyPr>
          <a:lstStyle/>
          <a:p>
            <a:pPr indent="0" lvl="0" marL="0" rtl="0" algn="ctr">
              <a:spcBef>
                <a:spcPts val="0"/>
              </a:spcBef>
              <a:spcAft>
                <a:spcPts val="0"/>
              </a:spcAft>
              <a:buNone/>
            </a:pPr>
            <a:r>
              <a:rPr lang="en" sz="2800">
                <a:solidFill>
                  <a:schemeClr val="dk2"/>
                </a:solidFill>
                <a:latin typeface="Poppins"/>
                <a:ea typeface="Poppins"/>
                <a:cs typeface="Poppins"/>
                <a:sym typeface="Poppins"/>
              </a:rPr>
              <a:t>04</a:t>
            </a:r>
            <a:endParaRPr sz="2800">
              <a:solidFill>
                <a:schemeClr val="dk2"/>
              </a:solidFill>
              <a:latin typeface="Poppins"/>
              <a:ea typeface="Poppins"/>
              <a:cs typeface="Poppins"/>
              <a:sym typeface="Poppins"/>
            </a:endParaRPr>
          </a:p>
        </p:txBody>
      </p:sp>
      <p:sp>
        <p:nvSpPr>
          <p:cNvPr id="443" name="Google Shape;443;p53"/>
          <p:cNvSpPr/>
          <p:nvPr/>
        </p:nvSpPr>
        <p:spPr>
          <a:xfrm>
            <a:off x="196309" y="1579228"/>
            <a:ext cx="1929900" cy="213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44" name="Google Shape;444;p53"/>
          <p:cNvSpPr/>
          <p:nvPr/>
        </p:nvSpPr>
        <p:spPr>
          <a:xfrm>
            <a:off x="2473186" y="1587157"/>
            <a:ext cx="1929900" cy="2139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45" name="Google Shape;445;p53"/>
          <p:cNvSpPr/>
          <p:nvPr/>
        </p:nvSpPr>
        <p:spPr>
          <a:xfrm rot="5400000">
            <a:off x="910125" y="3942316"/>
            <a:ext cx="481200" cy="49500"/>
          </a:xfrm>
          <a:prstGeom prst="rect">
            <a:avLst/>
          </a:prstGeom>
          <a:solidFill>
            <a:srgbClr val="662380"/>
          </a:solidFill>
          <a:ln cap="flat" cmpd="sng" w="9525">
            <a:solidFill>
              <a:srgbClr val="6623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46" name="Google Shape;446;p53"/>
          <p:cNvSpPr/>
          <p:nvPr/>
        </p:nvSpPr>
        <p:spPr>
          <a:xfrm rot="5400000">
            <a:off x="3197525" y="3942316"/>
            <a:ext cx="481200" cy="49500"/>
          </a:xfrm>
          <a:prstGeom prst="rect">
            <a:avLst/>
          </a:prstGeom>
          <a:solidFill>
            <a:srgbClr val="662380"/>
          </a:solidFill>
          <a:ln cap="flat" cmpd="sng" w="9525">
            <a:solidFill>
              <a:srgbClr val="6623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47" name="Google Shape;447;p53"/>
          <p:cNvSpPr/>
          <p:nvPr/>
        </p:nvSpPr>
        <p:spPr>
          <a:xfrm rot="5400000">
            <a:off x="7751275" y="3942316"/>
            <a:ext cx="481200" cy="49500"/>
          </a:xfrm>
          <a:prstGeom prst="rect">
            <a:avLst/>
          </a:prstGeom>
          <a:solidFill>
            <a:srgbClr val="662380"/>
          </a:solidFill>
          <a:ln cap="flat" cmpd="sng" w="9525">
            <a:solidFill>
              <a:srgbClr val="6623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48" name="Google Shape;448;p53"/>
          <p:cNvSpPr/>
          <p:nvPr/>
        </p:nvSpPr>
        <p:spPr>
          <a:xfrm rot="5400000">
            <a:off x="5474400" y="3942316"/>
            <a:ext cx="481200" cy="49500"/>
          </a:xfrm>
          <a:prstGeom prst="rect">
            <a:avLst/>
          </a:prstGeom>
          <a:solidFill>
            <a:srgbClr val="662380"/>
          </a:solidFill>
          <a:ln cap="flat" cmpd="sng" w="9525">
            <a:solidFill>
              <a:srgbClr val="6623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54"/>
          <p:cNvSpPr/>
          <p:nvPr/>
        </p:nvSpPr>
        <p:spPr>
          <a:xfrm>
            <a:off x="6629385" y="1228750"/>
            <a:ext cx="19512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54" name="Google Shape;454;p54"/>
          <p:cNvSpPr/>
          <p:nvPr/>
        </p:nvSpPr>
        <p:spPr>
          <a:xfrm>
            <a:off x="4576410" y="1228750"/>
            <a:ext cx="19512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55" name="Google Shape;455;p54"/>
          <p:cNvSpPr/>
          <p:nvPr/>
        </p:nvSpPr>
        <p:spPr>
          <a:xfrm>
            <a:off x="2523422" y="1228800"/>
            <a:ext cx="19512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456" name="Google Shape;456;p54"/>
          <p:cNvSpPr/>
          <p:nvPr/>
        </p:nvSpPr>
        <p:spPr>
          <a:xfrm>
            <a:off x="457200" y="1228800"/>
            <a:ext cx="19512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latin typeface="Manjari"/>
              <a:ea typeface="Manjari"/>
              <a:cs typeface="Manjari"/>
              <a:sym typeface="Manjari"/>
            </a:endParaRPr>
          </a:p>
        </p:txBody>
      </p:sp>
      <p:sp>
        <p:nvSpPr>
          <p:cNvPr id="457" name="Google Shape;457;p54"/>
          <p:cNvSpPr txBox="1"/>
          <p:nvPr/>
        </p:nvSpPr>
        <p:spPr>
          <a:xfrm>
            <a:off x="285873" y="546810"/>
            <a:ext cx="2303100" cy="487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832098"/>
                </a:solidFill>
                <a:latin typeface="Roboto"/>
                <a:ea typeface="Roboto"/>
                <a:cs typeface="Roboto"/>
                <a:sym typeface="Roboto"/>
              </a:rPr>
              <a:t>Methodology</a:t>
            </a:r>
            <a:endParaRPr b="1" sz="2400">
              <a:solidFill>
                <a:srgbClr val="832098"/>
              </a:solidFill>
              <a:latin typeface="Roboto"/>
              <a:ea typeface="Roboto"/>
              <a:cs typeface="Roboto"/>
              <a:sym typeface="Roboto"/>
            </a:endParaRPr>
          </a:p>
        </p:txBody>
      </p:sp>
      <p:sp>
        <p:nvSpPr>
          <p:cNvPr id="458" name="Google Shape;458;p54"/>
          <p:cNvSpPr txBox="1"/>
          <p:nvPr/>
        </p:nvSpPr>
        <p:spPr>
          <a:xfrm>
            <a:off x="397000" y="1228750"/>
            <a:ext cx="2011500" cy="65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671E75"/>
                </a:solidFill>
                <a:latin typeface="Roboto"/>
                <a:ea typeface="Roboto"/>
                <a:cs typeface="Roboto"/>
                <a:sym typeface="Roboto"/>
              </a:rPr>
              <a:t>Features Matrix</a:t>
            </a:r>
            <a:endParaRPr b="1" sz="1600">
              <a:solidFill>
                <a:srgbClr val="671E75"/>
              </a:solidFill>
              <a:latin typeface="Roboto"/>
              <a:ea typeface="Roboto"/>
              <a:cs typeface="Roboto"/>
              <a:sym typeface="Roboto"/>
            </a:endParaRPr>
          </a:p>
        </p:txBody>
      </p:sp>
      <p:sp>
        <p:nvSpPr>
          <p:cNvPr id="459" name="Google Shape;459;p54"/>
          <p:cNvSpPr txBox="1"/>
          <p:nvPr/>
        </p:nvSpPr>
        <p:spPr>
          <a:xfrm>
            <a:off x="2454300" y="1228750"/>
            <a:ext cx="2011500" cy="39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671E75"/>
                </a:solidFill>
                <a:latin typeface="Roboto"/>
                <a:ea typeface="Roboto"/>
                <a:cs typeface="Roboto"/>
                <a:sym typeface="Roboto"/>
              </a:rPr>
              <a:t>Survey</a:t>
            </a:r>
            <a:endParaRPr b="1" sz="1600">
              <a:solidFill>
                <a:srgbClr val="671E75"/>
              </a:solidFill>
              <a:latin typeface="Roboto"/>
              <a:ea typeface="Roboto"/>
              <a:cs typeface="Roboto"/>
              <a:sym typeface="Roboto"/>
            </a:endParaRPr>
          </a:p>
        </p:txBody>
      </p:sp>
      <p:sp>
        <p:nvSpPr>
          <p:cNvPr id="460" name="Google Shape;460;p54"/>
          <p:cNvSpPr txBox="1"/>
          <p:nvPr/>
        </p:nvSpPr>
        <p:spPr>
          <a:xfrm>
            <a:off x="4576400" y="1228750"/>
            <a:ext cx="1946700" cy="39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671E75"/>
                </a:solidFill>
                <a:latin typeface="Roboto"/>
                <a:ea typeface="Roboto"/>
                <a:cs typeface="Roboto"/>
                <a:sym typeface="Roboto"/>
              </a:rPr>
              <a:t>AI Audit</a:t>
            </a:r>
            <a:endParaRPr b="1" sz="1600">
              <a:solidFill>
                <a:srgbClr val="671E75"/>
              </a:solidFill>
              <a:latin typeface="Roboto"/>
              <a:ea typeface="Roboto"/>
              <a:cs typeface="Roboto"/>
              <a:sym typeface="Roboto"/>
            </a:endParaRPr>
          </a:p>
        </p:txBody>
      </p:sp>
      <p:sp>
        <p:nvSpPr>
          <p:cNvPr id="461" name="Google Shape;461;p54"/>
          <p:cNvSpPr txBox="1"/>
          <p:nvPr/>
        </p:nvSpPr>
        <p:spPr>
          <a:xfrm>
            <a:off x="396900" y="1621150"/>
            <a:ext cx="2011500" cy="26628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rgbClr val="671E75"/>
              </a:buClr>
              <a:buSzPts val="1300"/>
              <a:buFont typeface="Roboto"/>
              <a:buChar char="●"/>
            </a:pPr>
            <a:r>
              <a:rPr b="1" lang="en" sz="1300">
                <a:solidFill>
                  <a:srgbClr val="671E75"/>
                </a:solidFill>
                <a:latin typeface="Roboto"/>
                <a:ea typeface="Roboto"/>
                <a:cs typeface="Roboto"/>
                <a:sym typeface="Roboto"/>
              </a:rPr>
              <a:t>Goal:</a:t>
            </a:r>
            <a:r>
              <a:rPr lang="en" sz="1300">
                <a:solidFill>
                  <a:srgbClr val="671E75"/>
                </a:solidFill>
                <a:latin typeface="Roboto"/>
                <a:ea typeface="Roboto"/>
                <a:cs typeface="Roboto"/>
                <a:sym typeface="Roboto"/>
              </a:rPr>
              <a:t> Identify valuable features for Toast</a:t>
            </a:r>
            <a:endParaRPr sz="1300">
              <a:solidFill>
                <a:srgbClr val="671E75"/>
              </a:solidFill>
              <a:latin typeface="Roboto"/>
              <a:ea typeface="Roboto"/>
              <a:cs typeface="Roboto"/>
              <a:sym typeface="Roboto"/>
            </a:endParaRPr>
          </a:p>
          <a:p>
            <a:pPr indent="-311150" lvl="0" marL="457200" rtl="0" algn="l">
              <a:spcBef>
                <a:spcPts val="0"/>
              </a:spcBef>
              <a:spcAft>
                <a:spcPts val="0"/>
              </a:spcAft>
              <a:buClr>
                <a:srgbClr val="671E75"/>
              </a:buClr>
              <a:buSzPts val="1300"/>
              <a:buFont typeface="Roboto"/>
              <a:buChar char="●"/>
            </a:pPr>
            <a:r>
              <a:rPr lang="en" sz="1300">
                <a:solidFill>
                  <a:srgbClr val="671E75"/>
                </a:solidFill>
                <a:latin typeface="Roboto"/>
                <a:ea typeface="Roboto"/>
                <a:cs typeface="Roboto"/>
                <a:sym typeface="Roboto"/>
              </a:rPr>
              <a:t>Analysis of </a:t>
            </a:r>
            <a:r>
              <a:rPr b="1" lang="en" sz="1300">
                <a:solidFill>
                  <a:srgbClr val="671E75"/>
                </a:solidFill>
                <a:latin typeface="Roboto"/>
                <a:ea typeface="Roboto"/>
                <a:cs typeface="Roboto"/>
                <a:sym typeface="Roboto"/>
              </a:rPr>
              <a:t>11</a:t>
            </a:r>
            <a:r>
              <a:rPr lang="en" sz="1300">
                <a:solidFill>
                  <a:srgbClr val="671E75"/>
                </a:solidFill>
                <a:latin typeface="Roboto"/>
                <a:ea typeface="Roboto"/>
                <a:cs typeface="Roboto"/>
                <a:sym typeface="Roboto"/>
              </a:rPr>
              <a:t> </a:t>
            </a:r>
            <a:r>
              <a:rPr b="1" lang="en" sz="1300">
                <a:solidFill>
                  <a:srgbClr val="671E75"/>
                </a:solidFill>
                <a:latin typeface="Roboto"/>
                <a:ea typeface="Roboto"/>
                <a:cs typeface="Roboto"/>
                <a:sym typeface="Roboto"/>
              </a:rPr>
              <a:t>competitors</a:t>
            </a:r>
            <a:r>
              <a:rPr lang="en" sz="1300">
                <a:solidFill>
                  <a:srgbClr val="671E75"/>
                </a:solidFill>
                <a:latin typeface="Roboto"/>
                <a:ea typeface="Roboto"/>
                <a:cs typeface="Roboto"/>
                <a:sym typeface="Roboto"/>
              </a:rPr>
              <a:t> </a:t>
            </a:r>
            <a:endParaRPr sz="1300">
              <a:solidFill>
                <a:srgbClr val="671E75"/>
              </a:solidFill>
              <a:latin typeface="Roboto"/>
              <a:ea typeface="Roboto"/>
              <a:cs typeface="Roboto"/>
              <a:sym typeface="Roboto"/>
            </a:endParaRPr>
          </a:p>
          <a:p>
            <a:pPr indent="-311150" lvl="0" marL="457200" rtl="0" algn="l">
              <a:spcBef>
                <a:spcPts val="0"/>
              </a:spcBef>
              <a:spcAft>
                <a:spcPts val="0"/>
              </a:spcAft>
              <a:buClr>
                <a:srgbClr val="671E75"/>
              </a:buClr>
              <a:buSzPts val="1300"/>
              <a:buFont typeface="Roboto"/>
              <a:buChar char="●"/>
            </a:pPr>
            <a:r>
              <a:rPr lang="en" sz="1300">
                <a:solidFill>
                  <a:srgbClr val="671E75"/>
                </a:solidFill>
                <a:latin typeface="Roboto"/>
                <a:ea typeface="Roboto"/>
                <a:cs typeface="Roboto"/>
                <a:sym typeface="Roboto"/>
              </a:rPr>
              <a:t>Creation of comprehensive features matrix</a:t>
            </a:r>
            <a:endParaRPr sz="1300">
              <a:solidFill>
                <a:srgbClr val="671E75"/>
              </a:solidFill>
              <a:latin typeface="Roboto"/>
              <a:ea typeface="Roboto"/>
              <a:cs typeface="Roboto"/>
              <a:sym typeface="Roboto"/>
            </a:endParaRPr>
          </a:p>
          <a:p>
            <a:pPr indent="-311150" lvl="0" marL="457200" rtl="0" algn="l">
              <a:spcBef>
                <a:spcPts val="0"/>
              </a:spcBef>
              <a:spcAft>
                <a:spcPts val="0"/>
              </a:spcAft>
              <a:buClr>
                <a:srgbClr val="671E75"/>
              </a:buClr>
              <a:buSzPts val="1300"/>
              <a:buFont typeface="Roboto"/>
              <a:buChar char="●"/>
            </a:pPr>
            <a:r>
              <a:rPr lang="en" sz="1300">
                <a:solidFill>
                  <a:srgbClr val="671E75"/>
                </a:solidFill>
                <a:latin typeface="Roboto"/>
                <a:ea typeface="Roboto"/>
                <a:cs typeface="Roboto"/>
                <a:sym typeface="Roboto"/>
              </a:rPr>
              <a:t>Further research centralized into features matrix</a:t>
            </a:r>
            <a:endParaRPr sz="1600">
              <a:solidFill>
                <a:srgbClr val="671E75"/>
              </a:solidFill>
              <a:latin typeface="Roboto"/>
              <a:ea typeface="Roboto"/>
              <a:cs typeface="Roboto"/>
              <a:sym typeface="Roboto"/>
            </a:endParaRPr>
          </a:p>
        </p:txBody>
      </p:sp>
      <p:sp>
        <p:nvSpPr>
          <p:cNvPr id="462" name="Google Shape;462;p54"/>
          <p:cNvSpPr txBox="1"/>
          <p:nvPr/>
        </p:nvSpPr>
        <p:spPr>
          <a:xfrm>
            <a:off x="2486650" y="1621100"/>
            <a:ext cx="1946700" cy="26628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rgbClr val="671E75"/>
              </a:buClr>
              <a:buSzPts val="1300"/>
              <a:buFont typeface="Roboto"/>
              <a:buChar char="●"/>
            </a:pPr>
            <a:r>
              <a:rPr b="1" lang="en" sz="1300">
                <a:solidFill>
                  <a:srgbClr val="671E75"/>
                </a:solidFill>
                <a:latin typeface="Roboto"/>
                <a:ea typeface="Roboto"/>
                <a:cs typeface="Roboto"/>
                <a:sym typeface="Roboto"/>
              </a:rPr>
              <a:t>Goal:</a:t>
            </a:r>
            <a:r>
              <a:rPr lang="en" sz="1300">
                <a:solidFill>
                  <a:srgbClr val="671E75"/>
                </a:solidFill>
                <a:latin typeface="Roboto"/>
                <a:ea typeface="Roboto"/>
                <a:cs typeface="Roboto"/>
                <a:sym typeface="Roboto"/>
              </a:rPr>
              <a:t> Understand consumer habits and preferences when ordering food online</a:t>
            </a:r>
            <a:endParaRPr sz="1300">
              <a:solidFill>
                <a:srgbClr val="671E75"/>
              </a:solidFill>
              <a:latin typeface="Roboto"/>
              <a:ea typeface="Roboto"/>
              <a:cs typeface="Roboto"/>
              <a:sym typeface="Roboto"/>
            </a:endParaRPr>
          </a:p>
          <a:p>
            <a:pPr indent="-311150" lvl="0" marL="457200" rtl="0" algn="l">
              <a:spcBef>
                <a:spcPts val="0"/>
              </a:spcBef>
              <a:spcAft>
                <a:spcPts val="0"/>
              </a:spcAft>
              <a:buClr>
                <a:srgbClr val="671E75"/>
              </a:buClr>
              <a:buSzPts val="1300"/>
              <a:buFont typeface="Roboto"/>
              <a:buChar char="●"/>
            </a:pPr>
            <a:r>
              <a:rPr b="1" lang="en" sz="1300">
                <a:solidFill>
                  <a:srgbClr val="671E75"/>
                </a:solidFill>
                <a:latin typeface="Roboto"/>
                <a:ea typeface="Roboto"/>
                <a:cs typeface="Roboto"/>
                <a:sym typeface="Roboto"/>
              </a:rPr>
              <a:t>50</a:t>
            </a:r>
            <a:r>
              <a:rPr lang="en" sz="1300">
                <a:solidFill>
                  <a:srgbClr val="671E75"/>
                </a:solidFill>
                <a:latin typeface="Roboto"/>
                <a:ea typeface="Roboto"/>
                <a:cs typeface="Roboto"/>
                <a:sym typeface="Roboto"/>
              </a:rPr>
              <a:t> </a:t>
            </a:r>
            <a:r>
              <a:rPr b="1" lang="en" sz="1300">
                <a:solidFill>
                  <a:srgbClr val="671E75"/>
                </a:solidFill>
                <a:latin typeface="Roboto"/>
                <a:ea typeface="Roboto"/>
                <a:cs typeface="Roboto"/>
                <a:sym typeface="Roboto"/>
              </a:rPr>
              <a:t>respondents</a:t>
            </a:r>
            <a:endParaRPr b="1" sz="1300">
              <a:solidFill>
                <a:srgbClr val="671E75"/>
              </a:solidFill>
              <a:latin typeface="Roboto"/>
              <a:ea typeface="Roboto"/>
              <a:cs typeface="Roboto"/>
              <a:sym typeface="Roboto"/>
            </a:endParaRPr>
          </a:p>
          <a:p>
            <a:pPr indent="-311150" lvl="0" marL="457200" rtl="0" algn="l">
              <a:spcBef>
                <a:spcPts val="0"/>
              </a:spcBef>
              <a:spcAft>
                <a:spcPts val="0"/>
              </a:spcAft>
              <a:buClr>
                <a:srgbClr val="671E75"/>
              </a:buClr>
              <a:buSzPts val="1300"/>
              <a:buFont typeface="Roboto"/>
              <a:buChar char="●"/>
            </a:pPr>
            <a:r>
              <a:rPr lang="en" sz="1300">
                <a:solidFill>
                  <a:srgbClr val="671E75"/>
                </a:solidFill>
                <a:latin typeface="Roboto"/>
                <a:ea typeface="Roboto"/>
                <a:cs typeface="Roboto"/>
                <a:sym typeface="Roboto"/>
              </a:rPr>
              <a:t>Used a $25 gift card lottery drawing incentive</a:t>
            </a:r>
            <a:endParaRPr sz="1300">
              <a:solidFill>
                <a:srgbClr val="671E75"/>
              </a:solidFill>
              <a:latin typeface="Roboto"/>
              <a:ea typeface="Roboto"/>
              <a:cs typeface="Roboto"/>
              <a:sym typeface="Roboto"/>
            </a:endParaRPr>
          </a:p>
        </p:txBody>
      </p:sp>
      <p:sp>
        <p:nvSpPr>
          <p:cNvPr id="463" name="Google Shape;463;p54"/>
          <p:cNvSpPr txBox="1"/>
          <p:nvPr/>
        </p:nvSpPr>
        <p:spPr>
          <a:xfrm>
            <a:off x="4558025" y="1621100"/>
            <a:ext cx="1951200" cy="26628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rgbClr val="671E75"/>
              </a:buClr>
              <a:buSzPts val="1300"/>
              <a:buFont typeface="Roboto"/>
              <a:buChar char="●"/>
            </a:pPr>
            <a:r>
              <a:rPr b="1" lang="en" sz="1300">
                <a:solidFill>
                  <a:srgbClr val="671E75"/>
                </a:solidFill>
                <a:latin typeface="Roboto"/>
                <a:ea typeface="Roboto"/>
                <a:cs typeface="Roboto"/>
                <a:sym typeface="Roboto"/>
              </a:rPr>
              <a:t>Goal</a:t>
            </a:r>
            <a:r>
              <a:rPr lang="en" sz="1300">
                <a:solidFill>
                  <a:srgbClr val="671E75"/>
                </a:solidFill>
                <a:latin typeface="Roboto"/>
                <a:ea typeface="Roboto"/>
                <a:cs typeface="Roboto"/>
                <a:sym typeface="Roboto"/>
              </a:rPr>
              <a:t>: Understand how Toast can adapt to new technologies for consumers</a:t>
            </a:r>
            <a:endParaRPr sz="1300">
              <a:solidFill>
                <a:srgbClr val="671E75"/>
              </a:solidFill>
              <a:latin typeface="Roboto"/>
              <a:ea typeface="Roboto"/>
              <a:cs typeface="Roboto"/>
              <a:sym typeface="Roboto"/>
            </a:endParaRPr>
          </a:p>
          <a:p>
            <a:pPr indent="-311150" lvl="0" marL="457200" rtl="0" algn="l">
              <a:spcBef>
                <a:spcPts val="0"/>
              </a:spcBef>
              <a:spcAft>
                <a:spcPts val="0"/>
              </a:spcAft>
              <a:buClr>
                <a:srgbClr val="671E75"/>
              </a:buClr>
              <a:buSzPts val="1300"/>
              <a:buFont typeface="Roboto"/>
              <a:buChar char="●"/>
            </a:pPr>
            <a:r>
              <a:rPr lang="en" sz="1300">
                <a:solidFill>
                  <a:srgbClr val="671E75"/>
                </a:solidFill>
                <a:latin typeface="Roboto"/>
                <a:ea typeface="Roboto"/>
                <a:cs typeface="Roboto"/>
                <a:sym typeface="Roboto"/>
              </a:rPr>
              <a:t>Explored </a:t>
            </a:r>
            <a:r>
              <a:rPr b="1" lang="en" sz="1300">
                <a:solidFill>
                  <a:srgbClr val="671E75"/>
                </a:solidFill>
                <a:latin typeface="Roboto"/>
                <a:ea typeface="Roboto"/>
                <a:cs typeface="Roboto"/>
                <a:sym typeface="Roboto"/>
              </a:rPr>
              <a:t>AI logic</a:t>
            </a:r>
            <a:r>
              <a:rPr lang="en" sz="1300">
                <a:solidFill>
                  <a:srgbClr val="671E75"/>
                </a:solidFill>
                <a:latin typeface="Roboto"/>
                <a:ea typeface="Roboto"/>
                <a:cs typeface="Roboto"/>
                <a:sym typeface="Roboto"/>
              </a:rPr>
              <a:t> for recommending restaurants</a:t>
            </a:r>
            <a:endParaRPr sz="1300">
              <a:solidFill>
                <a:srgbClr val="671E75"/>
              </a:solidFill>
              <a:latin typeface="Roboto"/>
              <a:ea typeface="Roboto"/>
              <a:cs typeface="Roboto"/>
              <a:sym typeface="Roboto"/>
            </a:endParaRPr>
          </a:p>
          <a:p>
            <a:pPr indent="-311150" lvl="0" marL="457200" rtl="0" algn="l">
              <a:spcBef>
                <a:spcPts val="0"/>
              </a:spcBef>
              <a:spcAft>
                <a:spcPts val="0"/>
              </a:spcAft>
              <a:buClr>
                <a:srgbClr val="671E75"/>
              </a:buClr>
              <a:buSzPts val="1300"/>
              <a:buFont typeface="Roboto"/>
              <a:buChar char="●"/>
            </a:pPr>
            <a:r>
              <a:rPr lang="en" sz="1300">
                <a:solidFill>
                  <a:srgbClr val="671E75"/>
                </a:solidFill>
                <a:latin typeface="Roboto"/>
                <a:ea typeface="Roboto"/>
                <a:cs typeface="Roboto"/>
                <a:sym typeface="Roboto"/>
              </a:rPr>
              <a:t>Audited Chat GPT, Gemini, Perplexity, and Claude</a:t>
            </a:r>
            <a:endParaRPr sz="1300">
              <a:solidFill>
                <a:srgbClr val="671E75"/>
              </a:solidFill>
              <a:latin typeface="Roboto"/>
              <a:ea typeface="Roboto"/>
              <a:cs typeface="Roboto"/>
              <a:sym typeface="Roboto"/>
            </a:endParaRPr>
          </a:p>
        </p:txBody>
      </p:sp>
      <p:sp>
        <p:nvSpPr>
          <p:cNvPr id="464" name="Google Shape;464;p54"/>
          <p:cNvSpPr txBox="1"/>
          <p:nvPr/>
        </p:nvSpPr>
        <p:spPr>
          <a:xfrm>
            <a:off x="6599225" y="1621150"/>
            <a:ext cx="1951200" cy="2733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671E75"/>
              </a:buClr>
              <a:buSzPts val="1500"/>
              <a:buFont typeface="Roboto"/>
              <a:buChar char="●"/>
            </a:pPr>
            <a:r>
              <a:rPr b="1" lang="en" sz="1300">
                <a:solidFill>
                  <a:srgbClr val="671E75"/>
                </a:solidFill>
                <a:latin typeface="Roboto"/>
                <a:ea typeface="Roboto"/>
                <a:cs typeface="Roboto"/>
                <a:sym typeface="Roboto"/>
              </a:rPr>
              <a:t>Goal:</a:t>
            </a:r>
            <a:r>
              <a:rPr lang="en" sz="1300">
                <a:solidFill>
                  <a:srgbClr val="671E75"/>
                </a:solidFill>
                <a:latin typeface="Roboto"/>
                <a:ea typeface="Roboto"/>
                <a:cs typeface="Roboto"/>
                <a:sym typeface="Roboto"/>
              </a:rPr>
              <a:t> Propose new feature for Toast to implement</a:t>
            </a:r>
            <a:endParaRPr sz="1300">
              <a:solidFill>
                <a:srgbClr val="671E75"/>
              </a:solidFill>
              <a:latin typeface="Roboto"/>
              <a:ea typeface="Roboto"/>
              <a:cs typeface="Roboto"/>
              <a:sym typeface="Roboto"/>
            </a:endParaRPr>
          </a:p>
          <a:p>
            <a:pPr indent="-323850" lvl="0" marL="457200" rtl="0" algn="l">
              <a:spcBef>
                <a:spcPts val="0"/>
              </a:spcBef>
              <a:spcAft>
                <a:spcPts val="0"/>
              </a:spcAft>
              <a:buClr>
                <a:srgbClr val="671E75"/>
              </a:buClr>
              <a:buSzPts val="1500"/>
              <a:buFont typeface="Roboto"/>
              <a:buChar char="●"/>
            </a:pPr>
            <a:r>
              <a:rPr lang="en" sz="1300">
                <a:solidFill>
                  <a:srgbClr val="671E75"/>
                </a:solidFill>
                <a:latin typeface="Roboto"/>
                <a:ea typeface="Roboto"/>
                <a:cs typeface="Roboto"/>
                <a:sym typeface="Roboto"/>
              </a:rPr>
              <a:t>Fleshed out feature identified from the matrix phase</a:t>
            </a:r>
            <a:endParaRPr sz="1300">
              <a:solidFill>
                <a:srgbClr val="671E75"/>
              </a:solidFill>
              <a:latin typeface="Roboto"/>
              <a:ea typeface="Roboto"/>
              <a:cs typeface="Roboto"/>
              <a:sym typeface="Roboto"/>
            </a:endParaRPr>
          </a:p>
          <a:p>
            <a:pPr indent="-311150" lvl="0" marL="457200" rtl="0" algn="l">
              <a:spcBef>
                <a:spcPts val="0"/>
              </a:spcBef>
              <a:spcAft>
                <a:spcPts val="0"/>
              </a:spcAft>
              <a:buClr>
                <a:srgbClr val="671E75"/>
              </a:buClr>
              <a:buSzPts val="1300"/>
              <a:buFont typeface="Roboto"/>
              <a:buChar char="●"/>
            </a:pPr>
            <a:r>
              <a:rPr lang="en" sz="1300">
                <a:solidFill>
                  <a:srgbClr val="671E75"/>
                </a:solidFill>
                <a:latin typeface="Roboto"/>
                <a:ea typeface="Roboto"/>
                <a:cs typeface="Roboto"/>
                <a:sym typeface="Roboto"/>
              </a:rPr>
              <a:t>Created a Product Requirements Doc and Figma mockup </a:t>
            </a:r>
            <a:endParaRPr sz="1300">
              <a:solidFill>
                <a:srgbClr val="671E75"/>
              </a:solidFill>
              <a:latin typeface="Roboto"/>
              <a:ea typeface="Roboto"/>
              <a:cs typeface="Roboto"/>
              <a:sym typeface="Roboto"/>
            </a:endParaRPr>
          </a:p>
          <a:p>
            <a:pPr indent="0" lvl="0" marL="457200" rtl="0" algn="l">
              <a:spcBef>
                <a:spcPts val="0"/>
              </a:spcBef>
              <a:spcAft>
                <a:spcPts val="0"/>
              </a:spcAft>
              <a:buNone/>
            </a:pPr>
            <a:r>
              <a:t/>
            </a:r>
            <a:endParaRPr sz="1300">
              <a:solidFill>
                <a:srgbClr val="671E75"/>
              </a:solidFill>
              <a:latin typeface="Roboto"/>
              <a:ea typeface="Roboto"/>
              <a:cs typeface="Roboto"/>
              <a:sym typeface="Roboto"/>
            </a:endParaRPr>
          </a:p>
        </p:txBody>
      </p:sp>
      <p:sp>
        <p:nvSpPr>
          <p:cNvPr id="465" name="Google Shape;465;p54"/>
          <p:cNvSpPr txBox="1"/>
          <p:nvPr/>
        </p:nvSpPr>
        <p:spPr>
          <a:xfrm>
            <a:off x="6605850" y="1228750"/>
            <a:ext cx="2011500" cy="39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671E75"/>
                </a:solidFill>
                <a:latin typeface="Roboto"/>
                <a:ea typeface="Roboto"/>
                <a:cs typeface="Roboto"/>
                <a:sym typeface="Roboto"/>
              </a:rPr>
              <a:t>Feature Proposal</a:t>
            </a:r>
            <a:endParaRPr b="1" sz="1600">
              <a:solidFill>
                <a:srgbClr val="671E75"/>
              </a:solidFill>
              <a:latin typeface="Roboto"/>
              <a:ea typeface="Roboto"/>
              <a:cs typeface="Roboto"/>
              <a:sym typeface="Roboto"/>
            </a:endParaRPr>
          </a:p>
          <a:p>
            <a:pPr indent="0" lvl="0" marL="0" rtl="0" algn="ctr">
              <a:spcBef>
                <a:spcPts val="0"/>
              </a:spcBef>
              <a:spcAft>
                <a:spcPts val="0"/>
              </a:spcAft>
              <a:buNone/>
            </a:pPr>
            <a:r>
              <a:t/>
            </a:r>
            <a:endParaRPr b="1" sz="1600">
              <a:solidFill>
                <a:srgbClr val="671E75"/>
              </a:solidFill>
              <a:latin typeface="Roboto"/>
              <a:ea typeface="Roboto"/>
              <a:cs typeface="Roboto"/>
              <a:sym typeface="Roboto"/>
            </a:endParaRPr>
          </a:p>
        </p:txBody>
      </p:sp>
      <p:pic>
        <p:nvPicPr>
          <p:cNvPr id="466" name="Google Shape;466;p54"/>
          <p:cNvPicPr preferRelativeResize="0"/>
          <p:nvPr/>
        </p:nvPicPr>
        <p:blipFill rotWithShape="1">
          <a:blip r:embed="rId4">
            <a:alphaModFix/>
          </a:blip>
          <a:srcRect b="39654" l="13786" r="0" t="0"/>
          <a:stretch/>
        </p:blipFill>
        <p:spPr>
          <a:xfrm>
            <a:off x="0" y="-855475"/>
            <a:ext cx="9144000" cy="11680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5"/>
          <p:cNvSpPr txBox="1"/>
          <p:nvPr>
            <p:ph type="title"/>
          </p:nvPr>
        </p:nvSpPr>
        <p:spPr>
          <a:xfrm>
            <a:off x="629875" y="3042700"/>
            <a:ext cx="70104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latin typeface="Poppins"/>
                <a:ea typeface="Poppins"/>
                <a:cs typeface="Poppins"/>
                <a:sym typeface="Poppins"/>
              </a:rPr>
              <a:t>Competitive Feature Analysis</a:t>
            </a:r>
            <a:endParaRPr sz="3500">
              <a:latin typeface="Poppins"/>
              <a:ea typeface="Poppins"/>
              <a:cs typeface="Poppins"/>
              <a:sym typeface="Poppins"/>
            </a:endParaRPr>
          </a:p>
        </p:txBody>
      </p:sp>
      <p:sp>
        <p:nvSpPr>
          <p:cNvPr id="472" name="Google Shape;472;p55"/>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473" name="Google Shape;473;p55"/>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4" name="Google Shape;474;p55" title="Screenshot 2025-12-02 at 1.18.09 PM.png"/>
          <p:cNvPicPr preferRelativeResize="0"/>
          <p:nvPr/>
        </p:nvPicPr>
        <p:blipFill>
          <a:blip r:embed="rId4">
            <a:alphaModFix/>
          </a:blip>
          <a:stretch>
            <a:fillRect/>
          </a:stretch>
        </p:blipFill>
        <p:spPr>
          <a:xfrm>
            <a:off x="7951800" y="3963700"/>
            <a:ext cx="1077209" cy="1179800"/>
          </a:xfrm>
          <a:prstGeom prst="rect">
            <a:avLst/>
          </a:prstGeom>
          <a:noFill/>
          <a:ln>
            <a:noFill/>
          </a:ln>
        </p:spPr>
      </p:pic>
      <p:pic>
        <p:nvPicPr>
          <p:cNvPr id="475" name="Google Shape;475;p55"/>
          <p:cNvPicPr preferRelativeResize="0"/>
          <p:nvPr/>
        </p:nvPicPr>
        <p:blipFill>
          <a:blip r:embed="rId5">
            <a:alphaModFix/>
          </a:blip>
          <a:stretch>
            <a:fillRect/>
          </a:stretch>
        </p:blipFill>
        <p:spPr>
          <a:xfrm>
            <a:off x="8003600" y="4395850"/>
            <a:ext cx="1096525" cy="1096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4">
            <a:alphaModFix/>
          </a:blip>
          <a:stretch>
            <a:fillRect/>
          </a:stretch>
        </a:blipFill>
      </p:bgPr>
    </p:bg>
    <p:spTree>
      <p:nvGrpSpPr>
        <p:cNvPr id="479" name="Shape 479"/>
        <p:cNvGrpSpPr/>
        <p:nvPr/>
      </p:nvGrpSpPr>
      <p:grpSpPr>
        <a:xfrm>
          <a:off x="0" y="0"/>
          <a:ext cx="0" cy="0"/>
          <a:chOff x="0" y="0"/>
          <a:chExt cx="0" cy="0"/>
        </a:xfrm>
      </p:grpSpPr>
      <p:sp>
        <p:nvSpPr>
          <p:cNvPr id="480" name="Google Shape;480;p56"/>
          <p:cNvSpPr/>
          <p:nvPr/>
        </p:nvSpPr>
        <p:spPr>
          <a:xfrm>
            <a:off x="723900" y="1533525"/>
            <a:ext cx="3584100" cy="1458000"/>
          </a:xfrm>
          <a:prstGeom prst="roundRect">
            <a:avLst>
              <a:gd fmla="val 1241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81" name="Google Shape;481;p56"/>
          <p:cNvSpPr/>
          <p:nvPr/>
        </p:nvSpPr>
        <p:spPr>
          <a:xfrm>
            <a:off x="1066800" y="1342950"/>
            <a:ext cx="29241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82" name="Google Shape;482;p56"/>
          <p:cNvSpPr txBox="1"/>
          <p:nvPr/>
        </p:nvSpPr>
        <p:spPr>
          <a:xfrm>
            <a:off x="741425" y="1742420"/>
            <a:ext cx="3584100" cy="1096200"/>
          </a:xfrm>
          <a:prstGeom prst="rect">
            <a:avLst/>
          </a:prstGeom>
          <a:noFill/>
          <a:ln>
            <a:noFill/>
          </a:ln>
        </p:spPr>
        <p:txBody>
          <a:bodyPr anchorCtr="0" anchor="t" bIns="84450" lIns="84450" spcFirstLastPara="1" rIns="84450" wrap="square" tIns="84450">
            <a:noAutofit/>
          </a:bodyPr>
          <a:lstStyle/>
          <a:p>
            <a:pPr indent="-187613" lvl="0" marL="342900" rtl="0" algn="l">
              <a:spcBef>
                <a:spcPts val="0"/>
              </a:spcBef>
              <a:spcAft>
                <a:spcPts val="0"/>
              </a:spcAft>
              <a:buClr>
                <a:srgbClr val="40474B"/>
              </a:buClr>
              <a:buSzPts val="1155"/>
              <a:buFont typeface="Roboto"/>
              <a:buChar char="●"/>
            </a:pPr>
            <a:r>
              <a:rPr lang="en" sz="1155">
                <a:solidFill>
                  <a:srgbClr val="40474B"/>
                </a:solidFill>
                <a:latin typeface="Roboto"/>
                <a:ea typeface="Roboto"/>
                <a:cs typeface="Roboto"/>
                <a:sym typeface="Roboto"/>
              </a:rPr>
              <a:t>Centralized dashboard with guest order history, preferences, engagement metrics </a:t>
            </a:r>
            <a:endParaRPr sz="1155">
              <a:solidFill>
                <a:srgbClr val="40474B"/>
              </a:solidFill>
              <a:latin typeface="Roboto"/>
              <a:ea typeface="Roboto"/>
              <a:cs typeface="Roboto"/>
              <a:sym typeface="Roboto"/>
            </a:endParaRPr>
          </a:p>
          <a:p>
            <a:pPr indent="-187613" lvl="0" marL="342900" rtl="0" algn="l">
              <a:spcBef>
                <a:spcPts val="0"/>
              </a:spcBef>
              <a:spcAft>
                <a:spcPts val="0"/>
              </a:spcAft>
              <a:buClr>
                <a:srgbClr val="40474B"/>
              </a:buClr>
              <a:buSzPts val="1155"/>
              <a:buFont typeface="Roboto"/>
              <a:buChar char="●"/>
            </a:pPr>
            <a:r>
              <a:rPr lang="en" sz="1155">
                <a:solidFill>
                  <a:srgbClr val="40474B"/>
                </a:solidFill>
                <a:latin typeface="Roboto"/>
                <a:ea typeface="Roboto"/>
                <a:cs typeface="Roboto"/>
                <a:sym typeface="Roboto"/>
              </a:rPr>
              <a:t>Predictive analytics to identify high-value customers </a:t>
            </a:r>
            <a:endParaRPr sz="1155">
              <a:solidFill>
                <a:srgbClr val="40474B"/>
              </a:solidFill>
              <a:latin typeface="Roboto"/>
              <a:ea typeface="Roboto"/>
              <a:cs typeface="Roboto"/>
              <a:sym typeface="Roboto"/>
            </a:endParaRPr>
          </a:p>
          <a:p>
            <a:pPr indent="-187613" lvl="0" marL="342900" rtl="0" algn="l">
              <a:spcBef>
                <a:spcPts val="0"/>
              </a:spcBef>
              <a:spcAft>
                <a:spcPts val="0"/>
              </a:spcAft>
              <a:buClr>
                <a:srgbClr val="40474B"/>
              </a:buClr>
              <a:buSzPts val="1155"/>
              <a:buFont typeface="Roboto"/>
              <a:buChar char="●"/>
            </a:pPr>
            <a:r>
              <a:rPr lang="en" sz="1155">
                <a:solidFill>
                  <a:srgbClr val="40474B"/>
                </a:solidFill>
                <a:latin typeface="Roboto"/>
                <a:ea typeface="Roboto"/>
                <a:cs typeface="Roboto"/>
                <a:sym typeface="Roboto"/>
              </a:rPr>
              <a:t>Enables personalized loyalty campaigns and dynamic offers </a:t>
            </a:r>
            <a:endParaRPr sz="1155">
              <a:solidFill>
                <a:srgbClr val="40474B"/>
              </a:solidFill>
              <a:latin typeface="Roboto"/>
              <a:ea typeface="Roboto"/>
              <a:cs typeface="Roboto"/>
              <a:sym typeface="Roboto"/>
            </a:endParaRPr>
          </a:p>
        </p:txBody>
      </p:sp>
      <p:sp>
        <p:nvSpPr>
          <p:cNvPr id="483" name="Google Shape;483;p56"/>
          <p:cNvSpPr/>
          <p:nvPr/>
        </p:nvSpPr>
        <p:spPr>
          <a:xfrm>
            <a:off x="4732825" y="1531175"/>
            <a:ext cx="3532200" cy="1458000"/>
          </a:xfrm>
          <a:prstGeom prst="roundRect">
            <a:avLst>
              <a:gd fmla="val 1241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84" name="Google Shape;484;p56"/>
          <p:cNvSpPr/>
          <p:nvPr/>
        </p:nvSpPr>
        <p:spPr>
          <a:xfrm>
            <a:off x="4706875" y="3237668"/>
            <a:ext cx="3584100" cy="1458000"/>
          </a:xfrm>
          <a:prstGeom prst="roundRect">
            <a:avLst>
              <a:gd fmla="val 1241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85" name="Google Shape;485;p56"/>
          <p:cNvSpPr/>
          <p:nvPr/>
        </p:nvSpPr>
        <p:spPr>
          <a:xfrm>
            <a:off x="723900" y="3237668"/>
            <a:ext cx="3584100" cy="1458000"/>
          </a:xfrm>
          <a:prstGeom prst="roundRect">
            <a:avLst>
              <a:gd fmla="val 1241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86" name="Google Shape;486;p56"/>
          <p:cNvSpPr txBox="1"/>
          <p:nvPr>
            <p:ph idx="4294967295" type="title"/>
          </p:nvPr>
        </p:nvSpPr>
        <p:spPr>
          <a:xfrm>
            <a:off x="464750" y="415703"/>
            <a:ext cx="8182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Poppins"/>
                <a:ea typeface="Poppins"/>
                <a:cs typeface="Poppins"/>
                <a:sym typeface="Poppins"/>
              </a:rPr>
              <a:t>Competitor Audit Example: Incentivio  </a:t>
            </a:r>
            <a:endParaRPr>
              <a:latin typeface="Poppins"/>
              <a:ea typeface="Poppins"/>
              <a:cs typeface="Poppins"/>
              <a:sym typeface="Poppins"/>
            </a:endParaRPr>
          </a:p>
        </p:txBody>
      </p:sp>
      <p:sp>
        <p:nvSpPr>
          <p:cNvPr id="487" name="Google Shape;487;p56"/>
          <p:cNvSpPr txBox="1"/>
          <p:nvPr/>
        </p:nvSpPr>
        <p:spPr>
          <a:xfrm>
            <a:off x="618425" y="3619693"/>
            <a:ext cx="3584100" cy="1003800"/>
          </a:xfrm>
          <a:prstGeom prst="rect">
            <a:avLst/>
          </a:prstGeom>
          <a:noFill/>
          <a:ln>
            <a:noFill/>
          </a:ln>
        </p:spPr>
        <p:txBody>
          <a:bodyPr anchorCtr="0" anchor="t" bIns="84450" lIns="84450" spcFirstLastPara="1" rIns="84450" wrap="square" tIns="84450">
            <a:noAutofit/>
          </a:bodyPr>
          <a:lstStyle/>
          <a:p>
            <a:pPr indent="-193963" lvl="0" marL="457200" rtl="0" algn="l">
              <a:spcBef>
                <a:spcPts val="0"/>
              </a:spcBef>
              <a:spcAft>
                <a:spcPts val="0"/>
              </a:spcAft>
              <a:buClr>
                <a:srgbClr val="40474B"/>
              </a:buClr>
              <a:buSzPts val="1255"/>
              <a:buFont typeface="Roboto"/>
              <a:buChar char="●"/>
            </a:pPr>
            <a:r>
              <a:rPr lang="en" sz="1255">
                <a:solidFill>
                  <a:srgbClr val="40474B"/>
                </a:solidFill>
                <a:latin typeface="Roboto"/>
                <a:ea typeface="Roboto"/>
                <a:cs typeface="Roboto"/>
                <a:sym typeface="Roboto"/>
              </a:rPr>
              <a:t>Expand predictive loyalty insights and segmentation models </a:t>
            </a:r>
            <a:endParaRPr sz="1255">
              <a:solidFill>
                <a:srgbClr val="40474B"/>
              </a:solidFill>
              <a:latin typeface="Roboto"/>
              <a:ea typeface="Roboto"/>
              <a:cs typeface="Roboto"/>
              <a:sym typeface="Roboto"/>
            </a:endParaRPr>
          </a:p>
          <a:p>
            <a:pPr indent="-193963" lvl="0" marL="457200" rtl="0" algn="l">
              <a:spcBef>
                <a:spcPts val="500"/>
              </a:spcBef>
              <a:spcAft>
                <a:spcPts val="0"/>
              </a:spcAft>
              <a:buClr>
                <a:srgbClr val="40474B"/>
              </a:buClr>
              <a:buSzPts val="1255"/>
              <a:buFont typeface="Roboto"/>
              <a:buChar char="●"/>
            </a:pPr>
            <a:r>
              <a:rPr lang="en" sz="1255">
                <a:solidFill>
                  <a:srgbClr val="40474B"/>
                </a:solidFill>
                <a:latin typeface="Roboto"/>
                <a:ea typeface="Roboto"/>
                <a:cs typeface="Roboto"/>
                <a:sym typeface="Roboto"/>
              </a:rPr>
              <a:t>Add easier-to-read dashboards for franchise + multi-location operators </a:t>
            </a:r>
            <a:endParaRPr sz="1255">
              <a:solidFill>
                <a:srgbClr val="40474B"/>
              </a:solidFill>
              <a:latin typeface="Roboto"/>
              <a:ea typeface="Roboto"/>
              <a:cs typeface="Roboto"/>
              <a:sym typeface="Roboto"/>
            </a:endParaRPr>
          </a:p>
        </p:txBody>
      </p:sp>
      <p:sp>
        <p:nvSpPr>
          <p:cNvPr id="488" name="Google Shape;488;p56"/>
          <p:cNvSpPr txBox="1"/>
          <p:nvPr/>
        </p:nvSpPr>
        <p:spPr>
          <a:xfrm>
            <a:off x="856500" y="1342925"/>
            <a:ext cx="3318900" cy="381000"/>
          </a:xfrm>
          <a:prstGeom prst="rect">
            <a:avLst/>
          </a:prstGeom>
          <a:noFill/>
          <a:ln>
            <a:noFill/>
          </a:ln>
        </p:spPr>
        <p:txBody>
          <a:bodyPr anchorCtr="0" anchor="ctr" bIns="84450" lIns="84450" spcFirstLastPara="1" rIns="84450" wrap="square" tIns="84450">
            <a:noAutofit/>
          </a:bodyPr>
          <a:lstStyle/>
          <a:p>
            <a:pPr indent="0" lvl="0" marL="0" rtl="0" algn="ctr">
              <a:spcBef>
                <a:spcPts val="0"/>
              </a:spcBef>
              <a:spcAft>
                <a:spcPts val="0"/>
              </a:spcAft>
              <a:buNone/>
            </a:pPr>
            <a:r>
              <a:rPr b="1" lang="en" sz="1385">
                <a:solidFill>
                  <a:srgbClr val="FFFFFF"/>
                </a:solidFill>
                <a:latin typeface="Poppins"/>
                <a:ea typeface="Poppins"/>
                <a:cs typeface="Poppins"/>
                <a:sym typeface="Poppins"/>
              </a:rPr>
              <a:t>Strengths</a:t>
            </a:r>
            <a:endParaRPr b="1" sz="1385">
              <a:solidFill>
                <a:srgbClr val="FFFFFF"/>
              </a:solidFill>
              <a:latin typeface="Poppins"/>
              <a:ea typeface="Poppins"/>
              <a:cs typeface="Poppins"/>
              <a:sym typeface="Poppins"/>
            </a:endParaRPr>
          </a:p>
        </p:txBody>
      </p:sp>
      <p:sp>
        <p:nvSpPr>
          <p:cNvPr id="489" name="Google Shape;489;p56"/>
          <p:cNvSpPr txBox="1"/>
          <p:nvPr/>
        </p:nvSpPr>
        <p:spPr>
          <a:xfrm>
            <a:off x="4736125" y="1774600"/>
            <a:ext cx="3655200" cy="1003800"/>
          </a:xfrm>
          <a:prstGeom prst="rect">
            <a:avLst/>
          </a:prstGeom>
          <a:noFill/>
          <a:ln>
            <a:noFill/>
          </a:ln>
        </p:spPr>
        <p:txBody>
          <a:bodyPr anchorCtr="0" anchor="t" bIns="84450" lIns="84450" spcFirstLastPara="1" rIns="84450" wrap="square" tIns="84450">
            <a:noAutofit/>
          </a:bodyPr>
          <a:lstStyle/>
          <a:p>
            <a:pPr indent="-191031" lvl="0" marL="342900" rtl="0" algn="l">
              <a:spcBef>
                <a:spcPts val="0"/>
              </a:spcBef>
              <a:spcAft>
                <a:spcPts val="0"/>
              </a:spcAft>
              <a:buClr>
                <a:srgbClr val="40474B"/>
              </a:buClr>
              <a:buSzPts val="1208"/>
              <a:buFont typeface="Roboto"/>
              <a:buChar char="●"/>
            </a:pPr>
            <a:r>
              <a:rPr lang="en" sz="1255">
                <a:solidFill>
                  <a:srgbClr val="40474B"/>
                </a:solidFill>
                <a:latin typeface="Roboto"/>
                <a:ea typeface="Roboto"/>
                <a:cs typeface="Roboto"/>
                <a:sym typeface="Roboto"/>
              </a:rPr>
              <a:t>Reports of data sync delays </a:t>
            </a:r>
            <a:endParaRPr sz="1255">
              <a:solidFill>
                <a:srgbClr val="40474B"/>
              </a:solidFill>
              <a:latin typeface="Roboto"/>
              <a:ea typeface="Roboto"/>
              <a:cs typeface="Roboto"/>
              <a:sym typeface="Roboto"/>
            </a:endParaRPr>
          </a:p>
          <a:p>
            <a:pPr indent="-191031" lvl="0" marL="342900" rtl="0" algn="l">
              <a:spcBef>
                <a:spcPts val="600"/>
              </a:spcBef>
              <a:spcAft>
                <a:spcPts val="0"/>
              </a:spcAft>
              <a:buClr>
                <a:srgbClr val="40474B"/>
              </a:buClr>
              <a:buSzPts val="1208"/>
              <a:buFont typeface="Roboto"/>
              <a:buChar char="●"/>
            </a:pPr>
            <a:r>
              <a:rPr lang="en" sz="1255">
                <a:solidFill>
                  <a:srgbClr val="40474B"/>
                </a:solidFill>
                <a:latin typeface="Roboto"/>
                <a:ea typeface="Roboto"/>
                <a:cs typeface="Roboto"/>
                <a:sym typeface="Roboto"/>
              </a:rPr>
              <a:t>Requires technical setup </a:t>
            </a:r>
            <a:endParaRPr sz="1255">
              <a:solidFill>
                <a:srgbClr val="40474B"/>
              </a:solidFill>
              <a:latin typeface="Roboto"/>
              <a:ea typeface="Roboto"/>
              <a:cs typeface="Roboto"/>
              <a:sym typeface="Roboto"/>
            </a:endParaRPr>
          </a:p>
          <a:p>
            <a:pPr indent="-193963" lvl="0" marL="342900" rtl="0" algn="l">
              <a:spcBef>
                <a:spcPts val="600"/>
              </a:spcBef>
              <a:spcAft>
                <a:spcPts val="600"/>
              </a:spcAft>
              <a:buClr>
                <a:srgbClr val="40474B"/>
              </a:buClr>
              <a:buSzPts val="1255"/>
              <a:buFont typeface="Roboto"/>
              <a:buChar char="●"/>
            </a:pPr>
            <a:r>
              <a:rPr lang="en" sz="1255">
                <a:solidFill>
                  <a:srgbClr val="40474B"/>
                </a:solidFill>
                <a:latin typeface="Roboto"/>
                <a:ea typeface="Roboto"/>
                <a:cs typeface="Roboto"/>
                <a:sym typeface="Roboto"/>
              </a:rPr>
              <a:t>Full value depends on tight POS + ordering integration </a:t>
            </a:r>
            <a:endParaRPr sz="1255">
              <a:solidFill>
                <a:srgbClr val="40474B"/>
              </a:solidFill>
              <a:latin typeface="Roboto"/>
              <a:ea typeface="Roboto"/>
              <a:cs typeface="Roboto"/>
              <a:sym typeface="Roboto"/>
            </a:endParaRPr>
          </a:p>
        </p:txBody>
      </p:sp>
      <p:sp>
        <p:nvSpPr>
          <p:cNvPr id="490" name="Google Shape;490;p56"/>
          <p:cNvSpPr txBox="1"/>
          <p:nvPr/>
        </p:nvSpPr>
        <p:spPr>
          <a:xfrm>
            <a:off x="4910350" y="3642918"/>
            <a:ext cx="3472800" cy="930300"/>
          </a:xfrm>
          <a:prstGeom prst="rect">
            <a:avLst/>
          </a:prstGeom>
          <a:noFill/>
          <a:ln>
            <a:noFill/>
          </a:ln>
        </p:spPr>
        <p:txBody>
          <a:bodyPr anchorCtr="0" anchor="t" bIns="84450" lIns="84450" spcFirstLastPara="1" rIns="84450" wrap="square" tIns="84450">
            <a:noAutofit/>
          </a:bodyPr>
          <a:lstStyle/>
          <a:p>
            <a:pPr indent="-191031" lvl="0" marL="171450" rtl="0" algn="l">
              <a:spcBef>
                <a:spcPts val="0"/>
              </a:spcBef>
              <a:spcAft>
                <a:spcPts val="0"/>
              </a:spcAft>
              <a:buClr>
                <a:srgbClr val="40474B"/>
              </a:buClr>
              <a:buSzPts val="1208"/>
              <a:buFont typeface="Roboto"/>
              <a:buChar char="●"/>
            </a:pPr>
            <a:r>
              <a:rPr lang="en" sz="1255">
                <a:solidFill>
                  <a:srgbClr val="40474B"/>
                </a:solidFill>
                <a:latin typeface="Roboto"/>
                <a:ea typeface="Roboto"/>
                <a:cs typeface="Roboto"/>
                <a:sym typeface="Roboto"/>
              </a:rPr>
              <a:t>Adoption</a:t>
            </a:r>
            <a:r>
              <a:rPr lang="en" sz="1255">
                <a:solidFill>
                  <a:srgbClr val="40474B"/>
                </a:solidFill>
                <a:latin typeface="Roboto"/>
                <a:ea typeface="Roboto"/>
                <a:cs typeface="Roboto"/>
                <a:sym typeface="Roboto"/>
              </a:rPr>
              <a:t> risk if restaurants can’t operationalize AI insights effectively</a:t>
            </a:r>
            <a:endParaRPr sz="1255">
              <a:solidFill>
                <a:srgbClr val="40474B"/>
              </a:solidFill>
              <a:latin typeface="Roboto"/>
              <a:ea typeface="Roboto"/>
              <a:cs typeface="Roboto"/>
              <a:sym typeface="Roboto"/>
            </a:endParaRPr>
          </a:p>
        </p:txBody>
      </p:sp>
      <p:pic>
        <p:nvPicPr>
          <p:cNvPr id="491" name="Google Shape;491;p56" title="Screenshot 2025-12-05 at 12.31.47 PM.png"/>
          <p:cNvPicPr preferRelativeResize="0"/>
          <p:nvPr/>
        </p:nvPicPr>
        <p:blipFill>
          <a:blip r:embed="rId5">
            <a:alphaModFix amt="50000"/>
          </a:blip>
          <a:stretch>
            <a:fillRect/>
          </a:stretch>
        </p:blipFill>
        <p:spPr>
          <a:xfrm>
            <a:off x="8361639" y="4229320"/>
            <a:ext cx="545825" cy="572700"/>
          </a:xfrm>
          <a:prstGeom prst="rect">
            <a:avLst/>
          </a:prstGeom>
          <a:noFill/>
          <a:ln>
            <a:noFill/>
          </a:ln>
        </p:spPr>
      </p:pic>
      <p:pic>
        <p:nvPicPr>
          <p:cNvPr id="492" name="Google Shape;492;p56" title="Screenshot 2025-12-05 at 12.31.47 PM.png"/>
          <p:cNvPicPr preferRelativeResize="0"/>
          <p:nvPr/>
        </p:nvPicPr>
        <p:blipFill>
          <a:blip r:embed="rId5">
            <a:alphaModFix/>
          </a:blip>
          <a:stretch>
            <a:fillRect/>
          </a:stretch>
        </p:blipFill>
        <p:spPr>
          <a:xfrm>
            <a:off x="8361639" y="4229320"/>
            <a:ext cx="545825" cy="572700"/>
          </a:xfrm>
          <a:prstGeom prst="rect">
            <a:avLst/>
          </a:prstGeom>
          <a:noFill/>
          <a:ln>
            <a:noFill/>
          </a:ln>
        </p:spPr>
      </p:pic>
      <p:sp>
        <p:nvSpPr>
          <p:cNvPr id="493" name="Google Shape;493;p56"/>
          <p:cNvSpPr txBox="1"/>
          <p:nvPr/>
        </p:nvSpPr>
        <p:spPr>
          <a:xfrm>
            <a:off x="479493" y="742247"/>
            <a:ext cx="5836800" cy="487800"/>
          </a:xfrm>
          <a:prstGeom prst="rect">
            <a:avLst/>
          </a:prstGeom>
          <a:noFill/>
          <a:ln>
            <a:noFill/>
          </a:ln>
        </p:spPr>
        <p:txBody>
          <a:bodyPr anchorCtr="0" anchor="b" bIns="91425" lIns="91425" spcFirstLastPara="1" rIns="91425" wrap="square" tIns="91425">
            <a:normAutofit fontScale="70000"/>
          </a:bodyPr>
          <a:lstStyle/>
          <a:p>
            <a:pPr indent="0" lvl="0" marL="0" rtl="0" algn="l">
              <a:lnSpc>
                <a:spcPct val="80000"/>
              </a:lnSpc>
              <a:spcBef>
                <a:spcPts val="0"/>
              </a:spcBef>
              <a:spcAft>
                <a:spcPts val="0"/>
              </a:spcAft>
              <a:buSzPct val="42890"/>
              <a:buNone/>
            </a:pPr>
            <a:r>
              <a:rPr lang="en" sz="2180">
                <a:solidFill>
                  <a:srgbClr val="832098"/>
                </a:solidFill>
                <a:latin typeface="Roboto"/>
                <a:ea typeface="Roboto"/>
                <a:cs typeface="Roboto"/>
                <a:sym typeface="Roboto"/>
              </a:rPr>
              <a:t>Feature: AI-Driven User Dashboard &amp; Loyalty Personalization</a:t>
            </a:r>
            <a:endParaRPr sz="2180">
              <a:solidFill>
                <a:srgbClr val="832098"/>
              </a:solidFill>
              <a:latin typeface="Roboto"/>
              <a:ea typeface="Roboto"/>
              <a:cs typeface="Roboto"/>
              <a:sym typeface="Roboto"/>
            </a:endParaRPr>
          </a:p>
        </p:txBody>
      </p:sp>
      <p:sp>
        <p:nvSpPr>
          <p:cNvPr id="494" name="Google Shape;494;p56"/>
          <p:cNvSpPr/>
          <p:nvPr/>
        </p:nvSpPr>
        <p:spPr>
          <a:xfrm>
            <a:off x="5036875" y="1342950"/>
            <a:ext cx="29241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95" name="Google Shape;495;p56"/>
          <p:cNvSpPr txBox="1"/>
          <p:nvPr/>
        </p:nvSpPr>
        <p:spPr>
          <a:xfrm>
            <a:off x="4762525" y="1342924"/>
            <a:ext cx="3472800" cy="381000"/>
          </a:xfrm>
          <a:prstGeom prst="rect">
            <a:avLst/>
          </a:prstGeom>
          <a:noFill/>
          <a:ln>
            <a:noFill/>
          </a:ln>
        </p:spPr>
        <p:txBody>
          <a:bodyPr anchorCtr="0" anchor="ctr" bIns="84450" lIns="84450" spcFirstLastPara="1" rIns="84450" wrap="square" tIns="84450">
            <a:noAutofit/>
          </a:bodyPr>
          <a:lstStyle/>
          <a:p>
            <a:pPr indent="0" lvl="0" marL="0" rtl="0" algn="ctr">
              <a:spcBef>
                <a:spcPts val="0"/>
              </a:spcBef>
              <a:spcAft>
                <a:spcPts val="0"/>
              </a:spcAft>
              <a:buNone/>
            </a:pPr>
            <a:r>
              <a:rPr b="1" lang="en" sz="1385">
                <a:solidFill>
                  <a:srgbClr val="FFFFFF"/>
                </a:solidFill>
                <a:latin typeface="Poppins"/>
                <a:ea typeface="Poppins"/>
                <a:cs typeface="Poppins"/>
                <a:sym typeface="Poppins"/>
              </a:rPr>
              <a:t>Weaknesses</a:t>
            </a:r>
            <a:endParaRPr b="1" sz="1385">
              <a:solidFill>
                <a:srgbClr val="FFFFFF"/>
              </a:solidFill>
              <a:latin typeface="Poppins"/>
              <a:ea typeface="Poppins"/>
              <a:cs typeface="Poppins"/>
              <a:sym typeface="Poppins"/>
            </a:endParaRPr>
          </a:p>
        </p:txBody>
      </p:sp>
      <p:sp>
        <p:nvSpPr>
          <p:cNvPr id="496" name="Google Shape;496;p56"/>
          <p:cNvSpPr/>
          <p:nvPr/>
        </p:nvSpPr>
        <p:spPr>
          <a:xfrm>
            <a:off x="5036875" y="3116305"/>
            <a:ext cx="29241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97" name="Google Shape;497;p56"/>
          <p:cNvSpPr/>
          <p:nvPr/>
        </p:nvSpPr>
        <p:spPr>
          <a:xfrm>
            <a:off x="1053900" y="3116238"/>
            <a:ext cx="2924100" cy="381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498" name="Google Shape;498;p56"/>
          <p:cNvSpPr txBox="1"/>
          <p:nvPr/>
        </p:nvSpPr>
        <p:spPr>
          <a:xfrm>
            <a:off x="4795975" y="3126632"/>
            <a:ext cx="3405900" cy="381000"/>
          </a:xfrm>
          <a:prstGeom prst="rect">
            <a:avLst/>
          </a:prstGeom>
          <a:noFill/>
          <a:ln>
            <a:noFill/>
          </a:ln>
        </p:spPr>
        <p:txBody>
          <a:bodyPr anchorCtr="0" anchor="ctr" bIns="84450" lIns="84450" spcFirstLastPara="1" rIns="84450" wrap="square" tIns="84450">
            <a:noAutofit/>
          </a:bodyPr>
          <a:lstStyle/>
          <a:p>
            <a:pPr indent="0" lvl="0" marL="0" rtl="0" algn="ctr">
              <a:spcBef>
                <a:spcPts val="0"/>
              </a:spcBef>
              <a:spcAft>
                <a:spcPts val="0"/>
              </a:spcAft>
              <a:buNone/>
            </a:pPr>
            <a:r>
              <a:rPr b="1" lang="en" sz="1385">
                <a:solidFill>
                  <a:srgbClr val="FFFFFF"/>
                </a:solidFill>
                <a:latin typeface="Poppins"/>
                <a:ea typeface="Poppins"/>
                <a:cs typeface="Poppins"/>
                <a:sym typeface="Poppins"/>
              </a:rPr>
              <a:t>Threats </a:t>
            </a:r>
            <a:endParaRPr b="1" sz="1385">
              <a:solidFill>
                <a:srgbClr val="FFFFFF"/>
              </a:solidFill>
              <a:latin typeface="Poppins"/>
              <a:ea typeface="Poppins"/>
              <a:cs typeface="Poppins"/>
              <a:sym typeface="Poppins"/>
            </a:endParaRPr>
          </a:p>
        </p:txBody>
      </p:sp>
      <p:sp>
        <p:nvSpPr>
          <p:cNvPr id="499" name="Google Shape;499;p56"/>
          <p:cNvSpPr txBox="1"/>
          <p:nvPr/>
        </p:nvSpPr>
        <p:spPr>
          <a:xfrm>
            <a:off x="797100" y="3137765"/>
            <a:ext cx="3437700" cy="338100"/>
          </a:xfrm>
          <a:prstGeom prst="rect">
            <a:avLst/>
          </a:prstGeom>
          <a:noFill/>
          <a:ln>
            <a:noFill/>
          </a:ln>
        </p:spPr>
        <p:txBody>
          <a:bodyPr anchorCtr="0" anchor="ctr" bIns="84450" lIns="84450" spcFirstLastPara="1" rIns="84450" wrap="square" tIns="84450">
            <a:noAutofit/>
          </a:bodyPr>
          <a:lstStyle/>
          <a:p>
            <a:pPr indent="0" lvl="0" marL="0" rtl="0" algn="ctr">
              <a:spcBef>
                <a:spcPts val="0"/>
              </a:spcBef>
              <a:spcAft>
                <a:spcPts val="0"/>
              </a:spcAft>
              <a:buNone/>
            </a:pPr>
            <a:r>
              <a:rPr b="1" lang="en" sz="1385">
                <a:solidFill>
                  <a:srgbClr val="FFFFFF"/>
                </a:solidFill>
                <a:latin typeface="Poppins"/>
                <a:ea typeface="Poppins"/>
                <a:cs typeface="Poppins"/>
                <a:sym typeface="Poppins"/>
              </a:rPr>
              <a:t>Opportunities</a:t>
            </a:r>
            <a:endParaRPr b="1" sz="1385">
              <a:solidFill>
                <a:srgbClr val="FFFFFF"/>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id="504" name="Google Shape;504;p57" title="Screenshot 2025-12-05 at 1.18.04 PM.png"/>
          <p:cNvPicPr preferRelativeResize="0"/>
          <p:nvPr/>
        </p:nvPicPr>
        <p:blipFill>
          <a:blip r:embed="rId4">
            <a:alphaModFix/>
          </a:blip>
          <a:stretch>
            <a:fillRect/>
          </a:stretch>
        </p:blipFill>
        <p:spPr>
          <a:xfrm>
            <a:off x="236800" y="254350"/>
            <a:ext cx="3176500" cy="4377452"/>
          </a:xfrm>
          <a:prstGeom prst="rect">
            <a:avLst/>
          </a:prstGeom>
          <a:noFill/>
          <a:ln>
            <a:noFill/>
          </a:ln>
        </p:spPr>
      </p:pic>
      <p:sp>
        <p:nvSpPr>
          <p:cNvPr id="505" name="Google Shape;505;p57"/>
          <p:cNvSpPr txBox="1"/>
          <p:nvPr/>
        </p:nvSpPr>
        <p:spPr>
          <a:xfrm>
            <a:off x="3565700" y="3764325"/>
            <a:ext cx="3571800" cy="4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latin typeface="Manjari"/>
                <a:ea typeface="Manjari"/>
                <a:cs typeface="Manjari"/>
                <a:sym typeface="Manjari"/>
                <a:hlinkClick r:id="rId5"/>
              </a:rPr>
              <a:t>Competitive Features Matrix</a:t>
            </a:r>
            <a:endParaRPr sz="1800" u="sng">
              <a:latin typeface="Manjari"/>
              <a:ea typeface="Manjari"/>
              <a:cs typeface="Manjari"/>
              <a:sym typeface="Manjari"/>
            </a:endParaRPr>
          </a:p>
          <a:p>
            <a:pPr indent="0" lvl="0" marL="0" rtl="0" algn="l">
              <a:spcBef>
                <a:spcPts val="0"/>
              </a:spcBef>
              <a:spcAft>
                <a:spcPts val="0"/>
              </a:spcAft>
              <a:buNone/>
            </a:pPr>
            <a:r>
              <a:rPr lang="en" sz="1800" u="sng">
                <a:solidFill>
                  <a:schemeClr val="hlink"/>
                </a:solidFill>
                <a:latin typeface="Manjari"/>
                <a:ea typeface="Manjari"/>
                <a:cs typeface="Manjari"/>
                <a:sym typeface="Manjari"/>
                <a:hlinkClick r:id="rId6"/>
              </a:rPr>
              <a:t>Feature </a:t>
            </a:r>
            <a:r>
              <a:rPr lang="en" sz="1800" u="sng">
                <a:solidFill>
                  <a:schemeClr val="hlink"/>
                </a:solidFill>
                <a:latin typeface="Manjari"/>
                <a:ea typeface="Manjari"/>
                <a:cs typeface="Manjari"/>
                <a:sym typeface="Manjari"/>
                <a:hlinkClick r:id="rId7"/>
              </a:rPr>
              <a:t>Analysis</a:t>
            </a:r>
            <a:r>
              <a:rPr lang="en" sz="1800" u="sng">
                <a:solidFill>
                  <a:schemeClr val="hlink"/>
                </a:solidFill>
                <a:latin typeface="Manjari"/>
                <a:ea typeface="Manjari"/>
                <a:cs typeface="Manjari"/>
                <a:sym typeface="Manjari"/>
                <a:hlinkClick r:id="rId8"/>
              </a:rPr>
              <a:t> Matrix</a:t>
            </a:r>
            <a:endParaRPr sz="1800">
              <a:solidFill>
                <a:schemeClr val="accent2"/>
              </a:solidFill>
              <a:latin typeface="Manjari"/>
              <a:ea typeface="Manjari"/>
              <a:cs typeface="Manjari"/>
              <a:sym typeface="Manjari"/>
            </a:endParaRPr>
          </a:p>
        </p:txBody>
      </p:sp>
      <p:pic>
        <p:nvPicPr>
          <p:cNvPr id="506" name="Google Shape;506;p57" title="Screenshot 2025-12-05 at 11.44.51 PM.png"/>
          <p:cNvPicPr preferRelativeResize="0"/>
          <p:nvPr/>
        </p:nvPicPr>
        <p:blipFill>
          <a:blip r:embed="rId9">
            <a:alphaModFix/>
          </a:blip>
          <a:stretch>
            <a:fillRect/>
          </a:stretch>
        </p:blipFill>
        <p:spPr>
          <a:xfrm>
            <a:off x="3565700" y="254350"/>
            <a:ext cx="5383327" cy="2841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pic>
        <p:nvPicPr>
          <p:cNvPr id="511" name="Google Shape;511;p58" title="Screenshot 2025-12-05 at 1.18.04 PM.png"/>
          <p:cNvPicPr preferRelativeResize="0"/>
          <p:nvPr/>
        </p:nvPicPr>
        <p:blipFill>
          <a:blip r:embed="rId3">
            <a:alphaModFix/>
          </a:blip>
          <a:stretch>
            <a:fillRect/>
          </a:stretch>
        </p:blipFill>
        <p:spPr>
          <a:xfrm>
            <a:off x="236800" y="254350"/>
            <a:ext cx="3176500" cy="4377452"/>
          </a:xfrm>
          <a:prstGeom prst="rect">
            <a:avLst/>
          </a:prstGeom>
          <a:noFill/>
          <a:ln>
            <a:noFill/>
          </a:ln>
        </p:spPr>
      </p:pic>
      <p:sp>
        <p:nvSpPr>
          <p:cNvPr id="512" name="Google Shape;512;p58"/>
          <p:cNvSpPr/>
          <p:nvPr/>
        </p:nvSpPr>
        <p:spPr>
          <a:xfrm>
            <a:off x="1380675" y="1167350"/>
            <a:ext cx="7365122" cy="1982439"/>
          </a:xfrm>
          <a:custGeom>
            <a:rect b="b" l="l" r="r" t="t"/>
            <a:pathLst>
              <a:path extrusionOk="0" h="78365" w="293110">
                <a:moveTo>
                  <a:pt x="29441" y="0"/>
                </a:moveTo>
                <a:lnTo>
                  <a:pt x="0" y="78365"/>
                </a:lnTo>
                <a:lnTo>
                  <a:pt x="293110" y="57150"/>
                </a:lnTo>
                <a:close/>
              </a:path>
            </a:pathLst>
          </a:custGeom>
          <a:noFill/>
          <a:ln cap="flat" cmpd="sng" w="9525">
            <a:solidFill>
              <a:schemeClr val="dk2"/>
            </a:solidFill>
            <a:prstDash val="solid"/>
            <a:round/>
            <a:headEnd len="med" w="med" type="none"/>
            <a:tailEnd len="med" w="med" type="none"/>
          </a:ln>
          <a:effectLst>
            <a:outerShdw blurRad="57150" rotWithShape="0" algn="bl" dir="5400000" dist="19050">
              <a:srgbClr val="000000">
                <a:alpha val="50000"/>
              </a:srgbClr>
            </a:outerShdw>
          </a:effectLst>
        </p:spPr>
      </p:sp>
      <p:pic>
        <p:nvPicPr>
          <p:cNvPr id="513" name="Google Shape;513;p58" title="Screenshot 2025-12-05 at 11.46.35 PM.png"/>
          <p:cNvPicPr preferRelativeResize="0"/>
          <p:nvPr/>
        </p:nvPicPr>
        <p:blipFill>
          <a:blip r:embed="rId4">
            <a:alphaModFix/>
          </a:blip>
          <a:stretch>
            <a:fillRect/>
          </a:stretch>
        </p:blipFill>
        <p:spPr>
          <a:xfrm>
            <a:off x="2138675" y="1173425"/>
            <a:ext cx="6600199" cy="1423225"/>
          </a:xfrm>
          <a:prstGeom prst="rect">
            <a:avLst/>
          </a:prstGeom>
          <a:noFill/>
          <a:ln cap="flat" cmpd="sng" w="19050">
            <a:solidFill>
              <a:srgbClr val="301900"/>
            </a:solidFill>
            <a:prstDash val="solid"/>
            <a:round/>
            <a:headEnd len="sm" w="sm" type="none"/>
            <a:tailEnd len="sm" w="sm" type="none"/>
          </a:ln>
          <a:effectLst>
            <a:outerShdw blurRad="57150" rotWithShape="0" algn="bl" dir="5400000" dist="19050">
              <a:srgbClr val="000000">
                <a:alpha val="50000"/>
              </a:srgbClr>
            </a:outerShdw>
          </a:effectLst>
        </p:spPr>
      </p:pic>
      <p:sp>
        <p:nvSpPr>
          <p:cNvPr id="514" name="Google Shape;514;p58"/>
          <p:cNvSpPr/>
          <p:nvPr/>
        </p:nvSpPr>
        <p:spPr>
          <a:xfrm>
            <a:off x="294400" y="3156250"/>
            <a:ext cx="1097700" cy="254700"/>
          </a:xfrm>
          <a:prstGeom prst="rect">
            <a:avLst/>
          </a:prstGeom>
          <a:noFill/>
          <a:ln cap="flat" cmpd="sng" w="9525">
            <a:solidFill>
              <a:srgbClr val="301900"/>
            </a:solidFill>
            <a:prstDash val="solid"/>
            <a:round/>
            <a:headEnd len="sm" w="sm" type="none"/>
            <a:tailEnd len="sm" w="sm" type="none"/>
          </a:ln>
        </p:spPr>
        <p:txBody>
          <a:bodyPr anchorCtr="0" anchor="ctr" bIns="12025" lIns="12025" spcFirstLastPara="1" rIns="12025" wrap="square" tIns="12025">
            <a:noAutofit/>
          </a:bodyPr>
          <a:lstStyle/>
          <a:p>
            <a:pPr indent="0" lvl="0" marL="0" rtl="0" algn="ctr">
              <a:spcBef>
                <a:spcPts val="0"/>
              </a:spcBef>
              <a:spcAft>
                <a:spcPts val="0"/>
              </a:spcAft>
              <a:buNone/>
            </a:pPr>
            <a:r>
              <a:t/>
            </a:r>
            <a:endParaRPr sz="181">
              <a:latin typeface="Manjari"/>
              <a:ea typeface="Manjari"/>
              <a:cs typeface="Manjari"/>
              <a:sym typeface="Manjari"/>
            </a:endParaRPr>
          </a:p>
        </p:txBody>
      </p:sp>
      <p:cxnSp>
        <p:nvCxnSpPr>
          <p:cNvPr id="515" name="Google Shape;515;p58"/>
          <p:cNvCxnSpPr/>
          <p:nvPr/>
        </p:nvCxnSpPr>
        <p:spPr>
          <a:xfrm flipH="1" rot="10800000">
            <a:off x="1391650" y="1179725"/>
            <a:ext cx="740700" cy="1982400"/>
          </a:xfrm>
          <a:prstGeom prst="straightConnector1">
            <a:avLst/>
          </a:prstGeom>
          <a:noFill/>
          <a:ln cap="flat" cmpd="sng" w="19050">
            <a:solidFill>
              <a:srgbClr val="301900"/>
            </a:solidFill>
            <a:prstDash val="solid"/>
            <a:round/>
            <a:headEnd len="med" w="med" type="none"/>
            <a:tailEnd len="med" w="med" type="none"/>
          </a:ln>
        </p:spPr>
      </p:cxnSp>
      <p:cxnSp>
        <p:nvCxnSpPr>
          <p:cNvPr id="516" name="Google Shape;516;p58"/>
          <p:cNvCxnSpPr/>
          <p:nvPr/>
        </p:nvCxnSpPr>
        <p:spPr>
          <a:xfrm flipH="1" rot="10800000">
            <a:off x="1391450" y="2619275"/>
            <a:ext cx="7365000" cy="536700"/>
          </a:xfrm>
          <a:prstGeom prst="straightConnector1">
            <a:avLst/>
          </a:prstGeom>
          <a:noFill/>
          <a:ln cap="flat" cmpd="sng" w="19050">
            <a:solidFill>
              <a:srgbClr val="301900"/>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9"/>
          <p:cNvSpPr txBox="1"/>
          <p:nvPr>
            <p:ph type="title"/>
          </p:nvPr>
        </p:nvSpPr>
        <p:spPr>
          <a:xfrm>
            <a:off x="629875" y="3042700"/>
            <a:ext cx="66372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latin typeface="Poppins"/>
                <a:ea typeface="Poppins"/>
                <a:cs typeface="Poppins"/>
                <a:sym typeface="Poppins"/>
              </a:rPr>
              <a:t>Survey Data Analysis</a:t>
            </a:r>
            <a:endParaRPr sz="3500">
              <a:latin typeface="Poppins"/>
              <a:ea typeface="Poppins"/>
              <a:cs typeface="Poppins"/>
              <a:sym typeface="Poppins"/>
            </a:endParaRPr>
          </a:p>
        </p:txBody>
      </p:sp>
      <p:sp>
        <p:nvSpPr>
          <p:cNvPr id="522" name="Google Shape;522;p59"/>
          <p:cNvSpPr txBox="1"/>
          <p:nvPr>
            <p:ph idx="2" type="subTitle"/>
          </p:nvPr>
        </p:nvSpPr>
        <p:spPr>
          <a:xfrm>
            <a:off x="629875" y="3869650"/>
            <a:ext cx="84702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S</a:t>
            </a:r>
            <a:r>
              <a:rPr lang="en" sz="1800"/>
              <a:t>tudent </a:t>
            </a:r>
            <a:r>
              <a:rPr lang="en" sz="1800"/>
              <a:t>ordering</a:t>
            </a:r>
            <a:r>
              <a:rPr lang="en" sz="1800"/>
              <a:t> behaviors and implications for Toast</a:t>
            </a:r>
            <a:endParaRPr sz="1800"/>
          </a:p>
        </p:txBody>
      </p:sp>
      <p:pic>
        <p:nvPicPr>
          <p:cNvPr id="523" name="Google Shape;523;p59" title="Screenshot 2025-12-02 at 1.18.09 PM.png"/>
          <p:cNvPicPr preferRelativeResize="0"/>
          <p:nvPr/>
        </p:nvPicPr>
        <p:blipFill>
          <a:blip r:embed="rId4">
            <a:alphaModFix/>
          </a:blip>
          <a:stretch>
            <a:fillRect/>
          </a:stretch>
        </p:blipFill>
        <p:spPr>
          <a:xfrm>
            <a:off x="7951800" y="3963700"/>
            <a:ext cx="1077209" cy="1179800"/>
          </a:xfrm>
          <a:prstGeom prst="rect">
            <a:avLst/>
          </a:prstGeom>
          <a:noFill/>
          <a:ln>
            <a:noFill/>
          </a:ln>
        </p:spPr>
      </p:pic>
      <p:pic>
        <p:nvPicPr>
          <p:cNvPr id="524" name="Google Shape;524;p59"/>
          <p:cNvPicPr preferRelativeResize="0"/>
          <p:nvPr/>
        </p:nvPicPr>
        <p:blipFill>
          <a:blip r:embed="rId5">
            <a:alphaModFix/>
          </a:blip>
          <a:stretch>
            <a:fillRect/>
          </a:stretch>
        </p:blipFill>
        <p:spPr>
          <a:xfrm>
            <a:off x="8003600" y="4395850"/>
            <a:ext cx="1096525" cy="1096525"/>
          </a:xfrm>
          <a:prstGeom prst="rect">
            <a:avLst/>
          </a:prstGeom>
          <a:noFill/>
          <a:ln>
            <a:noFill/>
          </a:ln>
        </p:spPr>
      </p:pic>
      <p:sp>
        <p:nvSpPr>
          <p:cNvPr id="525" name="Google Shape;525;p59"/>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9" name="Shape 529"/>
        <p:cNvGrpSpPr/>
        <p:nvPr/>
      </p:nvGrpSpPr>
      <p:grpSpPr>
        <a:xfrm>
          <a:off x="0" y="0"/>
          <a:ext cx="0" cy="0"/>
          <a:chOff x="0" y="0"/>
          <a:chExt cx="0" cy="0"/>
        </a:xfrm>
      </p:grpSpPr>
      <p:sp>
        <p:nvSpPr>
          <p:cNvPr id="530" name="Google Shape;530;p60"/>
          <p:cNvSpPr txBox="1"/>
          <p:nvPr/>
        </p:nvSpPr>
        <p:spPr>
          <a:xfrm>
            <a:off x="435425" y="3576718"/>
            <a:ext cx="41367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671E75"/>
                </a:solidFill>
                <a:latin typeface="Roboto"/>
                <a:ea typeface="Roboto"/>
                <a:cs typeface="Roboto"/>
                <a:sym typeface="Roboto"/>
              </a:rPr>
              <a:t>Key takeaway:</a:t>
            </a:r>
            <a:endParaRPr b="1" sz="1600">
              <a:solidFill>
                <a:srgbClr val="671E75"/>
              </a:solidFill>
              <a:latin typeface="Roboto"/>
              <a:ea typeface="Roboto"/>
              <a:cs typeface="Roboto"/>
              <a:sym typeface="Roboto"/>
            </a:endParaRPr>
          </a:p>
          <a:p>
            <a:pPr indent="0" lvl="0" marL="0" rtl="0" algn="l">
              <a:spcBef>
                <a:spcPts val="0"/>
              </a:spcBef>
              <a:spcAft>
                <a:spcPts val="0"/>
              </a:spcAft>
              <a:buNone/>
            </a:pPr>
            <a:r>
              <a:t/>
            </a:r>
            <a:endParaRPr b="1" sz="600">
              <a:solidFill>
                <a:srgbClr val="671E75"/>
              </a:solidFill>
              <a:latin typeface="Roboto"/>
              <a:ea typeface="Roboto"/>
              <a:cs typeface="Roboto"/>
              <a:sym typeface="Roboto"/>
            </a:endParaRPr>
          </a:p>
          <a:p>
            <a:pPr indent="-323850" lvl="0" marL="457200" rtl="0" algn="l">
              <a:spcBef>
                <a:spcPts val="0"/>
              </a:spcBef>
              <a:spcAft>
                <a:spcPts val="0"/>
              </a:spcAft>
              <a:buClr>
                <a:srgbClr val="671E75"/>
              </a:buClr>
              <a:buSzPts val="1500"/>
              <a:buFont typeface="Roboto"/>
              <a:buChar char="●"/>
            </a:pPr>
            <a:r>
              <a:rPr lang="en" sz="1500">
                <a:solidFill>
                  <a:srgbClr val="671E75"/>
                </a:solidFill>
                <a:latin typeface="Roboto"/>
                <a:ea typeface="Roboto"/>
                <a:cs typeface="Roboto"/>
                <a:sym typeface="Roboto"/>
              </a:rPr>
              <a:t>Students are low-frequency users, so each order moment is a fresh win-or-lose decision</a:t>
            </a:r>
            <a:endParaRPr sz="1500">
              <a:solidFill>
                <a:srgbClr val="671E75"/>
              </a:solidFill>
              <a:latin typeface="Roboto"/>
              <a:ea typeface="Roboto"/>
              <a:cs typeface="Roboto"/>
              <a:sym typeface="Roboto"/>
            </a:endParaRPr>
          </a:p>
        </p:txBody>
      </p:sp>
      <p:pic>
        <p:nvPicPr>
          <p:cNvPr id="531" name="Google Shape;531;p60" title="Screenshot 2025-12-05 at 12.31.47 PM.png"/>
          <p:cNvPicPr preferRelativeResize="0"/>
          <p:nvPr/>
        </p:nvPicPr>
        <p:blipFill>
          <a:blip r:embed="rId4">
            <a:alphaModFix/>
          </a:blip>
          <a:stretch>
            <a:fillRect/>
          </a:stretch>
        </p:blipFill>
        <p:spPr>
          <a:xfrm>
            <a:off x="8361639" y="4229320"/>
            <a:ext cx="545825" cy="572700"/>
          </a:xfrm>
          <a:prstGeom prst="rect">
            <a:avLst/>
          </a:prstGeom>
          <a:noFill/>
          <a:ln>
            <a:noFill/>
          </a:ln>
        </p:spPr>
      </p:pic>
      <p:sp>
        <p:nvSpPr>
          <p:cNvPr id="532" name="Google Shape;532;p60"/>
          <p:cNvSpPr txBox="1"/>
          <p:nvPr/>
        </p:nvSpPr>
        <p:spPr>
          <a:xfrm>
            <a:off x="285875" y="404675"/>
            <a:ext cx="8217600" cy="4920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300">
                <a:solidFill>
                  <a:srgbClr val="832098"/>
                </a:solidFill>
                <a:latin typeface="Roboto"/>
                <a:ea typeface="Roboto"/>
                <a:cs typeface="Roboto"/>
                <a:sym typeface="Roboto"/>
              </a:rPr>
              <a:t>High-Level Insights: </a:t>
            </a:r>
            <a:r>
              <a:rPr b="1" lang="en" sz="2300">
                <a:solidFill>
                  <a:srgbClr val="832098"/>
                </a:solidFill>
                <a:latin typeface="Roboto"/>
                <a:ea typeface="Roboto"/>
                <a:cs typeface="Roboto"/>
                <a:sym typeface="Roboto"/>
              </a:rPr>
              <a:t>Student</a:t>
            </a:r>
            <a:r>
              <a:rPr b="1" lang="en" sz="2300">
                <a:solidFill>
                  <a:srgbClr val="832098"/>
                </a:solidFill>
                <a:latin typeface="Roboto"/>
                <a:ea typeface="Roboto"/>
                <a:cs typeface="Roboto"/>
                <a:sym typeface="Roboto"/>
              </a:rPr>
              <a:t> Ordering Behavior</a:t>
            </a:r>
            <a:endParaRPr b="1" sz="2300">
              <a:solidFill>
                <a:srgbClr val="832098"/>
              </a:solidFill>
              <a:latin typeface="Roboto"/>
              <a:ea typeface="Roboto"/>
              <a:cs typeface="Roboto"/>
              <a:sym typeface="Roboto"/>
            </a:endParaRPr>
          </a:p>
        </p:txBody>
      </p:sp>
      <p:sp>
        <p:nvSpPr>
          <p:cNvPr id="533" name="Google Shape;533;p60"/>
          <p:cNvSpPr/>
          <p:nvPr/>
        </p:nvSpPr>
        <p:spPr>
          <a:xfrm>
            <a:off x="463200" y="945251"/>
            <a:ext cx="8217600" cy="2631600"/>
          </a:xfrm>
          <a:prstGeom prst="roundRect">
            <a:avLst>
              <a:gd fmla="val 8653" name="adj"/>
            </a:avLst>
          </a:prstGeom>
          <a:solidFill>
            <a:schemeClr val="lt2"/>
          </a:solidFill>
          <a:ln cap="flat" cmpd="sng" w="23425">
            <a:solidFill>
              <a:schemeClr val="dk2"/>
            </a:solidFill>
            <a:prstDash val="solid"/>
            <a:round/>
            <a:headEnd len="sm" w="sm" type="none"/>
            <a:tailEnd len="sm" w="sm" type="none"/>
          </a:ln>
        </p:spPr>
        <p:txBody>
          <a:bodyPr anchorCtr="0" anchor="ctr" bIns="112425" lIns="112425" spcFirstLastPara="1" rIns="112425" wrap="square" tIns="112425">
            <a:noAutofit/>
          </a:bodyPr>
          <a:lstStyle/>
          <a:p>
            <a:pPr indent="0" lvl="0" marL="0" rtl="0" algn="ctr">
              <a:spcBef>
                <a:spcPts val="0"/>
              </a:spcBef>
              <a:spcAft>
                <a:spcPts val="0"/>
              </a:spcAft>
              <a:buNone/>
            </a:pPr>
            <a:r>
              <a:t/>
            </a:r>
            <a:endParaRPr sz="1721">
              <a:latin typeface="Manjari"/>
              <a:ea typeface="Manjari"/>
              <a:cs typeface="Manjari"/>
              <a:sym typeface="Manjari"/>
            </a:endParaRPr>
          </a:p>
        </p:txBody>
      </p:sp>
      <p:sp>
        <p:nvSpPr>
          <p:cNvPr id="534" name="Google Shape;534;p60"/>
          <p:cNvSpPr txBox="1"/>
          <p:nvPr/>
        </p:nvSpPr>
        <p:spPr>
          <a:xfrm>
            <a:off x="3390150" y="896675"/>
            <a:ext cx="2363700" cy="492000"/>
          </a:xfrm>
          <a:prstGeom prst="rect">
            <a:avLst/>
          </a:prstGeom>
          <a:noFill/>
          <a:ln>
            <a:noFill/>
          </a:ln>
        </p:spPr>
        <p:txBody>
          <a:bodyPr anchorCtr="0" anchor="t" bIns="112425" lIns="112425" spcFirstLastPara="1" rIns="112425" wrap="square" tIns="112425">
            <a:spAutoFit/>
          </a:bodyPr>
          <a:lstStyle/>
          <a:p>
            <a:pPr indent="0" lvl="0" marL="0" rtl="0" algn="ctr">
              <a:spcBef>
                <a:spcPts val="0"/>
              </a:spcBef>
              <a:spcAft>
                <a:spcPts val="0"/>
              </a:spcAft>
              <a:buNone/>
            </a:pPr>
            <a:r>
              <a:rPr lang="en" sz="1721">
                <a:solidFill>
                  <a:srgbClr val="671E75"/>
                </a:solidFill>
                <a:latin typeface="Poppins"/>
                <a:ea typeface="Poppins"/>
                <a:cs typeface="Poppins"/>
                <a:sym typeface="Poppins"/>
              </a:rPr>
              <a:t>Behavior</a:t>
            </a:r>
            <a:endParaRPr sz="1721">
              <a:solidFill>
                <a:srgbClr val="671E75"/>
              </a:solidFill>
              <a:latin typeface="Poppins"/>
              <a:ea typeface="Poppins"/>
              <a:cs typeface="Poppins"/>
              <a:sym typeface="Poppins"/>
            </a:endParaRPr>
          </a:p>
        </p:txBody>
      </p:sp>
      <p:pic>
        <p:nvPicPr>
          <p:cNvPr id="535" name="Google Shape;535;p60"/>
          <p:cNvPicPr preferRelativeResize="0"/>
          <p:nvPr/>
        </p:nvPicPr>
        <p:blipFill>
          <a:blip r:embed="rId5">
            <a:alphaModFix/>
          </a:blip>
          <a:stretch>
            <a:fillRect/>
          </a:stretch>
        </p:blipFill>
        <p:spPr>
          <a:xfrm>
            <a:off x="717925" y="1347700"/>
            <a:ext cx="3656175" cy="2167750"/>
          </a:xfrm>
          <a:prstGeom prst="rect">
            <a:avLst/>
          </a:prstGeom>
          <a:noFill/>
          <a:ln>
            <a:noFill/>
          </a:ln>
        </p:spPr>
      </p:pic>
      <p:sp>
        <p:nvSpPr>
          <p:cNvPr id="536" name="Google Shape;536;p60"/>
          <p:cNvSpPr txBox="1"/>
          <p:nvPr/>
        </p:nvSpPr>
        <p:spPr>
          <a:xfrm>
            <a:off x="4571988" y="3576718"/>
            <a:ext cx="43425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671E75"/>
                </a:solidFill>
                <a:latin typeface="Roboto"/>
                <a:ea typeface="Roboto"/>
                <a:cs typeface="Roboto"/>
                <a:sym typeface="Roboto"/>
              </a:rPr>
              <a:t>Implication for Toast:</a:t>
            </a:r>
            <a:endParaRPr b="1" sz="1600">
              <a:solidFill>
                <a:srgbClr val="671E75"/>
              </a:solidFill>
              <a:latin typeface="Roboto"/>
              <a:ea typeface="Roboto"/>
              <a:cs typeface="Roboto"/>
              <a:sym typeface="Roboto"/>
            </a:endParaRPr>
          </a:p>
          <a:p>
            <a:pPr indent="-317500" lvl="0" marL="457200" rtl="0" algn="l">
              <a:spcBef>
                <a:spcPts val="0"/>
              </a:spcBef>
              <a:spcAft>
                <a:spcPts val="0"/>
              </a:spcAft>
              <a:buClr>
                <a:srgbClr val="671E75"/>
              </a:buClr>
              <a:buSzPts val="1400"/>
              <a:buFont typeface="Roboto"/>
              <a:buChar char="●"/>
            </a:pPr>
            <a:r>
              <a:rPr lang="en">
                <a:solidFill>
                  <a:srgbClr val="671E75"/>
                </a:solidFill>
                <a:latin typeface="Roboto"/>
                <a:ea typeface="Roboto"/>
                <a:cs typeface="Roboto"/>
                <a:sym typeface="Roboto"/>
              </a:rPr>
              <a:t>Reduce </a:t>
            </a:r>
            <a:r>
              <a:rPr lang="en">
                <a:solidFill>
                  <a:srgbClr val="671E75"/>
                </a:solidFill>
                <a:latin typeface="Roboto"/>
                <a:ea typeface="Roboto"/>
                <a:cs typeface="Roboto"/>
                <a:sym typeface="Roboto"/>
              </a:rPr>
              <a:t>friction</a:t>
            </a:r>
            <a:r>
              <a:rPr lang="en">
                <a:solidFill>
                  <a:srgbClr val="671E75"/>
                </a:solidFill>
                <a:latin typeface="Roboto"/>
                <a:ea typeface="Roboto"/>
                <a:cs typeface="Roboto"/>
                <a:sym typeface="Roboto"/>
              </a:rPr>
              <a:t>/decrease wait times in menu navigation, </a:t>
            </a:r>
            <a:r>
              <a:rPr lang="en">
                <a:solidFill>
                  <a:srgbClr val="671E75"/>
                </a:solidFill>
                <a:latin typeface="Roboto"/>
                <a:ea typeface="Roboto"/>
                <a:cs typeface="Roboto"/>
                <a:sym typeface="Roboto"/>
              </a:rPr>
              <a:t>customization</a:t>
            </a:r>
            <a:r>
              <a:rPr lang="en">
                <a:solidFill>
                  <a:srgbClr val="671E75"/>
                </a:solidFill>
                <a:latin typeface="Roboto"/>
                <a:ea typeface="Roboto"/>
                <a:cs typeface="Roboto"/>
                <a:sym typeface="Roboto"/>
              </a:rPr>
              <a:t>, and checkout in direct-ordering flow to </a:t>
            </a:r>
            <a:endParaRPr>
              <a:solidFill>
                <a:srgbClr val="671E75"/>
              </a:solidFill>
              <a:latin typeface="Roboto"/>
              <a:ea typeface="Roboto"/>
              <a:cs typeface="Roboto"/>
              <a:sym typeface="Roboto"/>
            </a:endParaRPr>
          </a:p>
          <a:p>
            <a:pPr indent="0" lvl="0" marL="457200" rtl="0" algn="l">
              <a:spcBef>
                <a:spcPts val="0"/>
              </a:spcBef>
              <a:spcAft>
                <a:spcPts val="0"/>
              </a:spcAft>
              <a:buNone/>
            </a:pPr>
            <a:r>
              <a:rPr lang="en">
                <a:solidFill>
                  <a:srgbClr val="671E75"/>
                </a:solidFill>
                <a:latin typeface="Roboto"/>
                <a:ea typeface="Roboto"/>
                <a:cs typeface="Roboto"/>
                <a:sym typeface="Roboto"/>
              </a:rPr>
              <a:t>capture occasional users</a:t>
            </a:r>
            <a:endParaRPr>
              <a:solidFill>
                <a:srgbClr val="671E75"/>
              </a:solidFill>
              <a:latin typeface="Roboto"/>
              <a:ea typeface="Roboto"/>
              <a:cs typeface="Roboto"/>
              <a:sym typeface="Roboto"/>
            </a:endParaRPr>
          </a:p>
        </p:txBody>
      </p:sp>
      <p:pic>
        <p:nvPicPr>
          <p:cNvPr id="537" name="Google Shape;537;p60"/>
          <p:cNvPicPr preferRelativeResize="0"/>
          <p:nvPr/>
        </p:nvPicPr>
        <p:blipFill>
          <a:blip r:embed="rId6">
            <a:alphaModFix/>
          </a:blip>
          <a:stretch>
            <a:fillRect/>
          </a:stretch>
        </p:blipFill>
        <p:spPr>
          <a:xfrm>
            <a:off x="4847300" y="1347700"/>
            <a:ext cx="3656174" cy="2167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1" name="Shape 541"/>
        <p:cNvGrpSpPr/>
        <p:nvPr/>
      </p:nvGrpSpPr>
      <p:grpSpPr>
        <a:xfrm>
          <a:off x="0" y="0"/>
          <a:ext cx="0" cy="0"/>
          <a:chOff x="0" y="0"/>
          <a:chExt cx="0" cy="0"/>
        </a:xfrm>
      </p:grpSpPr>
      <p:sp>
        <p:nvSpPr>
          <p:cNvPr id="542" name="Google Shape;542;p61"/>
          <p:cNvSpPr txBox="1"/>
          <p:nvPr/>
        </p:nvSpPr>
        <p:spPr>
          <a:xfrm>
            <a:off x="5808875" y="1241675"/>
            <a:ext cx="28437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671E75"/>
                </a:solidFill>
                <a:latin typeface="Roboto"/>
                <a:ea typeface="Roboto"/>
                <a:cs typeface="Roboto"/>
                <a:sym typeface="Roboto"/>
              </a:rPr>
              <a:t>Key takeaway:</a:t>
            </a:r>
            <a:endParaRPr b="1" sz="1600">
              <a:solidFill>
                <a:srgbClr val="671E75"/>
              </a:solidFill>
              <a:latin typeface="Roboto"/>
              <a:ea typeface="Roboto"/>
              <a:cs typeface="Roboto"/>
              <a:sym typeface="Roboto"/>
            </a:endParaRPr>
          </a:p>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A “good” experience means accurate wait times, fast navigation, and easy customization</a:t>
            </a:r>
            <a:endParaRPr sz="1600">
              <a:solidFill>
                <a:srgbClr val="671E75"/>
              </a:solidFill>
              <a:latin typeface="Roboto"/>
              <a:ea typeface="Roboto"/>
              <a:cs typeface="Roboto"/>
              <a:sym typeface="Roboto"/>
            </a:endParaRPr>
          </a:p>
          <a:p>
            <a:pPr indent="0" lvl="0" marL="457200" rtl="0" algn="l">
              <a:spcBef>
                <a:spcPts val="0"/>
              </a:spcBef>
              <a:spcAft>
                <a:spcPts val="0"/>
              </a:spcAft>
              <a:buNone/>
            </a:pPr>
            <a:r>
              <a:t/>
            </a:r>
            <a:endParaRPr sz="1600">
              <a:solidFill>
                <a:srgbClr val="671E75"/>
              </a:solidFill>
              <a:latin typeface="Roboto"/>
              <a:ea typeface="Roboto"/>
              <a:cs typeface="Roboto"/>
              <a:sym typeface="Roboto"/>
            </a:endParaRPr>
          </a:p>
          <a:p>
            <a:pPr indent="0" lvl="0" marL="0" rtl="0" algn="l">
              <a:spcBef>
                <a:spcPts val="0"/>
              </a:spcBef>
              <a:spcAft>
                <a:spcPts val="0"/>
              </a:spcAft>
              <a:buNone/>
            </a:pPr>
            <a:r>
              <a:rPr b="1" lang="en" sz="1600">
                <a:solidFill>
                  <a:srgbClr val="671E75"/>
                </a:solidFill>
                <a:latin typeface="Roboto"/>
                <a:ea typeface="Roboto"/>
                <a:cs typeface="Roboto"/>
                <a:sym typeface="Roboto"/>
              </a:rPr>
              <a:t>Implication for Toast:</a:t>
            </a:r>
            <a:endParaRPr sz="1600">
              <a:solidFill>
                <a:srgbClr val="671E75"/>
              </a:solidFill>
              <a:latin typeface="Roboto"/>
              <a:ea typeface="Roboto"/>
              <a:cs typeface="Roboto"/>
              <a:sym typeface="Roboto"/>
            </a:endParaRPr>
          </a:p>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Implement new features to streamline customer experience</a:t>
            </a:r>
            <a:endParaRPr sz="1600">
              <a:solidFill>
                <a:srgbClr val="671E75"/>
              </a:solidFill>
              <a:latin typeface="Roboto"/>
              <a:ea typeface="Roboto"/>
              <a:cs typeface="Roboto"/>
              <a:sym typeface="Roboto"/>
            </a:endParaRPr>
          </a:p>
        </p:txBody>
      </p:sp>
      <p:pic>
        <p:nvPicPr>
          <p:cNvPr id="543" name="Google Shape;543;p61" title="Screenshot 2025-12-05 at 12.31.47 PM.png"/>
          <p:cNvPicPr preferRelativeResize="0"/>
          <p:nvPr/>
        </p:nvPicPr>
        <p:blipFill>
          <a:blip r:embed="rId4">
            <a:alphaModFix/>
          </a:blip>
          <a:stretch>
            <a:fillRect/>
          </a:stretch>
        </p:blipFill>
        <p:spPr>
          <a:xfrm>
            <a:off x="8361639" y="4229320"/>
            <a:ext cx="545825" cy="572700"/>
          </a:xfrm>
          <a:prstGeom prst="rect">
            <a:avLst/>
          </a:prstGeom>
          <a:noFill/>
          <a:ln>
            <a:noFill/>
          </a:ln>
        </p:spPr>
      </p:pic>
      <p:sp>
        <p:nvSpPr>
          <p:cNvPr id="544" name="Google Shape;544;p61"/>
          <p:cNvSpPr txBox="1"/>
          <p:nvPr/>
        </p:nvSpPr>
        <p:spPr>
          <a:xfrm>
            <a:off x="285879" y="415714"/>
            <a:ext cx="7890900" cy="487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300">
                <a:solidFill>
                  <a:srgbClr val="832098"/>
                </a:solidFill>
                <a:latin typeface="Roboto"/>
                <a:ea typeface="Roboto"/>
                <a:cs typeface="Roboto"/>
                <a:sym typeface="Roboto"/>
              </a:rPr>
              <a:t>High-Level Insights: </a:t>
            </a:r>
            <a:r>
              <a:rPr b="1" lang="en" sz="2300">
                <a:solidFill>
                  <a:srgbClr val="832098"/>
                </a:solidFill>
                <a:latin typeface="Roboto"/>
                <a:ea typeface="Roboto"/>
                <a:cs typeface="Roboto"/>
                <a:sym typeface="Roboto"/>
              </a:rPr>
              <a:t>Student</a:t>
            </a:r>
            <a:r>
              <a:rPr b="1" lang="en" sz="2300">
                <a:solidFill>
                  <a:srgbClr val="832098"/>
                </a:solidFill>
                <a:latin typeface="Roboto"/>
                <a:ea typeface="Roboto"/>
                <a:cs typeface="Roboto"/>
                <a:sym typeface="Roboto"/>
              </a:rPr>
              <a:t> Ordering Behavior</a:t>
            </a:r>
            <a:endParaRPr b="1" sz="2300">
              <a:solidFill>
                <a:srgbClr val="832098"/>
              </a:solidFill>
              <a:latin typeface="Roboto"/>
              <a:ea typeface="Roboto"/>
              <a:cs typeface="Roboto"/>
              <a:sym typeface="Roboto"/>
            </a:endParaRPr>
          </a:p>
        </p:txBody>
      </p:sp>
      <p:sp>
        <p:nvSpPr>
          <p:cNvPr id="545" name="Google Shape;545;p61"/>
          <p:cNvSpPr/>
          <p:nvPr/>
        </p:nvSpPr>
        <p:spPr>
          <a:xfrm>
            <a:off x="520773" y="1189283"/>
            <a:ext cx="5088000" cy="3142500"/>
          </a:xfrm>
          <a:prstGeom prst="roundRect">
            <a:avLst>
              <a:gd fmla="val 6900" name="adj"/>
            </a:avLst>
          </a:prstGeom>
          <a:solidFill>
            <a:schemeClr val="lt2"/>
          </a:solidFill>
          <a:ln cap="flat" cmpd="sng" w="29025">
            <a:solidFill>
              <a:schemeClr val="dk2"/>
            </a:solidFill>
            <a:prstDash val="solid"/>
            <a:round/>
            <a:headEnd len="sm" w="sm" type="none"/>
            <a:tailEnd len="sm" w="sm" type="none"/>
          </a:ln>
        </p:spPr>
        <p:txBody>
          <a:bodyPr anchorCtr="0" anchor="ctr" bIns="139025" lIns="139025" spcFirstLastPara="1" rIns="139025" wrap="square" tIns="139025">
            <a:noAutofit/>
          </a:bodyPr>
          <a:lstStyle/>
          <a:p>
            <a:pPr indent="0" lvl="0" marL="0" rtl="0" algn="ctr">
              <a:spcBef>
                <a:spcPts val="0"/>
              </a:spcBef>
              <a:spcAft>
                <a:spcPts val="0"/>
              </a:spcAft>
              <a:buNone/>
            </a:pPr>
            <a:r>
              <a:t/>
            </a:r>
            <a:endParaRPr sz="2128">
              <a:latin typeface="Manjari"/>
              <a:ea typeface="Manjari"/>
              <a:cs typeface="Manjari"/>
              <a:sym typeface="Manjari"/>
            </a:endParaRPr>
          </a:p>
        </p:txBody>
      </p:sp>
      <p:pic>
        <p:nvPicPr>
          <p:cNvPr id="546" name="Google Shape;546;p61"/>
          <p:cNvPicPr preferRelativeResize="0"/>
          <p:nvPr/>
        </p:nvPicPr>
        <p:blipFill>
          <a:blip r:embed="rId5">
            <a:alphaModFix/>
          </a:blip>
          <a:stretch>
            <a:fillRect/>
          </a:stretch>
        </p:blipFill>
        <p:spPr>
          <a:xfrm>
            <a:off x="870935" y="1623841"/>
            <a:ext cx="4411188" cy="2615396"/>
          </a:xfrm>
          <a:prstGeom prst="rect">
            <a:avLst/>
          </a:prstGeom>
          <a:noFill/>
          <a:ln>
            <a:noFill/>
          </a:ln>
        </p:spPr>
      </p:pic>
      <p:sp>
        <p:nvSpPr>
          <p:cNvPr id="547" name="Google Shape;547;p61"/>
          <p:cNvSpPr txBox="1"/>
          <p:nvPr/>
        </p:nvSpPr>
        <p:spPr>
          <a:xfrm>
            <a:off x="1735076" y="1117857"/>
            <a:ext cx="2682900" cy="593100"/>
          </a:xfrm>
          <a:prstGeom prst="rect">
            <a:avLst/>
          </a:prstGeom>
          <a:noFill/>
          <a:ln>
            <a:noFill/>
          </a:ln>
        </p:spPr>
        <p:txBody>
          <a:bodyPr anchorCtr="0" anchor="t" bIns="139025" lIns="139025" spcFirstLastPara="1" rIns="139025" wrap="square" tIns="139025">
            <a:spAutoFit/>
          </a:bodyPr>
          <a:lstStyle/>
          <a:p>
            <a:pPr indent="0" lvl="0" marL="0" rtl="0" algn="ctr">
              <a:spcBef>
                <a:spcPts val="0"/>
              </a:spcBef>
              <a:spcAft>
                <a:spcPts val="0"/>
              </a:spcAft>
              <a:buNone/>
            </a:pPr>
            <a:r>
              <a:rPr lang="en" sz="2028">
                <a:solidFill>
                  <a:srgbClr val="671E75"/>
                </a:solidFill>
                <a:latin typeface="Poppins"/>
                <a:ea typeface="Poppins"/>
                <a:cs typeface="Poppins"/>
                <a:sym typeface="Poppins"/>
              </a:rPr>
              <a:t>Decision Drivers</a:t>
            </a:r>
            <a:endParaRPr sz="2028">
              <a:solidFill>
                <a:srgbClr val="671E75"/>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1" name="Shape 551"/>
        <p:cNvGrpSpPr/>
        <p:nvPr/>
      </p:nvGrpSpPr>
      <p:grpSpPr>
        <a:xfrm>
          <a:off x="0" y="0"/>
          <a:ext cx="0" cy="0"/>
          <a:chOff x="0" y="0"/>
          <a:chExt cx="0" cy="0"/>
        </a:xfrm>
      </p:grpSpPr>
      <p:sp>
        <p:nvSpPr>
          <p:cNvPr id="552" name="Google Shape;552;p62"/>
          <p:cNvSpPr txBox="1"/>
          <p:nvPr/>
        </p:nvSpPr>
        <p:spPr>
          <a:xfrm>
            <a:off x="5842075" y="1418225"/>
            <a:ext cx="28104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671E75"/>
                </a:solidFill>
                <a:latin typeface="Roboto"/>
                <a:ea typeface="Roboto"/>
                <a:cs typeface="Roboto"/>
                <a:sym typeface="Roboto"/>
              </a:rPr>
              <a:t>Key takeaway:</a:t>
            </a:r>
            <a:endParaRPr b="1" sz="1600">
              <a:solidFill>
                <a:srgbClr val="671E75"/>
              </a:solidFill>
              <a:latin typeface="Roboto"/>
              <a:ea typeface="Roboto"/>
              <a:cs typeface="Roboto"/>
              <a:sym typeface="Roboto"/>
            </a:endParaRPr>
          </a:p>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Students want to see the full cost clearly</a:t>
            </a:r>
            <a:endParaRPr sz="1600">
              <a:solidFill>
                <a:srgbClr val="671E75"/>
              </a:solidFill>
              <a:latin typeface="Roboto"/>
              <a:ea typeface="Roboto"/>
              <a:cs typeface="Roboto"/>
              <a:sym typeface="Roboto"/>
            </a:endParaRPr>
          </a:p>
          <a:p>
            <a:pPr indent="0" lvl="0" marL="457200" rtl="0" algn="l">
              <a:spcBef>
                <a:spcPts val="0"/>
              </a:spcBef>
              <a:spcAft>
                <a:spcPts val="0"/>
              </a:spcAft>
              <a:buNone/>
            </a:pPr>
            <a:r>
              <a:t/>
            </a:r>
            <a:endParaRPr sz="1600">
              <a:solidFill>
                <a:srgbClr val="671E75"/>
              </a:solidFill>
              <a:latin typeface="Roboto"/>
              <a:ea typeface="Roboto"/>
              <a:cs typeface="Roboto"/>
              <a:sym typeface="Roboto"/>
            </a:endParaRPr>
          </a:p>
          <a:p>
            <a:pPr indent="0" lvl="0" marL="0" rtl="0" algn="l">
              <a:spcBef>
                <a:spcPts val="0"/>
              </a:spcBef>
              <a:spcAft>
                <a:spcPts val="0"/>
              </a:spcAft>
              <a:buNone/>
            </a:pPr>
            <a:r>
              <a:rPr b="1" lang="en" sz="1600">
                <a:solidFill>
                  <a:srgbClr val="671E75"/>
                </a:solidFill>
                <a:latin typeface="Roboto"/>
                <a:ea typeface="Roboto"/>
                <a:cs typeface="Roboto"/>
                <a:sym typeface="Roboto"/>
              </a:rPr>
              <a:t>Implication for Toast:</a:t>
            </a:r>
            <a:endParaRPr b="1" sz="1600">
              <a:solidFill>
                <a:srgbClr val="671E75"/>
              </a:solidFill>
              <a:latin typeface="Roboto"/>
              <a:ea typeface="Roboto"/>
              <a:cs typeface="Roboto"/>
              <a:sym typeface="Roboto"/>
            </a:endParaRPr>
          </a:p>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Show fees and total upfront to reduce cart abandonment</a:t>
            </a:r>
            <a:endParaRPr sz="1600">
              <a:solidFill>
                <a:srgbClr val="671E75"/>
              </a:solidFill>
              <a:latin typeface="Roboto"/>
              <a:ea typeface="Roboto"/>
              <a:cs typeface="Roboto"/>
              <a:sym typeface="Roboto"/>
            </a:endParaRPr>
          </a:p>
        </p:txBody>
      </p:sp>
      <p:pic>
        <p:nvPicPr>
          <p:cNvPr id="553" name="Google Shape;553;p62" title="Screenshot 2025-12-05 at 12.31.47 PM.png"/>
          <p:cNvPicPr preferRelativeResize="0"/>
          <p:nvPr/>
        </p:nvPicPr>
        <p:blipFill>
          <a:blip r:embed="rId4">
            <a:alphaModFix/>
          </a:blip>
          <a:stretch>
            <a:fillRect/>
          </a:stretch>
        </p:blipFill>
        <p:spPr>
          <a:xfrm>
            <a:off x="8361639" y="4229320"/>
            <a:ext cx="545825" cy="572700"/>
          </a:xfrm>
          <a:prstGeom prst="rect">
            <a:avLst/>
          </a:prstGeom>
          <a:noFill/>
          <a:ln>
            <a:noFill/>
          </a:ln>
        </p:spPr>
      </p:pic>
      <p:sp>
        <p:nvSpPr>
          <p:cNvPr id="554" name="Google Shape;554;p62"/>
          <p:cNvSpPr txBox="1"/>
          <p:nvPr/>
        </p:nvSpPr>
        <p:spPr>
          <a:xfrm>
            <a:off x="285879" y="415714"/>
            <a:ext cx="7890900" cy="487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300">
                <a:solidFill>
                  <a:srgbClr val="832098"/>
                </a:solidFill>
                <a:latin typeface="Roboto"/>
                <a:ea typeface="Roboto"/>
                <a:cs typeface="Roboto"/>
                <a:sym typeface="Roboto"/>
              </a:rPr>
              <a:t>High-Level Insights: </a:t>
            </a:r>
            <a:r>
              <a:rPr b="1" lang="en" sz="2300">
                <a:solidFill>
                  <a:srgbClr val="832098"/>
                </a:solidFill>
                <a:latin typeface="Roboto"/>
                <a:ea typeface="Roboto"/>
                <a:cs typeface="Roboto"/>
                <a:sym typeface="Roboto"/>
              </a:rPr>
              <a:t>Student</a:t>
            </a:r>
            <a:r>
              <a:rPr b="1" lang="en" sz="2300">
                <a:solidFill>
                  <a:srgbClr val="832098"/>
                </a:solidFill>
                <a:latin typeface="Roboto"/>
                <a:ea typeface="Roboto"/>
                <a:cs typeface="Roboto"/>
                <a:sym typeface="Roboto"/>
              </a:rPr>
              <a:t> Ordering </a:t>
            </a:r>
            <a:r>
              <a:rPr b="1" lang="en" sz="2300">
                <a:solidFill>
                  <a:srgbClr val="832098"/>
                </a:solidFill>
                <a:latin typeface="Roboto"/>
                <a:ea typeface="Roboto"/>
                <a:cs typeface="Roboto"/>
                <a:sym typeface="Roboto"/>
              </a:rPr>
              <a:t>Behavior</a:t>
            </a:r>
            <a:endParaRPr b="1" sz="2300">
              <a:solidFill>
                <a:srgbClr val="832098"/>
              </a:solidFill>
              <a:latin typeface="Roboto"/>
              <a:ea typeface="Roboto"/>
              <a:cs typeface="Roboto"/>
              <a:sym typeface="Roboto"/>
            </a:endParaRPr>
          </a:p>
        </p:txBody>
      </p:sp>
      <p:sp>
        <p:nvSpPr>
          <p:cNvPr id="555" name="Google Shape;555;p62"/>
          <p:cNvSpPr/>
          <p:nvPr/>
        </p:nvSpPr>
        <p:spPr>
          <a:xfrm>
            <a:off x="490642" y="1186813"/>
            <a:ext cx="5118000" cy="3164100"/>
          </a:xfrm>
          <a:prstGeom prst="roundRect">
            <a:avLst>
              <a:gd fmla="val 6675" name="adj"/>
            </a:avLst>
          </a:prstGeom>
          <a:solidFill>
            <a:schemeClr val="lt2"/>
          </a:solidFill>
          <a:ln cap="flat" cmpd="sng" w="29850">
            <a:solidFill>
              <a:schemeClr val="dk2"/>
            </a:solidFill>
            <a:prstDash val="solid"/>
            <a:round/>
            <a:headEnd len="sm" w="sm" type="none"/>
            <a:tailEnd len="sm" w="sm" type="none"/>
          </a:ln>
        </p:spPr>
        <p:txBody>
          <a:bodyPr anchorCtr="0" anchor="ctr" bIns="143125" lIns="143125" spcFirstLastPara="1" rIns="143125" wrap="square" tIns="143125">
            <a:noAutofit/>
          </a:bodyPr>
          <a:lstStyle/>
          <a:p>
            <a:pPr indent="0" lvl="0" marL="0" rtl="0" algn="ctr">
              <a:spcBef>
                <a:spcPts val="0"/>
              </a:spcBef>
              <a:spcAft>
                <a:spcPts val="0"/>
              </a:spcAft>
              <a:buNone/>
            </a:pPr>
            <a:r>
              <a:t/>
            </a:r>
            <a:endParaRPr sz="2191">
              <a:latin typeface="Manjari"/>
              <a:ea typeface="Manjari"/>
              <a:cs typeface="Manjari"/>
              <a:sym typeface="Manjari"/>
            </a:endParaRPr>
          </a:p>
        </p:txBody>
      </p:sp>
      <p:pic>
        <p:nvPicPr>
          <p:cNvPr id="556" name="Google Shape;556;p62"/>
          <p:cNvPicPr preferRelativeResize="0"/>
          <p:nvPr/>
        </p:nvPicPr>
        <p:blipFill>
          <a:blip r:embed="rId5">
            <a:alphaModFix/>
          </a:blip>
          <a:stretch>
            <a:fillRect/>
          </a:stretch>
        </p:blipFill>
        <p:spPr>
          <a:xfrm>
            <a:off x="844826" y="1626716"/>
            <a:ext cx="4433963" cy="2636106"/>
          </a:xfrm>
          <a:prstGeom prst="rect">
            <a:avLst/>
          </a:prstGeom>
          <a:noFill/>
          <a:ln>
            <a:noFill/>
          </a:ln>
        </p:spPr>
      </p:pic>
      <p:sp>
        <p:nvSpPr>
          <p:cNvPr id="557" name="Google Shape;557;p62"/>
          <p:cNvSpPr txBox="1"/>
          <p:nvPr/>
        </p:nvSpPr>
        <p:spPr>
          <a:xfrm>
            <a:off x="1973936" y="1090729"/>
            <a:ext cx="2151300" cy="626400"/>
          </a:xfrm>
          <a:prstGeom prst="rect">
            <a:avLst/>
          </a:prstGeom>
          <a:noFill/>
          <a:ln>
            <a:noFill/>
          </a:ln>
        </p:spPr>
        <p:txBody>
          <a:bodyPr anchorCtr="0" anchor="t" bIns="143125" lIns="143125" spcFirstLastPara="1" rIns="143125" wrap="square" tIns="143125">
            <a:spAutoFit/>
          </a:bodyPr>
          <a:lstStyle/>
          <a:p>
            <a:pPr indent="0" lvl="0" marL="0" rtl="0" algn="l">
              <a:spcBef>
                <a:spcPts val="0"/>
              </a:spcBef>
              <a:spcAft>
                <a:spcPts val="0"/>
              </a:spcAft>
              <a:buNone/>
            </a:pPr>
            <a:r>
              <a:rPr lang="en" sz="2191">
                <a:solidFill>
                  <a:srgbClr val="671E75"/>
                </a:solidFill>
                <a:latin typeface="Manjari"/>
                <a:ea typeface="Manjari"/>
                <a:cs typeface="Manjari"/>
                <a:sym typeface="Manjari"/>
              </a:rPr>
              <a:t>Pricing Friction</a:t>
            </a:r>
            <a:endParaRPr sz="2191">
              <a:solidFill>
                <a:srgbClr val="671E75"/>
              </a:solidFill>
              <a:latin typeface="Manjari"/>
              <a:ea typeface="Manjari"/>
              <a:cs typeface="Manjari"/>
              <a:sym typeface="Manja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3"/>
          <p:cNvSpPr txBox="1"/>
          <p:nvPr/>
        </p:nvSpPr>
        <p:spPr>
          <a:xfrm>
            <a:off x="285875" y="1079075"/>
            <a:ext cx="3867000" cy="2642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671E75"/>
              </a:buClr>
              <a:buSzPts val="1500"/>
              <a:buFont typeface="Roboto"/>
              <a:buChar char="●"/>
            </a:pPr>
            <a:r>
              <a:rPr lang="en" sz="1500">
                <a:solidFill>
                  <a:srgbClr val="671E75"/>
                </a:solidFill>
                <a:latin typeface="Roboto"/>
                <a:ea typeface="Roboto"/>
                <a:cs typeface="Roboto"/>
                <a:sym typeface="Roboto"/>
              </a:rPr>
              <a:t>As orders per week rise, the “Very important” segment grows and “Not important” shrinks.</a:t>
            </a:r>
            <a:endParaRPr sz="1500">
              <a:solidFill>
                <a:srgbClr val="671E75"/>
              </a:solidFill>
              <a:latin typeface="Roboto"/>
              <a:ea typeface="Roboto"/>
              <a:cs typeface="Roboto"/>
              <a:sym typeface="Roboto"/>
            </a:endParaRPr>
          </a:p>
          <a:p>
            <a:pPr indent="0" lvl="0" marL="457200" rtl="0" algn="l">
              <a:spcBef>
                <a:spcPts val="0"/>
              </a:spcBef>
              <a:spcAft>
                <a:spcPts val="0"/>
              </a:spcAft>
              <a:buNone/>
            </a:pPr>
            <a:r>
              <a:t/>
            </a:r>
            <a:endParaRPr sz="800">
              <a:solidFill>
                <a:srgbClr val="671E75"/>
              </a:solidFill>
              <a:latin typeface="Roboto"/>
              <a:ea typeface="Roboto"/>
              <a:cs typeface="Roboto"/>
              <a:sym typeface="Roboto"/>
            </a:endParaRPr>
          </a:p>
          <a:p>
            <a:pPr indent="-323850" lvl="0" marL="457200" rtl="0" algn="l">
              <a:spcBef>
                <a:spcPts val="0"/>
              </a:spcBef>
              <a:spcAft>
                <a:spcPts val="0"/>
              </a:spcAft>
              <a:buClr>
                <a:srgbClr val="671E75"/>
              </a:buClr>
              <a:buSzPts val="1500"/>
              <a:buFont typeface="Roboto"/>
              <a:buChar char="●"/>
            </a:pPr>
            <a:r>
              <a:rPr lang="en" sz="1500">
                <a:solidFill>
                  <a:srgbClr val="671E75"/>
                </a:solidFill>
                <a:latin typeface="Roboto"/>
                <a:ea typeface="Roboto"/>
                <a:cs typeface="Roboto"/>
                <a:sym typeface="Roboto"/>
              </a:rPr>
              <a:t>As students order more often, they become much more demanding about post‑order reliability—accurate ETAs, real‑time updates, and clear receipts. </a:t>
            </a:r>
            <a:endParaRPr sz="1500">
              <a:solidFill>
                <a:srgbClr val="671E75"/>
              </a:solidFill>
              <a:latin typeface="Roboto"/>
              <a:ea typeface="Roboto"/>
              <a:cs typeface="Roboto"/>
              <a:sym typeface="Roboto"/>
            </a:endParaRPr>
          </a:p>
        </p:txBody>
      </p:sp>
      <p:pic>
        <p:nvPicPr>
          <p:cNvPr id="563" name="Google Shape;563;p63"/>
          <p:cNvPicPr preferRelativeResize="0"/>
          <p:nvPr/>
        </p:nvPicPr>
        <p:blipFill rotWithShape="1">
          <a:blip r:embed="rId4">
            <a:alphaModFix/>
          </a:blip>
          <a:srcRect b="39654" l="13786" r="0" t="0"/>
          <a:stretch/>
        </p:blipFill>
        <p:spPr>
          <a:xfrm>
            <a:off x="0" y="-855475"/>
            <a:ext cx="9144000" cy="1168025"/>
          </a:xfrm>
          <a:prstGeom prst="rect">
            <a:avLst/>
          </a:prstGeom>
          <a:noFill/>
          <a:ln>
            <a:noFill/>
          </a:ln>
        </p:spPr>
      </p:pic>
      <p:pic>
        <p:nvPicPr>
          <p:cNvPr id="564" name="Google Shape;564;p63"/>
          <p:cNvPicPr preferRelativeResize="0"/>
          <p:nvPr/>
        </p:nvPicPr>
        <p:blipFill>
          <a:blip r:embed="rId5">
            <a:alphaModFix/>
          </a:blip>
          <a:stretch>
            <a:fillRect/>
          </a:stretch>
        </p:blipFill>
        <p:spPr>
          <a:xfrm>
            <a:off x="4272372" y="1210400"/>
            <a:ext cx="4479099" cy="2985327"/>
          </a:xfrm>
          <a:prstGeom prst="rect">
            <a:avLst/>
          </a:prstGeom>
          <a:noFill/>
          <a:ln cap="flat" cmpd="sng" w="9525">
            <a:solidFill>
              <a:srgbClr val="525252"/>
            </a:solidFill>
            <a:prstDash val="solid"/>
            <a:round/>
            <a:headEnd len="sm" w="sm" type="none"/>
            <a:tailEnd len="sm" w="sm" type="none"/>
          </a:ln>
        </p:spPr>
      </p:pic>
      <p:sp>
        <p:nvSpPr>
          <p:cNvPr id="565" name="Google Shape;565;p63"/>
          <p:cNvSpPr txBox="1"/>
          <p:nvPr/>
        </p:nvSpPr>
        <p:spPr>
          <a:xfrm>
            <a:off x="285878" y="535766"/>
            <a:ext cx="6572100" cy="487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300">
                <a:solidFill>
                  <a:srgbClr val="832098"/>
                </a:solidFill>
                <a:latin typeface="Roboto"/>
                <a:ea typeface="Roboto"/>
                <a:cs typeface="Roboto"/>
                <a:sym typeface="Roboto"/>
              </a:rPr>
              <a:t>Feature Importance</a:t>
            </a:r>
            <a:r>
              <a:rPr b="1" lang="en" sz="2300">
                <a:solidFill>
                  <a:srgbClr val="832098"/>
                </a:solidFill>
                <a:latin typeface="Roboto"/>
                <a:ea typeface="Roboto"/>
                <a:cs typeface="Roboto"/>
                <a:sym typeface="Roboto"/>
              </a:rPr>
              <a:t> increase with Frequency</a:t>
            </a:r>
            <a:endParaRPr b="1" sz="2300">
              <a:solidFill>
                <a:srgbClr val="832098"/>
              </a:solidFill>
              <a:latin typeface="Roboto"/>
              <a:ea typeface="Roboto"/>
              <a:cs typeface="Roboto"/>
              <a:sym typeface="Roboto"/>
            </a:endParaRPr>
          </a:p>
        </p:txBody>
      </p:sp>
      <p:sp>
        <p:nvSpPr>
          <p:cNvPr id="566" name="Google Shape;566;p63"/>
          <p:cNvSpPr/>
          <p:nvPr/>
        </p:nvSpPr>
        <p:spPr>
          <a:xfrm>
            <a:off x="850350" y="3302125"/>
            <a:ext cx="2937300" cy="1104300"/>
          </a:xfrm>
          <a:prstGeom prst="roundRect">
            <a:avLst>
              <a:gd fmla="val 19038" name="adj"/>
            </a:avLst>
          </a:prstGeom>
          <a:solidFill>
            <a:srgbClr val="B95FB7"/>
          </a:solidFill>
          <a:ln cap="flat" cmpd="sng" w="9100">
            <a:solidFill>
              <a:srgbClr val="BBA6F0"/>
            </a:solidFill>
            <a:prstDash val="solid"/>
            <a:round/>
            <a:headEnd len="sm" w="sm" type="none"/>
            <a:tailEnd len="sm" w="sm" type="none"/>
          </a:ln>
        </p:spPr>
        <p:txBody>
          <a:bodyPr anchorCtr="0" anchor="ctr" bIns="87250" lIns="87250" spcFirstLastPara="1" rIns="87250" wrap="square" tIns="87250">
            <a:noAutofit/>
          </a:bodyPr>
          <a:lstStyle/>
          <a:p>
            <a:pPr indent="0" lvl="0" marL="0" rtl="0" algn="ctr">
              <a:spcBef>
                <a:spcPts val="0"/>
              </a:spcBef>
              <a:spcAft>
                <a:spcPts val="0"/>
              </a:spcAft>
              <a:buNone/>
            </a:pPr>
            <a:r>
              <a:t/>
            </a:r>
            <a:endParaRPr sz="1336">
              <a:latin typeface="Roboto"/>
              <a:ea typeface="Roboto"/>
              <a:cs typeface="Roboto"/>
              <a:sym typeface="Roboto"/>
            </a:endParaRPr>
          </a:p>
        </p:txBody>
      </p:sp>
      <p:sp>
        <p:nvSpPr>
          <p:cNvPr id="567" name="Google Shape;567;p63"/>
          <p:cNvSpPr txBox="1"/>
          <p:nvPr/>
        </p:nvSpPr>
        <p:spPr>
          <a:xfrm>
            <a:off x="850350" y="3302000"/>
            <a:ext cx="2937300" cy="1104300"/>
          </a:xfrm>
          <a:prstGeom prst="rect">
            <a:avLst/>
          </a:prstGeom>
          <a:noFill/>
          <a:ln>
            <a:noFill/>
          </a:ln>
        </p:spPr>
        <p:txBody>
          <a:bodyPr anchorCtr="0" anchor="ctr" bIns="87250" lIns="87250" spcFirstLastPara="1" rIns="87250" wrap="square" tIns="87250">
            <a:noAutofit/>
          </a:bodyPr>
          <a:lstStyle/>
          <a:p>
            <a:pPr indent="0" lvl="0" marL="436357" rtl="0" algn="ctr">
              <a:spcBef>
                <a:spcPts val="0"/>
              </a:spcBef>
              <a:spcAft>
                <a:spcPts val="0"/>
              </a:spcAft>
              <a:buNone/>
            </a:pPr>
            <a:r>
              <a:t/>
            </a:r>
            <a:endParaRPr sz="1336">
              <a:solidFill>
                <a:schemeClr val="dk1"/>
              </a:solidFill>
              <a:latin typeface="Roboto"/>
              <a:ea typeface="Roboto"/>
              <a:cs typeface="Roboto"/>
              <a:sym typeface="Roboto"/>
            </a:endParaRPr>
          </a:p>
          <a:p>
            <a:pPr indent="0" lvl="0" marL="0" rtl="0" algn="ctr">
              <a:spcBef>
                <a:spcPts val="0"/>
              </a:spcBef>
              <a:spcAft>
                <a:spcPts val="0"/>
              </a:spcAft>
              <a:buNone/>
            </a:pPr>
            <a:r>
              <a:rPr lang="en" sz="1300">
                <a:solidFill>
                  <a:schemeClr val="dk1"/>
                </a:solidFill>
                <a:latin typeface="Poppins"/>
                <a:ea typeface="Poppins"/>
                <a:cs typeface="Poppins"/>
                <a:sym typeface="Poppins"/>
              </a:rPr>
              <a:t>Toast can differentiate by positioning itself as the “trustworthy operations </a:t>
            </a:r>
            <a:r>
              <a:rPr lang="en" sz="1300">
                <a:solidFill>
                  <a:schemeClr val="dk1"/>
                </a:solidFill>
                <a:latin typeface="Poppins"/>
                <a:ea typeface="Poppins"/>
                <a:cs typeface="Poppins"/>
                <a:sym typeface="Poppins"/>
              </a:rPr>
              <a:t>layer</a:t>
            </a:r>
            <a:r>
              <a:rPr lang="en" sz="1300">
                <a:solidFill>
                  <a:schemeClr val="dk1"/>
                </a:solidFill>
                <a:latin typeface="Poppins"/>
                <a:ea typeface="Poppins"/>
                <a:cs typeface="Poppins"/>
                <a:sym typeface="Poppins"/>
              </a:rPr>
              <a:t>” </a:t>
            </a:r>
            <a:r>
              <a:rPr lang="en" sz="1300">
                <a:solidFill>
                  <a:schemeClr val="dk1"/>
                </a:solidFill>
                <a:latin typeface="Poppins"/>
                <a:ea typeface="Poppins"/>
                <a:cs typeface="Poppins"/>
                <a:sym typeface="Poppins"/>
              </a:rPr>
              <a:t>by handling post‑order </a:t>
            </a:r>
            <a:r>
              <a:rPr lang="en" sz="1300">
                <a:solidFill>
                  <a:schemeClr val="dk1"/>
                </a:solidFill>
                <a:latin typeface="Poppins"/>
                <a:ea typeface="Poppins"/>
                <a:cs typeface="Poppins"/>
                <a:sym typeface="Poppins"/>
              </a:rPr>
              <a:t>operations</a:t>
            </a:r>
            <a:r>
              <a:rPr lang="en" sz="1300">
                <a:solidFill>
                  <a:schemeClr val="dk1"/>
                </a:solidFill>
                <a:latin typeface="Poppins"/>
                <a:ea typeface="Poppins"/>
                <a:cs typeface="Poppins"/>
                <a:sym typeface="Poppins"/>
              </a:rPr>
              <a:t> </a:t>
            </a:r>
            <a:endParaRPr sz="1300">
              <a:solidFill>
                <a:schemeClr val="dk1"/>
              </a:solidFill>
              <a:latin typeface="Poppins"/>
              <a:ea typeface="Poppins"/>
              <a:cs typeface="Poppins"/>
              <a:sym typeface="Poppins"/>
            </a:endParaRPr>
          </a:p>
          <a:p>
            <a:pPr indent="0" lvl="0" marL="0" rtl="0" algn="ctr">
              <a:lnSpc>
                <a:spcPct val="115000"/>
              </a:lnSpc>
              <a:spcBef>
                <a:spcPts val="0"/>
              </a:spcBef>
              <a:spcAft>
                <a:spcPts val="0"/>
              </a:spcAft>
              <a:buNone/>
            </a:pPr>
            <a:r>
              <a:t/>
            </a:r>
            <a:endParaRPr sz="1432">
              <a:solidFill>
                <a:srgbClr val="FFFFFF"/>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64"/>
          <p:cNvSpPr txBox="1"/>
          <p:nvPr/>
        </p:nvSpPr>
        <p:spPr>
          <a:xfrm>
            <a:off x="285878" y="546810"/>
            <a:ext cx="6572100" cy="487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300">
                <a:solidFill>
                  <a:srgbClr val="832098"/>
                </a:solidFill>
                <a:latin typeface="Roboto"/>
                <a:ea typeface="Roboto"/>
                <a:cs typeface="Roboto"/>
                <a:sym typeface="Roboto"/>
              </a:rPr>
              <a:t>Student-only discounts as the strongest lever</a:t>
            </a:r>
            <a:endParaRPr b="1" sz="2300">
              <a:solidFill>
                <a:srgbClr val="832098"/>
              </a:solidFill>
              <a:latin typeface="Roboto"/>
              <a:ea typeface="Roboto"/>
              <a:cs typeface="Roboto"/>
              <a:sym typeface="Roboto"/>
            </a:endParaRPr>
          </a:p>
        </p:txBody>
      </p:sp>
      <p:sp>
        <p:nvSpPr>
          <p:cNvPr id="573" name="Google Shape;573;p64"/>
          <p:cNvSpPr txBox="1"/>
          <p:nvPr/>
        </p:nvSpPr>
        <p:spPr>
          <a:xfrm>
            <a:off x="285875" y="1079075"/>
            <a:ext cx="3867000" cy="18144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671E75"/>
              </a:buClr>
              <a:buSzPts val="1500"/>
              <a:buFont typeface="Roboto"/>
              <a:buChar char="●"/>
            </a:pPr>
            <a:r>
              <a:rPr lang="en" sz="1500">
                <a:solidFill>
                  <a:srgbClr val="671E75"/>
                </a:solidFill>
                <a:latin typeface="Roboto"/>
                <a:ea typeface="Roboto"/>
                <a:cs typeface="Roboto"/>
                <a:sym typeface="Roboto"/>
              </a:rPr>
              <a:t>Students mention student-discounts the most</a:t>
            </a:r>
            <a:r>
              <a:rPr lang="en" sz="1500">
                <a:solidFill>
                  <a:srgbClr val="671E75"/>
                </a:solidFill>
                <a:latin typeface="Roboto"/>
                <a:ea typeface="Roboto"/>
                <a:cs typeface="Roboto"/>
                <a:sym typeface="Roboto"/>
              </a:rPr>
              <a:t> across the </a:t>
            </a:r>
            <a:r>
              <a:rPr lang="en" sz="1500">
                <a:solidFill>
                  <a:srgbClr val="671E75"/>
                </a:solidFill>
                <a:latin typeface="Roboto"/>
                <a:ea typeface="Roboto"/>
                <a:cs typeface="Roboto"/>
                <a:sym typeface="Roboto"/>
              </a:rPr>
              <a:t>survey</a:t>
            </a:r>
            <a:r>
              <a:rPr lang="en" sz="1500">
                <a:solidFill>
                  <a:srgbClr val="671E75"/>
                </a:solidFill>
                <a:latin typeface="Roboto"/>
                <a:ea typeface="Roboto"/>
                <a:cs typeface="Roboto"/>
                <a:sym typeface="Roboto"/>
              </a:rPr>
              <a:t> when discussing their ordering preferences. </a:t>
            </a:r>
            <a:endParaRPr sz="1500">
              <a:solidFill>
                <a:srgbClr val="671E75"/>
              </a:solidFill>
              <a:latin typeface="Roboto"/>
              <a:ea typeface="Roboto"/>
              <a:cs typeface="Roboto"/>
              <a:sym typeface="Roboto"/>
            </a:endParaRPr>
          </a:p>
          <a:p>
            <a:pPr indent="0" lvl="0" marL="457200" rtl="0" algn="l">
              <a:spcBef>
                <a:spcPts val="0"/>
              </a:spcBef>
              <a:spcAft>
                <a:spcPts val="0"/>
              </a:spcAft>
              <a:buNone/>
            </a:pPr>
            <a:r>
              <a:t/>
            </a:r>
            <a:endParaRPr sz="1500">
              <a:solidFill>
                <a:srgbClr val="671E75"/>
              </a:solidFill>
              <a:latin typeface="Roboto"/>
              <a:ea typeface="Roboto"/>
              <a:cs typeface="Roboto"/>
              <a:sym typeface="Roboto"/>
            </a:endParaRPr>
          </a:p>
          <a:p>
            <a:pPr indent="-323850" lvl="0" marL="457200" rtl="0" algn="l">
              <a:spcBef>
                <a:spcPts val="0"/>
              </a:spcBef>
              <a:spcAft>
                <a:spcPts val="0"/>
              </a:spcAft>
              <a:buClr>
                <a:srgbClr val="671E75"/>
              </a:buClr>
              <a:buSzPts val="1500"/>
              <a:buFont typeface="Roboto"/>
              <a:buChar char="●"/>
            </a:pPr>
            <a:r>
              <a:rPr lang="en" sz="1500">
                <a:solidFill>
                  <a:srgbClr val="671E75"/>
                </a:solidFill>
                <a:latin typeface="Roboto"/>
                <a:ea typeface="Roboto"/>
                <a:cs typeface="Roboto"/>
                <a:sym typeface="Roboto"/>
              </a:rPr>
              <a:t>Other features like menu filters and split payments are less important than pricing.</a:t>
            </a:r>
            <a:endParaRPr sz="1500">
              <a:solidFill>
                <a:srgbClr val="671E75"/>
              </a:solidFill>
              <a:latin typeface="Roboto"/>
              <a:ea typeface="Roboto"/>
              <a:cs typeface="Roboto"/>
              <a:sym typeface="Roboto"/>
            </a:endParaRPr>
          </a:p>
        </p:txBody>
      </p:sp>
      <p:pic>
        <p:nvPicPr>
          <p:cNvPr id="574" name="Google Shape;574;p64"/>
          <p:cNvPicPr preferRelativeResize="0"/>
          <p:nvPr/>
        </p:nvPicPr>
        <p:blipFill rotWithShape="1">
          <a:blip r:embed="rId4">
            <a:alphaModFix/>
          </a:blip>
          <a:srcRect b="39654" l="13786" r="0" t="0"/>
          <a:stretch/>
        </p:blipFill>
        <p:spPr>
          <a:xfrm>
            <a:off x="0" y="-855475"/>
            <a:ext cx="9144000" cy="1168025"/>
          </a:xfrm>
          <a:prstGeom prst="rect">
            <a:avLst/>
          </a:prstGeom>
          <a:noFill/>
          <a:ln>
            <a:noFill/>
          </a:ln>
        </p:spPr>
      </p:pic>
      <p:pic>
        <p:nvPicPr>
          <p:cNvPr id="575" name="Google Shape;575;p64"/>
          <p:cNvPicPr preferRelativeResize="0"/>
          <p:nvPr/>
        </p:nvPicPr>
        <p:blipFill>
          <a:blip r:embed="rId5">
            <a:alphaModFix/>
          </a:blip>
          <a:stretch>
            <a:fillRect/>
          </a:stretch>
        </p:blipFill>
        <p:spPr>
          <a:xfrm>
            <a:off x="4266111" y="1210400"/>
            <a:ext cx="4452623" cy="2967677"/>
          </a:xfrm>
          <a:prstGeom prst="rect">
            <a:avLst/>
          </a:prstGeom>
          <a:noFill/>
          <a:ln cap="flat" cmpd="sng" w="9525">
            <a:solidFill>
              <a:srgbClr val="525252"/>
            </a:solidFill>
            <a:prstDash val="solid"/>
            <a:round/>
            <a:headEnd len="sm" w="sm" type="none"/>
            <a:tailEnd len="sm" w="sm" type="none"/>
          </a:ln>
        </p:spPr>
      </p:pic>
      <p:sp>
        <p:nvSpPr>
          <p:cNvPr id="576" name="Google Shape;576;p64"/>
          <p:cNvSpPr/>
          <p:nvPr/>
        </p:nvSpPr>
        <p:spPr>
          <a:xfrm>
            <a:off x="850350" y="3012553"/>
            <a:ext cx="2937300" cy="1167900"/>
          </a:xfrm>
          <a:prstGeom prst="roundRect">
            <a:avLst>
              <a:gd fmla="val 19856" name="adj"/>
            </a:avLst>
          </a:prstGeom>
          <a:solidFill>
            <a:srgbClr val="B95FB7"/>
          </a:solidFill>
          <a:ln cap="flat" cmpd="sng" w="9525">
            <a:solidFill>
              <a:srgbClr val="BBA6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7" name="Google Shape;577;p64"/>
          <p:cNvSpPr txBox="1"/>
          <p:nvPr/>
        </p:nvSpPr>
        <p:spPr>
          <a:xfrm>
            <a:off x="850350" y="3081128"/>
            <a:ext cx="2937300" cy="1069800"/>
          </a:xfrm>
          <a:prstGeom prst="rect">
            <a:avLst/>
          </a:prstGeom>
          <a:noFill/>
          <a:ln>
            <a:noFill/>
          </a:ln>
        </p:spPr>
        <p:txBody>
          <a:bodyPr anchorCtr="0" anchor="ctr" bIns="91425" lIns="91425" spcFirstLastPara="1" rIns="91425" wrap="square" tIns="91425">
            <a:noAutofit/>
          </a:bodyPr>
          <a:lstStyle/>
          <a:p>
            <a:pPr indent="0" lvl="0" marL="457200" rtl="0" algn="ctr">
              <a:spcBef>
                <a:spcPts val="0"/>
              </a:spcBef>
              <a:spcAft>
                <a:spcPts val="0"/>
              </a:spcAft>
              <a:buNone/>
            </a:pPr>
            <a:r>
              <a:t/>
            </a:r>
            <a:endParaRPr>
              <a:solidFill>
                <a:schemeClr val="dk1"/>
              </a:solidFill>
              <a:latin typeface="Roboto"/>
              <a:ea typeface="Roboto"/>
              <a:cs typeface="Roboto"/>
              <a:sym typeface="Roboto"/>
            </a:endParaRPr>
          </a:p>
          <a:p>
            <a:pPr indent="0" lvl="0" marL="0" rtl="0" algn="ctr">
              <a:lnSpc>
                <a:spcPct val="115000"/>
              </a:lnSpc>
              <a:spcBef>
                <a:spcPts val="0"/>
              </a:spcBef>
              <a:spcAft>
                <a:spcPts val="0"/>
              </a:spcAft>
              <a:buNone/>
            </a:pPr>
            <a:r>
              <a:rPr lang="en">
                <a:solidFill>
                  <a:schemeClr val="dk1"/>
                </a:solidFill>
                <a:latin typeface="Poppins"/>
                <a:ea typeface="Poppins"/>
                <a:cs typeface="Poppins"/>
                <a:sym typeface="Poppins"/>
              </a:rPr>
              <a:t>U</a:t>
            </a:r>
            <a:r>
              <a:rPr lang="en">
                <a:solidFill>
                  <a:schemeClr val="dk1"/>
                </a:solidFill>
                <a:latin typeface="Poppins"/>
                <a:ea typeface="Poppins"/>
                <a:cs typeface="Poppins"/>
                <a:sym typeface="Poppins"/>
              </a:rPr>
              <a:t>se “same-as-in-store  pricing + exclusive student deals” as a key message when selling Toast</a:t>
            </a:r>
            <a:endParaRPr>
              <a:solidFill>
                <a:schemeClr val="dk1"/>
              </a:solidFill>
              <a:latin typeface="Poppins"/>
              <a:ea typeface="Poppins"/>
              <a:cs typeface="Poppins"/>
              <a:sym typeface="Poppins"/>
            </a:endParaRPr>
          </a:p>
          <a:p>
            <a:pPr indent="0" lvl="0" marL="0" rtl="0" algn="ctr">
              <a:lnSpc>
                <a:spcPct val="115000"/>
              </a:lnSpc>
              <a:spcBef>
                <a:spcPts val="0"/>
              </a:spcBef>
              <a:spcAft>
                <a:spcPts val="0"/>
              </a:spcAft>
              <a:buNone/>
            </a:pPr>
            <a:r>
              <a:t/>
            </a:r>
            <a:endParaRPr sz="1500">
              <a:solidFill>
                <a:srgbClr val="FFFFFF"/>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65"/>
          <p:cNvSpPr/>
          <p:nvPr/>
        </p:nvSpPr>
        <p:spPr>
          <a:xfrm>
            <a:off x="629836" y="3219239"/>
            <a:ext cx="3216600" cy="1167900"/>
          </a:xfrm>
          <a:prstGeom prst="roundRect">
            <a:avLst>
              <a:gd fmla="val 15051" name="adj"/>
            </a:avLst>
          </a:prstGeom>
          <a:solidFill>
            <a:srgbClr val="B95FB7"/>
          </a:solidFill>
          <a:ln cap="flat" cmpd="sng" w="9525">
            <a:solidFill>
              <a:srgbClr val="BBA6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3" name="Google Shape;583;p65"/>
          <p:cNvSpPr txBox="1"/>
          <p:nvPr/>
        </p:nvSpPr>
        <p:spPr>
          <a:xfrm>
            <a:off x="805336" y="3219239"/>
            <a:ext cx="2906400" cy="1167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FFFFFF"/>
                </a:solidFill>
                <a:latin typeface="Poppins"/>
                <a:ea typeface="Poppins"/>
                <a:cs typeface="Poppins"/>
                <a:sym typeface="Poppins"/>
              </a:rPr>
              <a:t>Imitate GrubHub by giving restaurants tools to accept campus dollars/Flex‑style balances. </a:t>
            </a:r>
            <a:endParaRPr>
              <a:solidFill>
                <a:srgbClr val="000000"/>
              </a:solidFill>
              <a:latin typeface="Poppins"/>
              <a:ea typeface="Poppins"/>
              <a:cs typeface="Poppins"/>
              <a:sym typeface="Poppins"/>
            </a:endParaRPr>
          </a:p>
        </p:txBody>
      </p:sp>
      <p:sp>
        <p:nvSpPr>
          <p:cNvPr id="584" name="Google Shape;584;p65"/>
          <p:cNvSpPr txBox="1"/>
          <p:nvPr/>
        </p:nvSpPr>
        <p:spPr>
          <a:xfrm>
            <a:off x="285878" y="546810"/>
            <a:ext cx="6572100" cy="487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300">
                <a:solidFill>
                  <a:srgbClr val="832098"/>
                </a:solidFill>
                <a:latin typeface="Roboto"/>
                <a:ea typeface="Roboto"/>
                <a:cs typeface="Roboto"/>
                <a:sym typeface="Roboto"/>
              </a:rPr>
              <a:t>Implement Partnerships with Universities</a:t>
            </a:r>
            <a:endParaRPr b="1" sz="2300">
              <a:solidFill>
                <a:srgbClr val="832098"/>
              </a:solidFill>
              <a:latin typeface="Roboto"/>
              <a:ea typeface="Roboto"/>
              <a:cs typeface="Roboto"/>
              <a:sym typeface="Roboto"/>
            </a:endParaRPr>
          </a:p>
        </p:txBody>
      </p:sp>
      <p:sp>
        <p:nvSpPr>
          <p:cNvPr id="585" name="Google Shape;585;p65"/>
          <p:cNvSpPr txBox="1"/>
          <p:nvPr/>
        </p:nvSpPr>
        <p:spPr>
          <a:xfrm>
            <a:off x="285875" y="1079075"/>
            <a:ext cx="3867000" cy="1847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671E75"/>
              </a:buClr>
              <a:buSzPts val="1500"/>
              <a:buFont typeface="Roboto"/>
              <a:buChar char="●"/>
            </a:pPr>
            <a:r>
              <a:rPr lang="en" sz="1500">
                <a:solidFill>
                  <a:srgbClr val="671E75"/>
                </a:solidFill>
                <a:latin typeface="Roboto"/>
                <a:ea typeface="Roboto"/>
                <a:cs typeface="Roboto"/>
                <a:sym typeface="Roboto"/>
              </a:rPr>
              <a:t>Across light, medium, and heavy Grubhub users, the majority say they use it because of campus dollars/stipends</a:t>
            </a:r>
            <a:endParaRPr sz="1500">
              <a:solidFill>
                <a:srgbClr val="671E75"/>
              </a:solidFill>
              <a:latin typeface="Roboto"/>
              <a:ea typeface="Roboto"/>
              <a:cs typeface="Roboto"/>
              <a:sym typeface="Roboto"/>
            </a:endParaRPr>
          </a:p>
          <a:p>
            <a:pPr indent="0" lvl="0" marL="0" rtl="0" algn="l">
              <a:spcBef>
                <a:spcPts val="0"/>
              </a:spcBef>
              <a:spcAft>
                <a:spcPts val="0"/>
              </a:spcAft>
              <a:buNone/>
            </a:pPr>
            <a:r>
              <a:t/>
            </a:r>
            <a:endParaRPr sz="700">
              <a:solidFill>
                <a:srgbClr val="671E75"/>
              </a:solidFill>
              <a:latin typeface="Roboto"/>
              <a:ea typeface="Roboto"/>
              <a:cs typeface="Roboto"/>
              <a:sym typeface="Roboto"/>
            </a:endParaRPr>
          </a:p>
          <a:p>
            <a:pPr indent="-323850" lvl="0" marL="457200" rtl="0" algn="l">
              <a:spcBef>
                <a:spcPts val="0"/>
              </a:spcBef>
              <a:spcAft>
                <a:spcPts val="0"/>
              </a:spcAft>
              <a:buClr>
                <a:srgbClr val="671E75"/>
              </a:buClr>
              <a:buSzPts val="1500"/>
              <a:buFont typeface="Roboto"/>
              <a:buChar char="●"/>
            </a:pPr>
            <a:r>
              <a:rPr lang="en" sz="1500">
                <a:solidFill>
                  <a:srgbClr val="671E75"/>
                </a:solidFill>
                <a:latin typeface="Roboto"/>
                <a:ea typeface="Roboto"/>
                <a:cs typeface="Roboto"/>
                <a:sym typeface="Roboto"/>
              </a:rPr>
              <a:t>Only a small slice attribute their choice to better UX/features</a:t>
            </a:r>
            <a:r>
              <a:rPr lang="en" sz="1500">
                <a:solidFill>
                  <a:srgbClr val="671E75"/>
                </a:solidFill>
                <a:latin typeface="Roboto"/>
                <a:ea typeface="Roboto"/>
                <a:cs typeface="Roboto"/>
                <a:sym typeface="Roboto"/>
              </a:rPr>
              <a:t>–GrubHub wins on campus dollars</a:t>
            </a:r>
            <a:endParaRPr sz="1500">
              <a:solidFill>
                <a:srgbClr val="671E75"/>
              </a:solidFill>
              <a:latin typeface="Roboto"/>
              <a:ea typeface="Roboto"/>
              <a:cs typeface="Roboto"/>
              <a:sym typeface="Roboto"/>
            </a:endParaRPr>
          </a:p>
        </p:txBody>
      </p:sp>
      <p:pic>
        <p:nvPicPr>
          <p:cNvPr id="586" name="Google Shape;586;p65"/>
          <p:cNvPicPr preferRelativeResize="0"/>
          <p:nvPr/>
        </p:nvPicPr>
        <p:blipFill rotWithShape="1">
          <a:blip r:embed="rId4">
            <a:alphaModFix/>
          </a:blip>
          <a:srcRect b="39654" l="13786" r="0" t="0"/>
          <a:stretch/>
        </p:blipFill>
        <p:spPr>
          <a:xfrm>
            <a:off x="0" y="-855475"/>
            <a:ext cx="9144000" cy="1168025"/>
          </a:xfrm>
          <a:prstGeom prst="rect">
            <a:avLst/>
          </a:prstGeom>
          <a:noFill/>
          <a:ln>
            <a:noFill/>
          </a:ln>
        </p:spPr>
      </p:pic>
      <p:pic>
        <p:nvPicPr>
          <p:cNvPr id="587" name="Google Shape;587;p65"/>
          <p:cNvPicPr preferRelativeResize="0"/>
          <p:nvPr/>
        </p:nvPicPr>
        <p:blipFill>
          <a:blip r:embed="rId5">
            <a:alphaModFix/>
          </a:blip>
          <a:stretch>
            <a:fillRect/>
          </a:stretch>
        </p:blipFill>
        <p:spPr>
          <a:xfrm>
            <a:off x="4267106" y="1223001"/>
            <a:ext cx="4460191" cy="2972724"/>
          </a:xfrm>
          <a:prstGeom prst="rect">
            <a:avLst/>
          </a:prstGeom>
          <a:noFill/>
          <a:ln cap="flat" cmpd="sng" w="9525">
            <a:solidFill>
              <a:srgbClr val="525252"/>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6"/>
          <p:cNvSpPr txBox="1"/>
          <p:nvPr>
            <p:ph type="title"/>
          </p:nvPr>
        </p:nvSpPr>
        <p:spPr>
          <a:xfrm>
            <a:off x="629875" y="3042700"/>
            <a:ext cx="66372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latin typeface="Poppins"/>
                <a:ea typeface="Poppins"/>
                <a:cs typeface="Poppins"/>
                <a:sym typeface="Poppins"/>
              </a:rPr>
              <a:t>AI Optimization</a:t>
            </a:r>
            <a:endParaRPr sz="3500">
              <a:latin typeface="Poppins"/>
              <a:ea typeface="Poppins"/>
              <a:cs typeface="Poppins"/>
              <a:sym typeface="Poppins"/>
            </a:endParaRPr>
          </a:p>
        </p:txBody>
      </p:sp>
      <p:sp>
        <p:nvSpPr>
          <p:cNvPr id="593" name="Google Shape;593;p66"/>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594" name="Google Shape;594;p66"/>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Platform Response Optimization and </a:t>
            </a:r>
            <a:r>
              <a:rPr lang="en"/>
              <a:t>Ranking</a:t>
            </a:r>
            <a:r>
              <a:rPr lang="en"/>
              <a:t> </a:t>
            </a:r>
            <a:endParaRPr/>
          </a:p>
        </p:txBody>
      </p:sp>
      <p:pic>
        <p:nvPicPr>
          <p:cNvPr id="595" name="Google Shape;595;p66" title="Screenshot 2025-12-02 at 1.18.09 PM.png"/>
          <p:cNvPicPr preferRelativeResize="0"/>
          <p:nvPr/>
        </p:nvPicPr>
        <p:blipFill>
          <a:blip r:embed="rId3">
            <a:alphaModFix/>
          </a:blip>
          <a:stretch>
            <a:fillRect/>
          </a:stretch>
        </p:blipFill>
        <p:spPr>
          <a:xfrm>
            <a:off x="7951800" y="3963700"/>
            <a:ext cx="1077209" cy="1179800"/>
          </a:xfrm>
          <a:prstGeom prst="rect">
            <a:avLst/>
          </a:prstGeom>
          <a:noFill/>
          <a:ln>
            <a:noFill/>
          </a:ln>
        </p:spPr>
      </p:pic>
      <p:pic>
        <p:nvPicPr>
          <p:cNvPr id="596" name="Google Shape;596;p66"/>
          <p:cNvPicPr preferRelativeResize="0"/>
          <p:nvPr/>
        </p:nvPicPr>
        <p:blipFill>
          <a:blip r:embed="rId4">
            <a:alphaModFix/>
          </a:blip>
          <a:stretch>
            <a:fillRect/>
          </a:stretch>
        </p:blipFill>
        <p:spPr>
          <a:xfrm>
            <a:off x="8003600" y="4395850"/>
            <a:ext cx="1096525" cy="1096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pic>
        <p:nvPicPr>
          <p:cNvPr id="601" name="Google Shape;601;p67"/>
          <p:cNvPicPr preferRelativeResize="0"/>
          <p:nvPr/>
        </p:nvPicPr>
        <p:blipFill rotWithShape="1">
          <a:blip r:embed="rId4">
            <a:alphaModFix/>
          </a:blip>
          <a:srcRect b="39654" l="13786" r="0" t="0"/>
          <a:stretch/>
        </p:blipFill>
        <p:spPr>
          <a:xfrm>
            <a:off x="0" y="-829379"/>
            <a:ext cx="9144000" cy="1168025"/>
          </a:xfrm>
          <a:prstGeom prst="rect">
            <a:avLst/>
          </a:prstGeom>
          <a:noFill/>
          <a:ln>
            <a:noFill/>
          </a:ln>
        </p:spPr>
      </p:pic>
      <p:sp>
        <p:nvSpPr>
          <p:cNvPr id="602" name="Google Shape;602;p67"/>
          <p:cNvSpPr/>
          <p:nvPr/>
        </p:nvSpPr>
        <p:spPr>
          <a:xfrm>
            <a:off x="390165" y="1347299"/>
            <a:ext cx="2676900" cy="31767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latin typeface="Manjari"/>
              <a:ea typeface="Manjari"/>
              <a:cs typeface="Manjari"/>
              <a:sym typeface="Manjari"/>
            </a:endParaRPr>
          </a:p>
        </p:txBody>
      </p:sp>
      <p:sp>
        <p:nvSpPr>
          <p:cNvPr id="603" name="Google Shape;603;p67"/>
          <p:cNvSpPr txBox="1"/>
          <p:nvPr/>
        </p:nvSpPr>
        <p:spPr>
          <a:xfrm>
            <a:off x="310050" y="1765874"/>
            <a:ext cx="2676900" cy="2472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671E75"/>
              </a:buClr>
              <a:buSzPts val="1400"/>
              <a:buFont typeface="Roboto"/>
              <a:buChar char="●"/>
            </a:pPr>
            <a:r>
              <a:rPr lang="en">
                <a:solidFill>
                  <a:srgbClr val="671E75"/>
                </a:solidFill>
                <a:latin typeface="Roboto"/>
                <a:ea typeface="Roboto"/>
                <a:cs typeface="Roboto"/>
                <a:sym typeface="Roboto"/>
              </a:rPr>
              <a:t>Trust/Authority via</a:t>
            </a:r>
            <a:r>
              <a:rPr lang="en">
                <a:solidFill>
                  <a:srgbClr val="671E75"/>
                </a:solidFill>
                <a:latin typeface="Roboto"/>
                <a:ea typeface="Roboto"/>
                <a:cs typeface="Roboto"/>
                <a:sym typeface="Roboto"/>
              </a:rPr>
              <a:t> </a:t>
            </a:r>
            <a:r>
              <a:rPr b="1" lang="en">
                <a:solidFill>
                  <a:srgbClr val="671E75"/>
                </a:solidFill>
                <a:latin typeface="Roboto"/>
                <a:ea typeface="Roboto"/>
                <a:cs typeface="Roboto"/>
                <a:sym typeface="Roboto"/>
              </a:rPr>
              <a:t>E-E-A-T </a:t>
            </a:r>
            <a:r>
              <a:rPr lang="en">
                <a:solidFill>
                  <a:srgbClr val="671E75"/>
                </a:solidFill>
                <a:latin typeface="Roboto"/>
                <a:ea typeface="Roboto"/>
                <a:cs typeface="Roboto"/>
                <a:sym typeface="Roboto"/>
              </a:rPr>
              <a:t>score (reviews, citations)</a:t>
            </a:r>
            <a:endParaRPr>
              <a:solidFill>
                <a:srgbClr val="671E75"/>
              </a:solidFill>
              <a:latin typeface="Roboto"/>
              <a:ea typeface="Roboto"/>
              <a:cs typeface="Roboto"/>
              <a:sym typeface="Roboto"/>
            </a:endParaRPr>
          </a:p>
          <a:p>
            <a:pPr indent="-317500" lvl="0" marL="457200" rtl="0" algn="l">
              <a:spcBef>
                <a:spcPts val="0"/>
              </a:spcBef>
              <a:spcAft>
                <a:spcPts val="0"/>
              </a:spcAft>
              <a:buClr>
                <a:srgbClr val="671E75"/>
              </a:buClr>
              <a:buSzPts val="1400"/>
              <a:buFont typeface="Roboto"/>
              <a:buChar char="●"/>
            </a:pPr>
            <a:r>
              <a:rPr lang="en">
                <a:solidFill>
                  <a:srgbClr val="671E75"/>
                </a:solidFill>
                <a:latin typeface="Roboto"/>
                <a:ea typeface="Roboto"/>
                <a:cs typeface="Roboto"/>
                <a:sym typeface="Roboto"/>
              </a:rPr>
              <a:t>Deep integration with </a:t>
            </a:r>
            <a:r>
              <a:rPr b="1" lang="en">
                <a:solidFill>
                  <a:srgbClr val="671E75"/>
                </a:solidFill>
                <a:latin typeface="Roboto"/>
                <a:ea typeface="Roboto"/>
                <a:cs typeface="Roboto"/>
                <a:sym typeface="Roboto"/>
              </a:rPr>
              <a:t>Google Business Profile</a:t>
            </a:r>
            <a:endParaRPr b="1">
              <a:solidFill>
                <a:srgbClr val="671E75"/>
              </a:solidFill>
              <a:latin typeface="Roboto"/>
              <a:ea typeface="Roboto"/>
              <a:cs typeface="Roboto"/>
              <a:sym typeface="Roboto"/>
            </a:endParaRPr>
          </a:p>
          <a:p>
            <a:pPr indent="-317500" lvl="0" marL="457200" rtl="0" algn="l">
              <a:spcBef>
                <a:spcPts val="0"/>
              </a:spcBef>
              <a:spcAft>
                <a:spcPts val="0"/>
              </a:spcAft>
              <a:buClr>
                <a:srgbClr val="671E75"/>
              </a:buClr>
              <a:buSzPts val="1400"/>
              <a:buFont typeface="Roboto"/>
              <a:buChar char="●"/>
            </a:pPr>
            <a:r>
              <a:rPr lang="en">
                <a:solidFill>
                  <a:srgbClr val="671E75"/>
                </a:solidFill>
                <a:latin typeface="Roboto"/>
                <a:ea typeface="Roboto"/>
                <a:cs typeface="Roboto"/>
                <a:sym typeface="Roboto"/>
              </a:rPr>
              <a:t>Review</a:t>
            </a:r>
            <a:r>
              <a:rPr lang="en">
                <a:solidFill>
                  <a:srgbClr val="671E75"/>
                </a:solidFill>
                <a:latin typeface="Roboto"/>
                <a:ea typeface="Roboto"/>
                <a:cs typeface="Roboto"/>
                <a:sym typeface="Roboto"/>
              </a:rPr>
              <a:t> </a:t>
            </a:r>
            <a:r>
              <a:rPr b="1" lang="en">
                <a:solidFill>
                  <a:srgbClr val="671E75"/>
                </a:solidFill>
                <a:latin typeface="Roboto"/>
                <a:ea typeface="Roboto"/>
                <a:cs typeface="Roboto"/>
                <a:sym typeface="Roboto"/>
              </a:rPr>
              <a:t>volume</a:t>
            </a:r>
            <a:r>
              <a:rPr lang="en">
                <a:solidFill>
                  <a:srgbClr val="671E75"/>
                </a:solidFill>
                <a:latin typeface="Roboto"/>
                <a:ea typeface="Roboto"/>
                <a:cs typeface="Roboto"/>
                <a:sym typeface="Roboto"/>
              </a:rPr>
              <a:t>, </a:t>
            </a:r>
            <a:r>
              <a:rPr b="1" lang="en">
                <a:solidFill>
                  <a:srgbClr val="671E75"/>
                </a:solidFill>
                <a:latin typeface="Roboto"/>
                <a:ea typeface="Roboto"/>
                <a:cs typeface="Roboto"/>
                <a:sym typeface="Roboto"/>
              </a:rPr>
              <a:t>sentiment</a:t>
            </a:r>
            <a:r>
              <a:rPr lang="en">
                <a:solidFill>
                  <a:srgbClr val="671E75"/>
                </a:solidFill>
                <a:latin typeface="Roboto"/>
                <a:ea typeface="Roboto"/>
                <a:cs typeface="Roboto"/>
                <a:sym typeface="Roboto"/>
              </a:rPr>
              <a:t>, and </a:t>
            </a:r>
            <a:r>
              <a:rPr b="1" lang="en">
                <a:solidFill>
                  <a:srgbClr val="671E75"/>
                </a:solidFill>
                <a:latin typeface="Roboto"/>
                <a:ea typeface="Roboto"/>
                <a:cs typeface="Roboto"/>
                <a:sym typeface="Roboto"/>
              </a:rPr>
              <a:t>recency </a:t>
            </a:r>
            <a:r>
              <a:rPr lang="en">
                <a:solidFill>
                  <a:srgbClr val="671E75"/>
                </a:solidFill>
                <a:latin typeface="Roboto"/>
                <a:ea typeface="Roboto"/>
                <a:cs typeface="Roboto"/>
                <a:sym typeface="Roboto"/>
              </a:rPr>
              <a:t>are crucial</a:t>
            </a:r>
            <a:endParaRPr>
              <a:solidFill>
                <a:srgbClr val="671E75"/>
              </a:solidFill>
              <a:latin typeface="Roboto"/>
              <a:ea typeface="Roboto"/>
              <a:cs typeface="Roboto"/>
              <a:sym typeface="Roboto"/>
            </a:endParaRPr>
          </a:p>
          <a:p>
            <a:pPr indent="-317500" lvl="0" marL="457200" rtl="0" algn="l">
              <a:spcBef>
                <a:spcPts val="0"/>
              </a:spcBef>
              <a:spcAft>
                <a:spcPts val="0"/>
              </a:spcAft>
              <a:buClr>
                <a:srgbClr val="671E75"/>
              </a:buClr>
              <a:buSzPts val="1400"/>
              <a:buFont typeface="Roboto"/>
              <a:buChar char="●"/>
            </a:pPr>
            <a:r>
              <a:rPr b="1" lang="en">
                <a:solidFill>
                  <a:srgbClr val="671E75"/>
                </a:solidFill>
                <a:latin typeface="Roboto"/>
                <a:ea typeface="Roboto"/>
                <a:cs typeface="Roboto"/>
                <a:sym typeface="Roboto"/>
              </a:rPr>
              <a:t>FAQ </a:t>
            </a:r>
            <a:r>
              <a:rPr lang="en">
                <a:solidFill>
                  <a:srgbClr val="671E75"/>
                </a:solidFill>
                <a:latin typeface="Roboto"/>
                <a:ea typeface="Roboto"/>
                <a:cs typeface="Roboto"/>
                <a:sym typeface="Roboto"/>
              </a:rPr>
              <a:t>sections important</a:t>
            </a:r>
            <a:endParaRPr>
              <a:solidFill>
                <a:srgbClr val="671E75"/>
              </a:solidFill>
              <a:latin typeface="Roboto"/>
              <a:ea typeface="Roboto"/>
              <a:cs typeface="Roboto"/>
              <a:sym typeface="Roboto"/>
            </a:endParaRPr>
          </a:p>
        </p:txBody>
      </p:sp>
      <p:sp>
        <p:nvSpPr>
          <p:cNvPr id="604" name="Google Shape;604;p67"/>
          <p:cNvSpPr txBox="1"/>
          <p:nvPr/>
        </p:nvSpPr>
        <p:spPr>
          <a:xfrm>
            <a:off x="310050" y="519475"/>
            <a:ext cx="6592200" cy="5040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935"/>
              <a:buNone/>
            </a:pPr>
            <a:r>
              <a:rPr b="1" lang="en" sz="2480">
                <a:solidFill>
                  <a:srgbClr val="832098"/>
                </a:solidFill>
                <a:latin typeface="Roboto"/>
                <a:ea typeface="Roboto"/>
                <a:cs typeface="Roboto"/>
                <a:sym typeface="Roboto"/>
              </a:rPr>
              <a:t>AI Platform Restaurant Ranking Logic</a:t>
            </a:r>
            <a:endParaRPr b="1" sz="2480">
              <a:solidFill>
                <a:srgbClr val="832098"/>
              </a:solidFill>
              <a:latin typeface="Roboto"/>
              <a:ea typeface="Roboto"/>
              <a:cs typeface="Roboto"/>
              <a:sym typeface="Roboto"/>
            </a:endParaRPr>
          </a:p>
        </p:txBody>
      </p:sp>
      <p:sp>
        <p:nvSpPr>
          <p:cNvPr id="605" name="Google Shape;605;p67"/>
          <p:cNvSpPr/>
          <p:nvPr/>
        </p:nvSpPr>
        <p:spPr>
          <a:xfrm>
            <a:off x="429012" y="1182749"/>
            <a:ext cx="2596500" cy="590100"/>
          </a:xfrm>
          <a:prstGeom prst="roundRect">
            <a:avLst>
              <a:gd fmla="val 16667" name="adj"/>
            </a:avLst>
          </a:prstGeom>
          <a:solidFill>
            <a:srgbClr val="83209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Roboto"/>
                <a:ea typeface="Roboto"/>
                <a:cs typeface="Roboto"/>
                <a:sym typeface="Roboto"/>
              </a:rPr>
              <a:t>Gemini</a:t>
            </a:r>
            <a:endParaRPr sz="1700">
              <a:latin typeface="Manjari"/>
              <a:ea typeface="Manjari"/>
              <a:cs typeface="Manjari"/>
              <a:sym typeface="Manjari"/>
            </a:endParaRPr>
          </a:p>
        </p:txBody>
      </p:sp>
      <p:sp>
        <p:nvSpPr>
          <p:cNvPr id="606" name="Google Shape;606;p67"/>
          <p:cNvSpPr/>
          <p:nvPr/>
        </p:nvSpPr>
        <p:spPr>
          <a:xfrm>
            <a:off x="3312032" y="1347374"/>
            <a:ext cx="2596500" cy="31767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latin typeface="Manjari"/>
              <a:ea typeface="Manjari"/>
              <a:cs typeface="Manjari"/>
              <a:sym typeface="Manjari"/>
            </a:endParaRPr>
          </a:p>
        </p:txBody>
      </p:sp>
      <p:sp>
        <p:nvSpPr>
          <p:cNvPr id="607" name="Google Shape;607;p67"/>
          <p:cNvSpPr/>
          <p:nvPr/>
        </p:nvSpPr>
        <p:spPr>
          <a:xfrm>
            <a:off x="3375748" y="1182674"/>
            <a:ext cx="2476500" cy="590100"/>
          </a:xfrm>
          <a:prstGeom prst="roundRect">
            <a:avLst>
              <a:gd fmla="val 16667" name="adj"/>
            </a:avLst>
          </a:prstGeom>
          <a:solidFill>
            <a:srgbClr val="83209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Roboto"/>
                <a:ea typeface="Roboto"/>
                <a:cs typeface="Roboto"/>
                <a:sym typeface="Roboto"/>
              </a:rPr>
              <a:t>ChatGPT</a:t>
            </a:r>
            <a:endParaRPr b="1" sz="1900">
              <a:solidFill>
                <a:schemeClr val="dk1"/>
              </a:solidFill>
              <a:latin typeface="Roboto"/>
              <a:ea typeface="Roboto"/>
              <a:cs typeface="Roboto"/>
              <a:sym typeface="Roboto"/>
            </a:endParaRPr>
          </a:p>
          <a:p>
            <a:pPr indent="0" lvl="0" marL="0" rtl="0" algn="ctr">
              <a:spcBef>
                <a:spcPts val="0"/>
              </a:spcBef>
              <a:spcAft>
                <a:spcPts val="0"/>
              </a:spcAft>
              <a:buNone/>
            </a:pPr>
            <a:r>
              <a:t/>
            </a:r>
            <a:endParaRPr>
              <a:latin typeface="Manjari"/>
              <a:ea typeface="Manjari"/>
              <a:cs typeface="Manjari"/>
              <a:sym typeface="Manjari"/>
            </a:endParaRPr>
          </a:p>
        </p:txBody>
      </p:sp>
      <p:sp>
        <p:nvSpPr>
          <p:cNvPr id="608" name="Google Shape;608;p67"/>
          <p:cNvSpPr/>
          <p:nvPr/>
        </p:nvSpPr>
        <p:spPr>
          <a:xfrm>
            <a:off x="6153229" y="1347324"/>
            <a:ext cx="2596500" cy="31767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latin typeface="Manjari"/>
              <a:ea typeface="Manjari"/>
              <a:cs typeface="Manjari"/>
              <a:sym typeface="Manjari"/>
            </a:endParaRPr>
          </a:p>
        </p:txBody>
      </p:sp>
      <p:sp>
        <p:nvSpPr>
          <p:cNvPr id="609" name="Google Shape;609;p67"/>
          <p:cNvSpPr txBox="1"/>
          <p:nvPr/>
        </p:nvSpPr>
        <p:spPr>
          <a:xfrm>
            <a:off x="6072976" y="1765824"/>
            <a:ext cx="2676900" cy="2472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671E75"/>
              </a:buClr>
              <a:buSzPts val="1400"/>
              <a:buFont typeface="Roboto"/>
              <a:buChar char="●"/>
            </a:pPr>
            <a:r>
              <a:rPr lang="en">
                <a:solidFill>
                  <a:srgbClr val="671E75"/>
                </a:solidFill>
                <a:latin typeface="Roboto"/>
                <a:ea typeface="Roboto"/>
                <a:cs typeface="Roboto"/>
                <a:sym typeface="Roboto"/>
              </a:rPr>
              <a:t>Has a booking partnership with </a:t>
            </a:r>
            <a:r>
              <a:rPr b="1" lang="en">
                <a:solidFill>
                  <a:srgbClr val="671E75"/>
                </a:solidFill>
                <a:latin typeface="Roboto"/>
                <a:ea typeface="Roboto"/>
                <a:cs typeface="Roboto"/>
                <a:sym typeface="Roboto"/>
              </a:rPr>
              <a:t>Opentable </a:t>
            </a:r>
            <a:r>
              <a:rPr lang="en">
                <a:solidFill>
                  <a:srgbClr val="671E75"/>
                </a:solidFill>
                <a:latin typeface="Roboto"/>
                <a:ea typeface="Roboto"/>
                <a:cs typeface="Roboto"/>
                <a:sym typeface="Roboto"/>
              </a:rPr>
              <a:t>that lets users </a:t>
            </a:r>
            <a:r>
              <a:rPr b="1" lang="en">
                <a:solidFill>
                  <a:srgbClr val="671E75"/>
                </a:solidFill>
                <a:latin typeface="Roboto"/>
                <a:ea typeface="Roboto"/>
                <a:cs typeface="Roboto"/>
                <a:sym typeface="Roboto"/>
              </a:rPr>
              <a:t>discover </a:t>
            </a:r>
            <a:r>
              <a:rPr lang="en">
                <a:solidFill>
                  <a:srgbClr val="671E75"/>
                </a:solidFill>
                <a:latin typeface="Roboto"/>
                <a:ea typeface="Roboto"/>
                <a:cs typeface="Roboto"/>
                <a:sym typeface="Roboto"/>
              </a:rPr>
              <a:t>+ </a:t>
            </a:r>
            <a:r>
              <a:rPr b="1" lang="en">
                <a:solidFill>
                  <a:srgbClr val="671E75"/>
                </a:solidFill>
                <a:latin typeface="Roboto"/>
                <a:ea typeface="Roboto"/>
                <a:cs typeface="Roboto"/>
                <a:sym typeface="Roboto"/>
              </a:rPr>
              <a:t>reserve </a:t>
            </a:r>
            <a:r>
              <a:rPr lang="en">
                <a:solidFill>
                  <a:srgbClr val="671E75"/>
                </a:solidFill>
                <a:latin typeface="Roboto"/>
                <a:ea typeface="Roboto"/>
                <a:cs typeface="Roboto"/>
                <a:sym typeface="Roboto"/>
              </a:rPr>
              <a:t>tables at </a:t>
            </a:r>
            <a:r>
              <a:rPr b="1" lang="en">
                <a:solidFill>
                  <a:srgbClr val="671E75"/>
                </a:solidFill>
                <a:latin typeface="Roboto"/>
                <a:ea typeface="Roboto"/>
                <a:cs typeface="Roboto"/>
                <a:sym typeface="Roboto"/>
              </a:rPr>
              <a:t>60</a:t>
            </a:r>
            <a:r>
              <a:rPr b="1" lang="en">
                <a:solidFill>
                  <a:srgbClr val="671E75"/>
                </a:solidFill>
                <a:latin typeface="Roboto"/>
                <a:ea typeface="Roboto"/>
                <a:cs typeface="Roboto"/>
                <a:sym typeface="Roboto"/>
              </a:rPr>
              <a:t>,000</a:t>
            </a:r>
            <a:r>
              <a:rPr lang="en">
                <a:solidFill>
                  <a:srgbClr val="671E75"/>
                </a:solidFill>
                <a:latin typeface="Roboto"/>
                <a:ea typeface="Roboto"/>
                <a:cs typeface="Roboto"/>
                <a:sym typeface="Roboto"/>
              </a:rPr>
              <a:t> restaurants through perplexity </a:t>
            </a:r>
            <a:endParaRPr>
              <a:solidFill>
                <a:srgbClr val="671E75"/>
              </a:solidFill>
              <a:latin typeface="Roboto"/>
              <a:ea typeface="Roboto"/>
              <a:cs typeface="Roboto"/>
              <a:sym typeface="Roboto"/>
            </a:endParaRPr>
          </a:p>
          <a:p>
            <a:pPr indent="-317500" lvl="0" marL="457200" rtl="0" algn="l">
              <a:spcBef>
                <a:spcPts val="0"/>
              </a:spcBef>
              <a:spcAft>
                <a:spcPts val="0"/>
              </a:spcAft>
              <a:buClr>
                <a:srgbClr val="671E75"/>
              </a:buClr>
              <a:buSzPts val="1400"/>
              <a:buFont typeface="Roboto"/>
              <a:buChar char="●"/>
            </a:pPr>
            <a:r>
              <a:rPr b="1" lang="en">
                <a:solidFill>
                  <a:srgbClr val="671E75"/>
                </a:solidFill>
                <a:latin typeface="Roboto"/>
                <a:ea typeface="Roboto"/>
                <a:cs typeface="Roboto"/>
                <a:sym typeface="Roboto"/>
              </a:rPr>
              <a:t>Google Review </a:t>
            </a:r>
            <a:r>
              <a:rPr lang="en">
                <a:solidFill>
                  <a:srgbClr val="671E75"/>
                </a:solidFill>
                <a:latin typeface="Roboto"/>
                <a:ea typeface="Roboto"/>
                <a:cs typeface="Roboto"/>
                <a:sym typeface="Roboto"/>
              </a:rPr>
              <a:t>rating, frequency, velocity</a:t>
            </a:r>
            <a:endParaRPr>
              <a:solidFill>
                <a:srgbClr val="671E75"/>
              </a:solidFill>
              <a:latin typeface="Roboto"/>
              <a:ea typeface="Roboto"/>
              <a:cs typeface="Roboto"/>
              <a:sym typeface="Roboto"/>
            </a:endParaRPr>
          </a:p>
          <a:p>
            <a:pPr indent="-317500" lvl="0" marL="457200" rtl="0" algn="l">
              <a:spcBef>
                <a:spcPts val="0"/>
              </a:spcBef>
              <a:spcAft>
                <a:spcPts val="0"/>
              </a:spcAft>
              <a:buClr>
                <a:srgbClr val="671E75"/>
              </a:buClr>
              <a:buSzPts val="1400"/>
              <a:buFont typeface="Roboto"/>
              <a:buChar char="●"/>
            </a:pPr>
            <a:r>
              <a:rPr lang="en">
                <a:solidFill>
                  <a:srgbClr val="671E75"/>
                </a:solidFill>
                <a:latin typeface="Roboto"/>
                <a:ea typeface="Roboto"/>
                <a:cs typeface="Roboto"/>
                <a:sym typeface="Roboto"/>
              </a:rPr>
              <a:t>Cross platform </a:t>
            </a:r>
            <a:r>
              <a:rPr b="1" lang="en">
                <a:solidFill>
                  <a:srgbClr val="671E75"/>
                </a:solidFill>
                <a:latin typeface="Roboto"/>
                <a:ea typeface="Roboto"/>
                <a:cs typeface="Roboto"/>
                <a:sym typeface="Roboto"/>
              </a:rPr>
              <a:t>citations </a:t>
            </a:r>
            <a:r>
              <a:rPr lang="en">
                <a:solidFill>
                  <a:srgbClr val="671E75"/>
                </a:solidFill>
                <a:latin typeface="Roboto"/>
                <a:ea typeface="Roboto"/>
                <a:cs typeface="Roboto"/>
                <a:sym typeface="Roboto"/>
              </a:rPr>
              <a:t>creates “Snowball effect”</a:t>
            </a:r>
            <a:endParaRPr>
              <a:solidFill>
                <a:srgbClr val="671E75"/>
              </a:solidFill>
              <a:latin typeface="Roboto"/>
              <a:ea typeface="Roboto"/>
              <a:cs typeface="Roboto"/>
              <a:sym typeface="Roboto"/>
            </a:endParaRPr>
          </a:p>
        </p:txBody>
      </p:sp>
      <p:sp>
        <p:nvSpPr>
          <p:cNvPr id="610" name="Google Shape;610;p67"/>
          <p:cNvSpPr/>
          <p:nvPr/>
        </p:nvSpPr>
        <p:spPr>
          <a:xfrm>
            <a:off x="6212564" y="1182724"/>
            <a:ext cx="2476500" cy="590100"/>
          </a:xfrm>
          <a:prstGeom prst="roundRect">
            <a:avLst>
              <a:gd fmla="val 16667" name="adj"/>
            </a:avLst>
          </a:prstGeom>
          <a:solidFill>
            <a:srgbClr val="83209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chemeClr val="dk1"/>
                </a:solidFill>
                <a:latin typeface="Roboto"/>
                <a:ea typeface="Roboto"/>
                <a:cs typeface="Roboto"/>
                <a:sym typeface="Roboto"/>
              </a:rPr>
              <a:t>Perplexity</a:t>
            </a:r>
            <a:endParaRPr b="1" sz="1900">
              <a:solidFill>
                <a:schemeClr val="dk1"/>
              </a:solidFill>
              <a:latin typeface="Roboto"/>
              <a:ea typeface="Roboto"/>
              <a:cs typeface="Roboto"/>
              <a:sym typeface="Roboto"/>
            </a:endParaRPr>
          </a:p>
          <a:p>
            <a:pPr indent="0" lvl="0" marL="0" rtl="0" algn="ctr">
              <a:spcBef>
                <a:spcPts val="0"/>
              </a:spcBef>
              <a:spcAft>
                <a:spcPts val="0"/>
              </a:spcAft>
              <a:buNone/>
            </a:pPr>
            <a:r>
              <a:t/>
            </a:r>
            <a:endParaRPr>
              <a:latin typeface="Manjari"/>
              <a:ea typeface="Manjari"/>
              <a:cs typeface="Manjari"/>
              <a:sym typeface="Manjari"/>
            </a:endParaRPr>
          </a:p>
        </p:txBody>
      </p:sp>
      <p:sp>
        <p:nvSpPr>
          <p:cNvPr id="611" name="Google Shape;611;p67"/>
          <p:cNvSpPr txBox="1"/>
          <p:nvPr/>
        </p:nvSpPr>
        <p:spPr>
          <a:xfrm>
            <a:off x="3231575" y="1765799"/>
            <a:ext cx="2676900" cy="2472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671E75"/>
              </a:buClr>
              <a:buSzPts val="1400"/>
              <a:buFont typeface="Roboto"/>
              <a:buChar char="●"/>
            </a:pPr>
            <a:r>
              <a:rPr lang="en">
                <a:solidFill>
                  <a:srgbClr val="671E75"/>
                </a:solidFill>
                <a:latin typeface="Roboto"/>
                <a:ea typeface="Roboto"/>
                <a:cs typeface="Roboto"/>
                <a:sym typeface="Roboto"/>
              </a:rPr>
              <a:t>Prioritizes</a:t>
            </a:r>
            <a:r>
              <a:rPr lang="en">
                <a:solidFill>
                  <a:srgbClr val="671E75"/>
                </a:solidFill>
                <a:latin typeface="Roboto"/>
                <a:ea typeface="Roboto"/>
                <a:cs typeface="Roboto"/>
                <a:sym typeface="Roboto"/>
              </a:rPr>
              <a:t> </a:t>
            </a:r>
            <a:r>
              <a:rPr lang="en">
                <a:solidFill>
                  <a:srgbClr val="671E75"/>
                </a:solidFill>
                <a:latin typeface="Roboto"/>
                <a:ea typeface="Roboto"/>
                <a:cs typeface="Roboto"/>
                <a:sym typeface="Roboto"/>
              </a:rPr>
              <a:t>complete</a:t>
            </a:r>
            <a:r>
              <a:rPr lang="en">
                <a:solidFill>
                  <a:srgbClr val="671E75"/>
                </a:solidFill>
                <a:latin typeface="Roboto"/>
                <a:ea typeface="Roboto"/>
                <a:cs typeface="Roboto"/>
                <a:sym typeface="Roboto"/>
              </a:rPr>
              <a:t> </a:t>
            </a:r>
            <a:r>
              <a:rPr b="1" lang="en">
                <a:solidFill>
                  <a:srgbClr val="671E75"/>
                </a:solidFill>
                <a:latin typeface="Roboto"/>
                <a:ea typeface="Roboto"/>
                <a:cs typeface="Roboto"/>
                <a:sym typeface="Roboto"/>
              </a:rPr>
              <a:t>Google business profiles</a:t>
            </a:r>
            <a:endParaRPr b="1">
              <a:solidFill>
                <a:srgbClr val="671E75"/>
              </a:solidFill>
              <a:latin typeface="Roboto"/>
              <a:ea typeface="Roboto"/>
              <a:cs typeface="Roboto"/>
              <a:sym typeface="Roboto"/>
            </a:endParaRPr>
          </a:p>
          <a:p>
            <a:pPr indent="-317500" lvl="1" marL="914400" rtl="0" algn="l">
              <a:spcBef>
                <a:spcPts val="0"/>
              </a:spcBef>
              <a:spcAft>
                <a:spcPts val="0"/>
              </a:spcAft>
              <a:buClr>
                <a:srgbClr val="671E75"/>
              </a:buClr>
              <a:buSzPts val="1400"/>
              <a:buFont typeface="Roboto"/>
              <a:buChar char="○"/>
            </a:pPr>
            <a:r>
              <a:rPr lang="en">
                <a:solidFill>
                  <a:srgbClr val="671E75"/>
                </a:solidFill>
                <a:latin typeface="Roboto"/>
                <a:ea typeface="Roboto"/>
                <a:cs typeface="Roboto"/>
                <a:sym typeface="Roboto"/>
              </a:rPr>
              <a:t>Restaurant Name, Address, Category, Hours, Website, photos, menus etc</a:t>
            </a:r>
            <a:endParaRPr>
              <a:solidFill>
                <a:srgbClr val="671E75"/>
              </a:solidFill>
              <a:latin typeface="Roboto"/>
              <a:ea typeface="Roboto"/>
              <a:cs typeface="Roboto"/>
              <a:sym typeface="Roboto"/>
            </a:endParaRPr>
          </a:p>
          <a:p>
            <a:pPr indent="-317500" lvl="0" marL="457200" rtl="0" algn="l">
              <a:spcBef>
                <a:spcPts val="0"/>
              </a:spcBef>
              <a:spcAft>
                <a:spcPts val="0"/>
              </a:spcAft>
              <a:buClr>
                <a:srgbClr val="671E75"/>
              </a:buClr>
              <a:buSzPts val="1400"/>
              <a:buFont typeface="Roboto"/>
              <a:buChar char="●"/>
            </a:pPr>
            <a:r>
              <a:rPr b="1" lang="en">
                <a:solidFill>
                  <a:srgbClr val="671E75"/>
                </a:solidFill>
                <a:latin typeface="Roboto"/>
                <a:ea typeface="Roboto"/>
                <a:cs typeface="Roboto"/>
                <a:sym typeface="Roboto"/>
              </a:rPr>
              <a:t>Fast load times</a:t>
            </a:r>
            <a:endParaRPr b="1">
              <a:solidFill>
                <a:srgbClr val="671E75"/>
              </a:solidFill>
              <a:latin typeface="Roboto"/>
              <a:ea typeface="Roboto"/>
              <a:cs typeface="Roboto"/>
              <a:sym typeface="Roboto"/>
            </a:endParaRPr>
          </a:p>
          <a:p>
            <a:pPr indent="-317500" lvl="0" marL="457200" rtl="0" algn="l">
              <a:spcBef>
                <a:spcPts val="0"/>
              </a:spcBef>
              <a:spcAft>
                <a:spcPts val="0"/>
              </a:spcAft>
              <a:buClr>
                <a:srgbClr val="671E75"/>
              </a:buClr>
              <a:buSzPts val="1400"/>
              <a:buFont typeface="Roboto"/>
              <a:buChar char="●"/>
            </a:pPr>
            <a:r>
              <a:rPr lang="en">
                <a:solidFill>
                  <a:srgbClr val="671E75"/>
                </a:solidFill>
                <a:latin typeface="Roboto"/>
                <a:ea typeface="Roboto"/>
                <a:cs typeface="Roboto"/>
                <a:sym typeface="Roboto"/>
              </a:rPr>
              <a:t>Mobile-website </a:t>
            </a:r>
            <a:r>
              <a:rPr lang="en">
                <a:solidFill>
                  <a:srgbClr val="671E75"/>
                </a:solidFill>
                <a:latin typeface="Roboto"/>
                <a:ea typeface="Roboto"/>
                <a:cs typeface="Roboto"/>
                <a:sym typeface="Roboto"/>
              </a:rPr>
              <a:t>accessibility</a:t>
            </a:r>
            <a:endParaRPr>
              <a:solidFill>
                <a:srgbClr val="671E75"/>
              </a:solidFill>
              <a:latin typeface="Roboto"/>
              <a:ea typeface="Roboto"/>
              <a:cs typeface="Roboto"/>
              <a:sym typeface="Roboto"/>
            </a:endParaRPr>
          </a:p>
          <a:p>
            <a:pPr indent="-317500" lvl="0" marL="457200" rtl="0" algn="l">
              <a:spcBef>
                <a:spcPts val="0"/>
              </a:spcBef>
              <a:spcAft>
                <a:spcPts val="0"/>
              </a:spcAft>
              <a:buClr>
                <a:srgbClr val="671E75"/>
              </a:buClr>
              <a:buSzPts val="1400"/>
              <a:buFont typeface="Roboto"/>
              <a:buChar char="●"/>
            </a:pPr>
            <a:r>
              <a:rPr b="1" lang="en">
                <a:solidFill>
                  <a:srgbClr val="671E75"/>
                </a:solidFill>
                <a:latin typeface="Roboto"/>
                <a:ea typeface="Roboto"/>
                <a:cs typeface="Roboto"/>
                <a:sym typeface="Roboto"/>
              </a:rPr>
              <a:t>Online </a:t>
            </a:r>
            <a:r>
              <a:rPr b="1" lang="en">
                <a:solidFill>
                  <a:srgbClr val="671E75"/>
                </a:solidFill>
                <a:latin typeface="Roboto"/>
                <a:ea typeface="Roboto"/>
                <a:cs typeface="Roboto"/>
                <a:sym typeface="Roboto"/>
              </a:rPr>
              <a:t>Reviews </a:t>
            </a:r>
            <a:r>
              <a:rPr lang="en">
                <a:solidFill>
                  <a:srgbClr val="671E75"/>
                </a:solidFill>
                <a:latin typeface="Roboto"/>
                <a:ea typeface="Roboto"/>
                <a:cs typeface="Roboto"/>
                <a:sym typeface="Roboto"/>
              </a:rPr>
              <a:t>+ restaurant responses</a:t>
            </a:r>
            <a:endParaRPr>
              <a:solidFill>
                <a:srgbClr val="671E75"/>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68"/>
          <p:cNvSpPr txBox="1"/>
          <p:nvPr/>
        </p:nvSpPr>
        <p:spPr>
          <a:xfrm>
            <a:off x="303523" y="534346"/>
            <a:ext cx="6572100" cy="487800"/>
          </a:xfrm>
          <a:prstGeom prst="rect">
            <a:avLst/>
          </a:prstGeom>
          <a:noFill/>
          <a:ln>
            <a:noFill/>
          </a:ln>
        </p:spPr>
        <p:txBody>
          <a:bodyPr anchorCtr="0" anchor="b" bIns="91425" lIns="91425" spcFirstLastPara="1" rIns="91425" wrap="square" tIns="91425">
            <a:normAutofit fontScale="85000" lnSpcReduction="20000"/>
          </a:bodyPr>
          <a:lstStyle/>
          <a:p>
            <a:pPr indent="0" lvl="0" marL="0" rtl="0" algn="l">
              <a:spcBef>
                <a:spcPts val="0"/>
              </a:spcBef>
              <a:spcAft>
                <a:spcPts val="0"/>
              </a:spcAft>
              <a:buNone/>
            </a:pPr>
            <a:r>
              <a:rPr b="1" lang="en" sz="2918">
                <a:solidFill>
                  <a:srgbClr val="832098"/>
                </a:solidFill>
                <a:latin typeface="Roboto"/>
                <a:ea typeface="Roboto"/>
                <a:cs typeface="Roboto"/>
                <a:sym typeface="Roboto"/>
              </a:rPr>
              <a:t>AI Optimization Strategies</a:t>
            </a:r>
            <a:endParaRPr b="1" sz="2918">
              <a:solidFill>
                <a:srgbClr val="832098"/>
              </a:solidFill>
              <a:latin typeface="Roboto"/>
              <a:ea typeface="Roboto"/>
              <a:cs typeface="Roboto"/>
              <a:sym typeface="Roboto"/>
            </a:endParaRPr>
          </a:p>
        </p:txBody>
      </p:sp>
      <p:pic>
        <p:nvPicPr>
          <p:cNvPr id="617" name="Google Shape;617;p68"/>
          <p:cNvPicPr preferRelativeResize="0"/>
          <p:nvPr/>
        </p:nvPicPr>
        <p:blipFill rotWithShape="1">
          <a:blip r:embed="rId3">
            <a:alphaModFix/>
          </a:blip>
          <a:srcRect b="39654" l="13786" r="0" t="0"/>
          <a:stretch/>
        </p:blipFill>
        <p:spPr>
          <a:xfrm>
            <a:off x="0" y="-855475"/>
            <a:ext cx="9144000" cy="1168025"/>
          </a:xfrm>
          <a:prstGeom prst="rect">
            <a:avLst/>
          </a:prstGeom>
          <a:noFill/>
          <a:ln>
            <a:noFill/>
          </a:ln>
        </p:spPr>
      </p:pic>
      <p:sp>
        <p:nvSpPr>
          <p:cNvPr id="618" name="Google Shape;618;p68"/>
          <p:cNvSpPr/>
          <p:nvPr/>
        </p:nvSpPr>
        <p:spPr>
          <a:xfrm>
            <a:off x="207450" y="3151725"/>
            <a:ext cx="8729100" cy="1333200"/>
          </a:xfrm>
          <a:prstGeom prst="roundRect">
            <a:avLst>
              <a:gd fmla="val 21477" name="adj"/>
            </a:avLst>
          </a:prstGeom>
          <a:solidFill>
            <a:srgbClr val="BB4BB8"/>
          </a:solidFill>
          <a:ln cap="flat" cmpd="sng" w="9525">
            <a:solidFill>
              <a:srgbClr val="BBA6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9" name="Google Shape;619;p68"/>
          <p:cNvSpPr txBox="1"/>
          <p:nvPr/>
        </p:nvSpPr>
        <p:spPr>
          <a:xfrm>
            <a:off x="345750" y="3151728"/>
            <a:ext cx="8452500" cy="1261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700">
                <a:solidFill>
                  <a:srgbClr val="FFFFFF"/>
                </a:solidFill>
                <a:latin typeface="Poppins"/>
                <a:ea typeface="Poppins"/>
                <a:cs typeface="Poppins"/>
                <a:sym typeface="Poppins"/>
              </a:rPr>
              <a:t>Toast already excels at managing restaurant Google Business Profile data and ensuring cross-platform </a:t>
            </a:r>
            <a:r>
              <a:rPr lang="en" sz="1700">
                <a:solidFill>
                  <a:srgbClr val="FFFFFF"/>
                </a:solidFill>
                <a:latin typeface="Poppins"/>
                <a:ea typeface="Poppins"/>
                <a:cs typeface="Poppins"/>
                <a:sym typeface="Poppins"/>
              </a:rPr>
              <a:t>consistency</a:t>
            </a:r>
            <a:r>
              <a:rPr lang="en" sz="1700">
                <a:solidFill>
                  <a:srgbClr val="FFFFFF"/>
                </a:solidFill>
                <a:latin typeface="Poppins"/>
                <a:ea typeface="Poppins"/>
                <a:cs typeface="Poppins"/>
                <a:sym typeface="Poppins"/>
              </a:rPr>
              <a:t>. So, by embedding online reviews into restaurant sites and including AI generated FAQ sections they could move ahead of the competition in terms of SEO optimization</a:t>
            </a:r>
            <a:endParaRPr sz="1700">
              <a:solidFill>
                <a:srgbClr val="FFFFFF"/>
              </a:solidFill>
              <a:latin typeface="Poppins"/>
              <a:ea typeface="Poppins"/>
              <a:cs typeface="Poppins"/>
              <a:sym typeface="Poppins"/>
            </a:endParaRPr>
          </a:p>
        </p:txBody>
      </p:sp>
      <p:grpSp>
        <p:nvGrpSpPr>
          <p:cNvPr id="620" name="Google Shape;620;p68"/>
          <p:cNvGrpSpPr/>
          <p:nvPr/>
        </p:nvGrpSpPr>
        <p:grpSpPr>
          <a:xfrm>
            <a:off x="922900" y="1189725"/>
            <a:ext cx="7080997" cy="1772331"/>
            <a:chOff x="960938" y="686250"/>
            <a:chExt cx="7080997" cy="1772331"/>
          </a:xfrm>
        </p:grpSpPr>
        <p:sp>
          <p:nvSpPr>
            <p:cNvPr id="621" name="Google Shape;621;p68"/>
            <p:cNvSpPr txBox="1"/>
            <p:nvPr/>
          </p:nvSpPr>
          <p:spPr>
            <a:xfrm>
              <a:off x="960938" y="686250"/>
              <a:ext cx="2121300" cy="674400"/>
            </a:xfrm>
            <a:prstGeom prst="rect">
              <a:avLst/>
            </a:prstGeom>
            <a:noFill/>
            <a:ln>
              <a:noFill/>
            </a:ln>
          </p:spPr>
          <p:txBody>
            <a:bodyPr anchorCtr="0" anchor="t" bIns="0" lIns="0" spcFirstLastPara="1" rIns="91425" wrap="square" tIns="0">
              <a:noAutofit/>
            </a:bodyPr>
            <a:lstStyle/>
            <a:p>
              <a:pPr indent="0" lvl="0" marL="0" rtl="0" algn="ctr">
                <a:spcBef>
                  <a:spcPts val="0"/>
                </a:spcBef>
                <a:spcAft>
                  <a:spcPts val="0"/>
                </a:spcAft>
                <a:buNone/>
              </a:pPr>
              <a:r>
                <a:rPr b="1" lang="en" sz="1700">
                  <a:solidFill>
                    <a:srgbClr val="7B2A8D"/>
                  </a:solidFill>
                  <a:latin typeface="Roboto"/>
                  <a:ea typeface="Roboto"/>
                  <a:cs typeface="Roboto"/>
                  <a:sym typeface="Roboto"/>
                </a:rPr>
                <a:t>Embed online reviews into websites</a:t>
              </a:r>
              <a:endParaRPr b="1" sz="1700">
                <a:solidFill>
                  <a:srgbClr val="7B2A8D"/>
                </a:solidFill>
                <a:latin typeface="Roboto"/>
                <a:ea typeface="Roboto"/>
                <a:cs typeface="Roboto"/>
                <a:sym typeface="Roboto"/>
              </a:endParaRPr>
            </a:p>
            <a:p>
              <a:pPr indent="0" lvl="0" marL="0" rtl="0" algn="ctr">
                <a:spcBef>
                  <a:spcPts val="0"/>
                </a:spcBef>
                <a:spcAft>
                  <a:spcPts val="0"/>
                </a:spcAft>
                <a:buNone/>
              </a:pPr>
              <a:r>
                <a:t/>
              </a:r>
              <a:endParaRPr b="1" sz="1700">
                <a:solidFill>
                  <a:srgbClr val="7B2A8D"/>
                </a:solidFill>
                <a:latin typeface="Roboto"/>
                <a:ea typeface="Roboto"/>
                <a:cs typeface="Roboto"/>
                <a:sym typeface="Roboto"/>
              </a:endParaRPr>
            </a:p>
          </p:txBody>
        </p:sp>
        <p:sp>
          <p:nvSpPr>
            <p:cNvPr id="622" name="Google Shape;622;p68"/>
            <p:cNvSpPr txBox="1"/>
            <p:nvPr/>
          </p:nvSpPr>
          <p:spPr>
            <a:xfrm>
              <a:off x="3421413" y="686250"/>
              <a:ext cx="2121300" cy="674400"/>
            </a:xfrm>
            <a:prstGeom prst="rect">
              <a:avLst/>
            </a:prstGeom>
            <a:noFill/>
            <a:ln>
              <a:noFill/>
            </a:ln>
          </p:spPr>
          <p:txBody>
            <a:bodyPr anchorCtr="0" anchor="t" bIns="0" lIns="0" spcFirstLastPara="1" rIns="91425" wrap="square" tIns="0">
              <a:noAutofit/>
            </a:bodyPr>
            <a:lstStyle/>
            <a:p>
              <a:pPr indent="0" lvl="0" marL="0" rtl="0" algn="ctr">
                <a:spcBef>
                  <a:spcPts val="0"/>
                </a:spcBef>
                <a:spcAft>
                  <a:spcPts val="0"/>
                </a:spcAft>
                <a:buClr>
                  <a:schemeClr val="dk1"/>
                </a:buClr>
                <a:buSzPts val="990"/>
                <a:buFont typeface="Arial"/>
                <a:buNone/>
              </a:pPr>
              <a:r>
                <a:rPr b="1" lang="en" sz="1700">
                  <a:solidFill>
                    <a:srgbClr val="7B2A8D"/>
                  </a:solidFill>
                  <a:latin typeface="Roboto"/>
                  <a:ea typeface="Roboto"/>
                  <a:cs typeface="Roboto"/>
                  <a:sym typeface="Roboto"/>
                </a:rPr>
                <a:t>Include FAQ sections for Restaurant sites </a:t>
              </a:r>
              <a:endParaRPr b="1" sz="1700">
                <a:solidFill>
                  <a:srgbClr val="7B2A8D"/>
                </a:solidFill>
                <a:latin typeface="Roboto"/>
                <a:ea typeface="Roboto"/>
                <a:cs typeface="Roboto"/>
                <a:sym typeface="Roboto"/>
              </a:endParaRPr>
            </a:p>
            <a:p>
              <a:pPr indent="0" lvl="0" marL="0" rtl="0" algn="ctr">
                <a:spcBef>
                  <a:spcPts val="0"/>
                </a:spcBef>
                <a:spcAft>
                  <a:spcPts val="0"/>
                </a:spcAft>
                <a:buClr>
                  <a:schemeClr val="dk1"/>
                </a:buClr>
                <a:buSzPts val="990"/>
                <a:buFont typeface="Arial"/>
                <a:buNone/>
              </a:pPr>
              <a:r>
                <a:t/>
              </a:r>
              <a:endParaRPr b="1" sz="1700">
                <a:solidFill>
                  <a:srgbClr val="7B2A8D"/>
                </a:solidFill>
                <a:latin typeface="Roboto"/>
                <a:ea typeface="Roboto"/>
                <a:cs typeface="Roboto"/>
                <a:sym typeface="Roboto"/>
              </a:endParaRPr>
            </a:p>
            <a:p>
              <a:pPr indent="0" lvl="0" marL="0" rtl="0" algn="ctr">
                <a:lnSpc>
                  <a:spcPct val="100000"/>
                </a:lnSpc>
                <a:spcBef>
                  <a:spcPts val="0"/>
                </a:spcBef>
                <a:spcAft>
                  <a:spcPts val="0"/>
                </a:spcAft>
                <a:buNone/>
              </a:pPr>
              <a:r>
                <a:t/>
              </a:r>
              <a:endParaRPr b="1" sz="1600">
                <a:solidFill>
                  <a:srgbClr val="7B2A8D"/>
                </a:solidFill>
                <a:latin typeface="Roboto"/>
                <a:ea typeface="Roboto"/>
                <a:cs typeface="Roboto"/>
                <a:sym typeface="Roboto"/>
              </a:endParaRPr>
            </a:p>
          </p:txBody>
        </p:sp>
        <p:sp>
          <p:nvSpPr>
            <p:cNvPr id="623" name="Google Shape;623;p68"/>
            <p:cNvSpPr txBox="1"/>
            <p:nvPr/>
          </p:nvSpPr>
          <p:spPr>
            <a:xfrm>
              <a:off x="5881888" y="686250"/>
              <a:ext cx="2121300" cy="674400"/>
            </a:xfrm>
            <a:prstGeom prst="rect">
              <a:avLst/>
            </a:prstGeom>
            <a:noFill/>
            <a:ln>
              <a:noFill/>
            </a:ln>
          </p:spPr>
          <p:txBody>
            <a:bodyPr anchorCtr="0" anchor="t" bIns="0" lIns="0" spcFirstLastPara="1" rIns="91425" wrap="square" tIns="0">
              <a:noAutofit/>
            </a:bodyPr>
            <a:lstStyle/>
            <a:p>
              <a:pPr indent="0" lvl="0" marL="0" rtl="0" algn="ctr">
                <a:spcBef>
                  <a:spcPts val="0"/>
                </a:spcBef>
                <a:spcAft>
                  <a:spcPts val="0"/>
                </a:spcAft>
                <a:buClr>
                  <a:schemeClr val="dk1"/>
                </a:buClr>
                <a:buSzPts val="1100"/>
                <a:buFont typeface="Arial"/>
                <a:buNone/>
              </a:pPr>
              <a:r>
                <a:rPr b="1" lang="en" sz="1700">
                  <a:solidFill>
                    <a:srgbClr val="7B2A8D"/>
                  </a:solidFill>
                  <a:latin typeface="Roboto"/>
                  <a:ea typeface="Roboto"/>
                  <a:cs typeface="Roboto"/>
                  <a:sym typeface="Roboto"/>
                </a:rPr>
                <a:t>Incentivize reviews through POS systems</a:t>
              </a:r>
              <a:endParaRPr b="1" sz="1700">
                <a:solidFill>
                  <a:srgbClr val="7B2A8D"/>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t/>
              </a:r>
              <a:endParaRPr b="1" sz="1700">
                <a:solidFill>
                  <a:srgbClr val="7B2A8D"/>
                </a:solidFill>
                <a:latin typeface="Roboto"/>
                <a:ea typeface="Roboto"/>
                <a:cs typeface="Roboto"/>
                <a:sym typeface="Roboto"/>
              </a:endParaRPr>
            </a:p>
            <a:p>
              <a:pPr indent="0" lvl="0" marL="0" rtl="0" algn="ctr">
                <a:lnSpc>
                  <a:spcPct val="100000"/>
                </a:lnSpc>
                <a:spcBef>
                  <a:spcPts val="0"/>
                </a:spcBef>
                <a:spcAft>
                  <a:spcPts val="0"/>
                </a:spcAft>
                <a:buNone/>
              </a:pPr>
              <a:r>
                <a:t/>
              </a:r>
              <a:endParaRPr b="1" sz="1600">
                <a:solidFill>
                  <a:srgbClr val="7B2A8D"/>
                </a:solidFill>
                <a:latin typeface="Roboto"/>
                <a:ea typeface="Roboto"/>
                <a:cs typeface="Roboto"/>
                <a:sym typeface="Roboto"/>
              </a:endParaRPr>
            </a:p>
          </p:txBody>
        </p:sp>
        <p:cxnSp>
          <p:nvCxnSpPr>
            <p:cNvPr id="624" name="Google Shape;624;p68"/>
            <p:cNvCxnSpPr/>
            <p:nvPr/>
          </p:nvCxnSpPr>
          <p:spPr>
            <a:xfrm>
              <a:off x="961635" y="2374269"/>
              <a:ext cx="7080300" cy="12600"/>
            </a:xfrm>
            <a:prstGeom prst="straightConnector1">
              <a:avLst/>
            </a:prstGeom>
            <a:noFill/>
            <a:ln cap="flat" cmpd="sng" w="9525">
              <a:solidFill>
                <a:srgbClr val="301900"/>
              </a:solidFill>
              <a:prstDash val="solid"/>
              <a:round/>
              <a:headEnd len="med" w="med" type="none"/>
              <a:tailEnd len="med" w="med" type="none"/>
            </a:ln>
          </p:spPr>
        </p:cxnSp>
        <p:sp>
          <p:nvSpPr>
            <p:cNvPr id="625" name="Google Shape;625;p68"/>
            <p:cNvSpPr txBox="1"/>
            <p:nvPr/>
          </p:nvSpPr>
          <p:spPr>
            <a:xfrm>
              <a:off x="5881911" y="1375881"/>
              <a:ext cx="2121300" cy="1082700"/>
            </a:xfrm>
            <a:prstGeom prst="rect">
              <a:avLst/>
            </a:prstGeom>
            <a:noFill/>
            <a:ln>
              <a:noFill/>
            </a:ln>
          </p:spPr>
          <p:txBody>
            <a:bodyPr anchorCtr="0" anchor="ctr" bIns="27425" lIns="0" spcFirstLastPara="1" rIns="0" wrap="square" tIns="91425">
              <a:noAutofit/>
            </a:bodyPr>
            <a:lstStyle/>
            <a:p>
              <a:pPr indent="0" lvl="0" marL="0" rtl="0" algn="ctr">
                <a:lnSpc>
                  <a:spcPct val="80000"/>
                </a:lnSpc>
                <a:spcBef>
                  <a:spcPts val="0"/>
                </a:spcBef>
                <a:spcAft>
                  <a:spcPts val="0"/>
                </a:spcAft>
                <a:buNone/>
              </a:pPr>
              <a:r>
                <a:rPr lang="en" sz="5000">
                  <a:solidFill>
                    <a:srgbClr val="671E75"/>
                  </a:solidFill>
                  <a:latin typeface="Roboto ExtraLight"/>
                  <a:ea typeface="Roboto ExtraLight"/>
                  <a:cs typeface="Roboto ExtraLight"/>
                  <a:sym typeface="Roboto ExtraLight"/>
                </a:rPr>
                <a:t>03</a:t>
              </a:r>
              <a:endParaRPr sz="5000">
                <a:solidFill>
                  <a:srgbClr val="671E75"/>
                </a:solidFill>
                <a:latin typeface="Roboto ExtraLight"/>
                <a:ea typeface="Roboto ExtraLight"/>
                <a:cs typeface="Roboto ExtraLight"/>
                <a:sym typeface="Roboto ExtraLight"/>
              </a:endParaRPr>
            </a:p>
          </p:txBody>
        </p:sp>
        <p:sp>
          <p:nvSpPr>
            <p:cNvPr id="626" name="Google Shape;626;p68"/>
            <p:cNvSpPr txBox="1"/>
            <p:nvPr/>
          </p:nvSpPr>
          <p:spPr>
            <a:xfrm>
              <a:off x="3421418" y="1375881"/>
              <a:ext cx="2121300" cy="1082700"/>
            </a:xfrm>
            <a:prstGeom prst="rect">
              <a:avLst/>
            </a:prstGeom>
            <a:noFill/>
            <a:ln>
              <a:noFill/>
            </a:ln>
          </p:spPr>
          <p:txBody>
            <a:bodyPr anchorCtr="0" anchor="ctr" bIns="27425" lIns="0" spcFirstLastPara="1" rIns="0" wrap="square" tIns="91425">
              <a:noAutofit/>
            </a:bodyPr>
            <a:lstStyle/>
            <a:p>
              <a:pPr indent="0" lvl="0" marL="0" rtl="0" algn="ctr">
                <a:lnSpc>
                  <a:spcPct val="80000"/>
                </a:lnSpc>
                <a:spcBef>
                  <a:spcPts val="0"/>
                </a:spcBef>
                <a:spcAft>
                  <a:spcPts val="0"/>
                </a:spcAft>
                <a:buNone/>
              </a:pPr>
              <a:r>
                <a:rPr lang="en" sz="5000">
                  <a:solidFill>
                    <a:srgbClr val="671E75"/>
                  </a:solidFill>
                  <a:latin typeface="Roboto ExtraLight"/>
                  <a:ea typeface="Roboto ExtraLight"/>
                  <a:cs typeface="Roboto ExtraLight"/>
                  <a:sym typeface="Roboto ExtraLight"/>
                </a:rPr>
                <a:t>02</a:t>
              </a:r>
              <a:endParaRPr sz="5000">
                <a:solidFill>
                  <a:srgbClr val="671E75"/>
                </a:solidFill>
                <a:latin typeface="Roboto ExtraLight"/>
                <a:ea typeface="Roboto ExtraLight"/>
                <a:cs typeface="Roboto ExtraLight"/>
                <a:sym typeface="Roboto ExtraLight"/>
              </a:endParaRPr>
            </a:p>
          </p:txBody>
        </p:sp>
        <p:sp>
          <p:nvSpPr>
            <p:cNvPr id="627" name="Google Shape;627;p68"/>
            <p:cNvSpPr txBox="1"/>
            <p:nvPr/>
          </p:nvSpPr>
          <p:spPr>
            <a:xfrm>
              <a:off x="960959" y="1375881"/>
              <a:ext cx="2121300" cy="1082700"/>
            </a:xfrm>
            <a:prstGeom prst="rect">
              <a:avLst/>
            </a:prstGeom>
            <a:noFill/>
            <a:ln>
              <a:noFill/>
            </a:ln>
          </p:spPr>
          <p:txBody>
            <a:bodyPr anchorCtr="0" anchor="ctr" bIns="27425" lIns="0" spcFirstLastPara="1" rIns="0" wrap="square" tIns="91425">
              <a:noAutofit/>
            </a:bodyPr>
            <a:lstStyle/>
            <a:p>
              <a:pPr indent="0" lvl="0" marL="0" rtl="0" algn="ctr">
                <a:lnSpc>
                  <a:spcPct val="80000"/>
                </a:lnSpc>
                <a:spcBef>
                  <a:spcPts val="0"/>
                </a:spcBef>
                <a:spcAft>
                  <a:spcPts val="0"/>
                </a:spcAft>
                <a:buNone/>
              </a:pPr>
              <a:r>
                <a:rPr lang="en" sz="5000">
                  <a:solidFill>
                    <a:srgbClr val="671E75"/>
                  </a:solidFill>
                  <a:latin typeface="Roboto ExtraLight"/>
                  <a:ea typeface="Roboto ExtraLight"/>
                  <a:cs typeface="Roboto ExtraLight"/>
                  <a:sym typeface="Roboto ExtraLight"/>
                </a:rPr>
                <a:t>01</a:t>
              </a:r>
              <a:endParaRPr sz="5000">
                <a:solidFill>
                  <a:srgbClr val="671E75"/>
                </a:solidFill>
                <a:latin typeface="Roboto ExtraLight"/>
                <a:ea typeface="Roboto ExtraLight"/>
                <a:cs typeface="Roboto ExtraLight"/>
                <a:sym typeface="Roboto ExtraLight"/>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69"/>
          <p:cNvSpPr txBox="1"/>
          <p:nvPr/>
        </p:nvSpPr>
        <p:spPr>
          <a:xfrm>
            <a:off x="307965" y="535766"/>
            <a:ext cx="6572100" cy="487800"/>
          </a:xfrm>
          <a:prstGeom prst="rect">
            <a:avLst/>
          </a:prstGeom>
          <a:noFill/>
          <a:ln>
            <a:noFill/>
          </a:ln>
        </p:spPr>
        <p:txBody>
          <a:bodyPr anchorCtr="0" anchor="b" bIns="91425" lIns="91425" spcFirstLastPara="1" rIns="91425" wrap="square" tIns="91425">
            <a:normAutofit fontScale="85000" lnSpcReduction="20000"/>
          </a:bodyPr>
          <a:lstStyle/>
          <a:p>
            <a:pPr indent="0" lvl="0" marL="0" rtl="0" algn="l">
              <a:spcBef>
                <a:spcPts val="0"/>
              </a:spcBef>
              <a:spcAft>
                <a:spcPts val="0"/>
              </a:spcAft>
              <a:buNone/>
            </a:pPr>
            <a:r>
              <a:rPr b="1" lang="en" sz="2800">
                <a:solidFill>
                  <a:srgbClr val="832098"/>
                </a:solidFill>
                <a:latin typeface="Roboto"/>
                <a:ea typeface="Roboto"/>
                <a:cs typeface="Roboto"/>
                <a:sym typeface="Roboto"/>
              </a:rPr>
              <a:t>AI Optimization Strategies(continued)</a:t>
            </a:r>
            <a:endParaRPr b="1" sz="2800">
              <a:solidFill>
                <a:srgbClr val="832098"/>
              </a:solidFill>
              <a:latin typeface="Roboto"/>
              <a:ea typeface="Roboto"/>
              <a:cs typeface="Roboto"/>
              <a:sym typeface="Roboto"/>
            </a:endParaRPr>
          </a:p>
        </p:txBody>
      </p:sp>
      <p:pic>
        <p:nvPicPr>
          <p:cNvPr id="633" name="Google Shape;633;p69"/>
          <p:cNvPicPr preferRelativeResize="0"/>
          <p:nvPr/>
        </p:nvPicPr>
        <p:blipFill rotWithShape="1">
          <a:blip r:embed="rId4">
            <a:alphaModFix/>
          </a:blip>
          <a:srcRect b="39654" l="13786" r="0" t="0"/>
          <a:stretch/>
        </p:blipFill>
        <p:spPr>
          <a:xfrm>
            <a:off x="0" y="-855475"/>
            <a:ext cx="9144000" cy="1168025"/>
          </a:xfrm>
          <a:prstGeom prst="rect">
            <a:avLst/>
          </a:prstGeom>
          <a:noFill/>
          <a:ln>
            <a:noFill/>
          </a:ln>
        </p:spPr>
      </p:pic>
      <p:pic>
        <p:nvPicPr>
          <p:cNvPr id="634" name="Google Shape;634;p69"/>
          <p:cNvPicPr preferRelativeResize="0"/>
          <p:nvPr/>
        </p:nvPicPr>
        <p:blipFill>
          <a:blip r:embed="rId5">
            <a:alphaModFix/>
          </a:blip>
          <a:stretch>
            <a:fillRect/>
          </a:stretch>
        </p:blipFill>
        <p:spPr>
          <a:xfrm>
            <a:off x="658138" y="2181323"/>
            <a:ext cx="3255724" cy="2173025"/>
          </a:xfrm>
          <a:prstGeom prst="rect">
            <a:avLst/>
          </a:prstGeom>
          <a:noFill/>
          <a:ln>
            <a:noFill/>
          </a:ln>
        </p:spPr>
      </p:pic>
      <p:sp>
        <p:nvSpPr>
          <p:cNvPr id="635" name="Google Shape;635;p69"/>
          <p:cNvSpPr txBox="1"/>
          <p:nvPr/>
        </p:nvSpPr>
        <p:spPr>
          <a:xfrm>
            <a:off x="379150" y="1048000"/>
            <a:ext cx="3948900" cy="995700"/>
          </a:xfrm>
          <a:prstGeom prst="rect">
            <a:avLst/>
          </a:prstGeom>
          <a:noFill/>
          <a:ln cap="flat" cmpd="sng" w="9525">
            <a:solidFill>
              <a:srgbClr val="7B2A8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2"/>
                </a:solidFill>
                <a:latin typeface="Poppins"/>
                <a:ea typeface="Poppins"/>
                <a:cs typeface="Poppins"/>
                <a:sym typeface="Poppins"/>
              </a:rPr>
              <a:t>Simple </a:t>
            </a:r>
            <a:r>
              <a:rPr b="1" lang="en">
                <a:solidFill>
                  <a:srgbClr val="662380"/>
                </a:solidFill>
                <a:latin typeface="Poppins"/>
                <a:ea typeface="Poppins"/>
                <a:cs typeface="Poppins"/>
                <a:sym typeface="Poppins"/>
              </a:rPr>
              <a:t>FAQ sections</a:t>
            </a:r>
            <a:r>
              <a:rPr b="1" lang="en">
                <a:solidFill>
                  <a:schemeClr val="accent2"/>
                </a:solidFill>
                <a:latin typeface="Poppins"/>
                <a:ea typeface="Poppins"/>
                <a:cs typeface="Poppins"/>
                <a:sym typeface="Poppins"/>
              </a:rPr>
              <a:t> </a:t>
            </a:r>
            <a:r>
              <a:rPr lang="en">
                <a:solidFill>
                  <a:schemeClr val="accent2"/>
                </a:solidFill>
                <a:latin typeface="Poppins"/>
                <a:ea typeface="Poppins"/>
                <a:cs typeface="Poppins"/>
                <a:sym typeface="Poppins"/>
              </a:rPr>
              <a:t>on restaurant </a:t>
            </a:r>
            <a:r>
              <a:rPr lang="en" sz="1300">
                <a:solidFill>
                  <a:schemeClr val="accent2"/>
                </a:solidFill>
                <a:latin typeface="Poppins"/>
                <a:ea typeface="Poppins"/>
                <a:cs typeface="Poppins"/>
                <a:sym typeface="Poppins"/>
              </a:rPr>
              <a:t>websites </a:t>
            </a:r>
            <a:r>
              <a:rPr lang="en">
                <a:solidFill>
                  <a:schemeClr val="accent2"/>
                </a:solidFill>
                <a:latin typeface="Poppins"/>
                <a:ea typeface="Poppins"/>
                <a:cs typeface="Poppins"/>
                <a:sym typeface="Poppins"/>
              </a:rPr>
              <a:t>ensure that sites like Google autofill important information like takeout </a:t>
            </a:r>
            <a:r>
              <a:rPr lang="en">
                <a:solidFill>
                  <a:schemeClr val="accent2"/>
                </a:solidFill>
                <a:latin typeface="Poppins"/>
                <a:ea typeface="Poppins"/>
                <a:cs typeface="Poppins"/>
                <a:sym typeface="Poppins"/>
              </a:rPr>
              <a:t>availability</a:t>
            </a:r>
            <a:r>
              <a:rPr lang="en">
                <a:solidFill>
                  <a:schemeClr val="accent2"/>
                </a:solidFill>
                <a:latin typeface="Poppins"/>
                <a:ea typeface="Poppins"/>
                <a:cs typeface="Poppins"/>
                <a:sym typeface="Poppins"/>
              </a:rPr>
              <a:t> </a:t>
            </a:r>
            <a:endParaRPr>
              <a:solidFill>
                <a:schemeClr val="accent2"/>
              </a:solidFill>
              <a:latin typeface="Poppins"/>
              <a:ea typeface="Poppins"/>
              <a:cs typeface="Poppins"/>
              <a:sym typeface="Poppins"/>
            </a:endParaRPr>
          </a:p>
          <a:p>
            <a:pPr indent="0" lvl="0" marL="0" rtl="0" algn="l">
              <a:spcBef>
                <a:spcPts val="0"/>
              </a:spcBef>
              <a:spcAft>
                <a:spcPts val="0"/>
              </a:spcAft>
              <a:buNone/>
            </a:pPr>
            <a:r>
              <a:t/>
            </a:r>
            <a:endParaRPr sz="1600">
              <a:solidFill>
                <a:schemeClr val="accent2"/>
              </a:solidFill>
              <a:latin typeface="Manjari"/>
              <a:ea typeface="Manjari"/>
              <a:cs typeface="Manjari"/>
              <a:sym typeface="Manjari"/>
            </a:endParaRPr>
          </a:p>
        </p:txBody>
      </p:sp>
      <p:pic>
        <p:nvPicPr>
          <p:cNvPr id="636" name="Google Shape;636;p69"/>
          <p:cNvPicPr preferRelativeResize="0"/>
          <p:nvPr/>
        </p:nvPicPr>
        <p:blipFill rotWithShape="1">
          <a:blip r:embed="rId6">
            <a:alphaModFix/>
          </a:blip>
          <a:srcRect b="0" l="0" r="0" t="26362"/>
          <a:stretch/>
        </p:blipFill>
        <p:spPr>
          <a:xfrm>
            <a:off x="4495375" y="1048000"/>
            <a:ext cx="4265751" cy="1946551"/>
          </a:xfrm>
          <a:prstGeom prst="rect">
            <a:avLst/>
          </a:prstGeom>
          <a:noFill/>
          <a:ln>
            <a:noFill/>
          </a:ln>
        </p:spPr>
      </p:pic>
      <p:sp>
        <p:nvSpPr>
          <p:cNvPr id="637" name="Google Shape;637;p69"/>
          <p:cNvSpPr txBox="1"/>
          <p:nvPr/>
        </p:nvSpPr>
        <p:spPr>
          <a:xfrm>
            <a:off x="4586300" y="3200400"/>
            <a:ext cx="4083900" cy="1098600"/>
          </a:xfrm>
          <a:prstGeom prst="rect">
            <a:avLst/>
          </a:prstGeom>
          <a:noFill/>
          <a:ln cap="flat" cmpd="sng" w="9525">
            <a:solidFill>
              <a:srgbClr val="7B2A8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accent2"/>
                </a:solidFill>
                <a:latin typeface="Poppins"/>
                <a:ea typeface="Poppins"/>
                <a:cs typeface="Poppins"/>
                <a:sym typeface="Poppins"/>
              </a:rPr>
              <a:t>Embedded</a:t>
            </a:r>
            <a:r>
              <a:rPr b="1" lang="en" sz="1700">
                <a:solidFill>
                  <a:srgbClr val="832098"/>
                </a:solidFill>
                <a:latin typeface="Poppins"/>
                <a:ea typeface="Poppins"/>
                <a:cs typeface="Poppins"/>
                <a:sym typeface="Poppins"/>
              </a:rPr>
              <a:t> review sections</a:t>
            </a:r>
            <a:r>
              <a:rPr lang="en" sz="1700">
                <a:solidFill>
                  <a:schemeClr val="accent2"/>
                </a:solidFill>
                <a:latin typeface="Poppins"/>
                <a:ea typeface="Poppins"/>
                <a:cs typeface="Poppins"/>
                <a:sym typeface="Poppins"/>
              </a:rPr>
              <a:t> on websites increase credibility through cross-platform verification</a:t>
            </a:r>
            <a:endParaRPr sz="1700">
              <a:solidFill>
                <a:schemeClr val="accent2"/>
              </a:solidFill>
              <a:latin typeface="Poppins"/>
              <a:ea typeface="Poppins"/>
              <a:cs typeface="Poppins"/>
              <a:sym typeface="Poppins"/>
            </a:endParaRPr>
          </a:p>
          <a:p>
            <a:pPr indent="0" lvl="0" marL="0" rtl="0" algn="l">
              <a:spcBef>
                <a:spcPts val="0"/>
              </a:spcBef>
              <a:spcAft>
                <a:spcPts val="0"/>
              </a:spcAft>
              <a:buNone/>
            </a:pPr>
            <a:r>
              <a:t/>
            </a:r>
            <a:endParaRPr sz="1800">
              <a:solidFill>
                <a:schemeClr val="accent2"/>
              </a:solidFill>
              <a:latin typeface="Manjari"/>
              <a:ea typeface="Manjari"/>
              <a:cs typeface="Manjari"/>
              <a:sym typeface="Manja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70"/>
          <p:cNvSpPr txBox="1"/>
          <p:nvPr>
            <p:ph type="title"/>
          </p:nvPr>
        </p:nvSpPr>
        <p:spPr>
          <a:xfrm>
            <a:off x="629875" y="3042700"/>
            <a:ext cx="66372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latin typeface="Poppins"/>
                <a:ea typeface="Poppins"/>
                <a:cs typeface="Poppins"/>
                <a:sym typeface="Poppins"/>
              </a:rPr>
              <a:t>Feature Proposal </a:t>
            </a:r>
            <a:endParaRPr sz="3500">
              <a:latin typeface="Poppins"/>
              <a:ea typeface="Poppins"/>
              <a:cs typeface="Poppins"/>
              <a:sym typeface="Poppins"/>
            </a:endParaRPr>
          </a:p>
        </p:txBody>
      </p:sp>
      <p:sp>
        <p:nvSpPr>
          <p:cNvPr id="643" name="Google Shape;643;p70"/>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Restaurant Menu Filtering</a:t>
            </a:r>
            <a:endParaRPr sz="1800"/>
          </a:p>
        </p:txBody>
      </p:sp>
      <p:pic>
        <p:nvPicPr>
          <p:cNvPr id="644" name="Google Shape;644;p70" title="Screenshot 2025-12-02 at 1.18.09 PM.png"/>
          <p:cNvPicPr preferRelativeResize="0"/>
          <p:nvPr/>
        </p:nvPicPr>
        <p:blipFill>
          <a:blip r:embed="rId4">
            <a:alphaModFix/>
          </a:blip>
          <a:stretch>
            <a:fillRect/>
          </a:stretch>
        </p:blipFill>
        <p:spPr>
          <a:xfrm>
            <a:off x="7951800" y="3963700"/>
            <a:ext cx="1077209" cy="1179800"/>
          </a:xfrm>
          <a:prstGeom prst="rect">
            <a:avLst/>
          </a:prstGeom>
          <a:noFill/>
          <a:ln>
            <a:noFill/>
          </a:ln>
        </p:spPr>
      </p:pic>
      <p:pic>
        <p:nvPicPr>
          <p:cNvPr id="645" name="Google Shape;645;p70"/>
          <p:cNvPicPr preferRelativeResize="0"/>
          <p:nvPr/>
        </p:nvPicPr>
        <p:blipFill>
          <a:blip r:embed="rId5">
            <a:alphaModFix/>
          </a:blip>
          <a:stretch>
            <a:fillRect/>
          </a:stretch>
        </p:blipFill>
        <p:spPr>
          <a:xfrm>
            <a:off x="8003600" y="4395850"/>
            <a:ext cx="1096525" cy="1096525"/>
          </a:xfrm>
          <a:prstGeom prst="rect">
            <a:avLst/>
          </a:prstGeom>
          <a:noFill/>
          <a:ln>
            <a:noFill/>
          </a:ln>
        </p:spPr>
      </p:pic>
      <p:sp>
        <p:nvSpPr>
          <p:cNvPr id="646" name="Google Shape;646;p70"/>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04</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0" name="Shape 650"/>
        <p:cNvGrpSpPr/>
        <p:nvPr/>
      </p:nvGrpSpPr>
      <p:grpSpPr>
        <a:xfrm>
          <a:off x="0" y="0"/>
          <a:ext cx="0" cy="0"/>
          <a:chOff x="0" y="0"/>
          <a:chExt cx="0" cy="0"/>
        </a:xfrm>
      </p:grpSpPr>
      <p:sp>
        <p:nvSpPr>
          <p:cNvPr id="651" name="Google Shape;651;p71"/>
          <p:cNvSpPr/>
          <p:nvPr/>
        </p:nvSpPr>
        <p:spPr>
          <a:xfrm>
            <a:off x="729329" y="3717530"/>
            <a:ext cx="7580700" cy="736500"/>
          </a:xfrm>
          <a:prstGeom prst="roundRect">
            <a:avLst>
              <a:gd fmla="val 16667" name="adj"/>
            </a:avLst>
          </a:prstGeom>
          <a:solidFill>
            <a:srgbClr val="83209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pic>
        <p:nvPicPr>
          <p:cNvPr id="652" name="Google Shape;652;p71" title="Screenshot 2025-12-05 at 12.31.47 PM.png"/>
          <p:cNvPicPr preferRelativeResize="0"/>
          <p:nvPr/>
        </p:nvPicPr>
        <p:blipFill>
          <a:blip r:embed="rId4">
            <a:alphaModFix/>
          </a:blip>
          <a:stretch>
            <a:fillRect/>
          </a:stretch>
        </p:blipFill>
        <p:spPr>
          <a:xfrm>
            <a:off x="8361639" y="4229320"/>
            <a:ext cx="545825" cy="572700"/>
          </a:xfrm>
          <a:prstGeom prst="rect">
            <a:avLst/>
          </a:prstGeom>
          <a:noFill/>
          <a:ln>
            <a:noFill/>
          </a:ln>
        </p:spPr>
      </p:pic>
      <p:sp>
        <p:nvSpPr>
          <p:cNvPr id="653" name="Google Shape;653;p71"/>
          <p:cNvSpPr txBox="1"/>
          <p:nvPr/>
        </p:nvSpPr>
        <p:spPr>
          <a:xfrm>
            <a:off x="464525" y="937425"/>
            <a:ext cx="8182500" cy="5727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sz="2800">
                <a:solidFill>
                  <a:srgbClr val="671E75"/>
                </a:solidFill>
                <a:latin typeface="Poppins"/>
                <a:ea typeface="Poppins"/>
                <a:cs typeface="Poppins"/>
                <a:sym typeface="Poppins"/>
              </a:rPr>
              <a:t>Paint Point: Lack of Personalization &amp; Clarity</a:t>
            </a:r>
            <a:endParaRPr b="1" sz="2800">
              <a:solidFill>
                <a:srgbClr val="671E75"/>
              </a:solidFill>
              <a:latin typeface="Poppins"/>
              <a:ea typeface="Poppins"/>
              <a:cs typeface="Poppins"/>
              <a:sym typeface="Poppins"/>
            </a:endParaRPr>
          </a:p>
        </p:txBody>
      </p:sp>
      <p:sp>
        <p:nvSpPr>
          <p:cNvPr id="654" name="Google Shape;654;p71"/>
          <p:cNvSpPr txBox="1"/>
          <p:nvPr/>
        </p:nvSpPr>
        <p:spPr>
          <a:xfrm>
            <a:off x="619700" y="1517125"/>
            <a:ext cx="7742100" cy="186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700">
                <a:solidFill>
                  <a:srgbClr val="000000"/>
                </a:solidFill>
                <a:latin typeface="Roboto"/>
                <a:ea typeface="Roboto"/>
                <a:cs typeface="Roboto"/>
                <a:sym typeface="Roboto"/>
              </a:rPr>
              <a:t>Current menus make it difficult to quickly identify:</a:t>
            </a:r>
            <a:endParaRPr sz="1700">
              <a:solidFill>
                <a:srgbClr val="000000"/>
              </a:solidFill>
              <a:latin typeface="Roboto"/>
              <a:ea typeface="Roboto"/>
              <a:cs typeface="Roboto"/>
              <a:sym typeface="Roboto"/>
            </a:endParaRPr>
          </a:p>
          <a:p>
            <a:pPr indent="-330200" lvl="0" marL="457200" rtl="0" algn="l">
              <a:spcBef>
                <a:spcPts val="0"/>
              </a:spcBef>
              <a:spcAft>
                <a:spcPts val="0"/>
              </a:spcAft>
              <a:buClr>
                <a:srgbClr val="000000"/>
              </a:buClr>
              <a:buSzPts val="1600"/>
              <a:buFont typeface="Roboto"/>
              <a:buChar char="●"/>
            </a:pPr>
            <a:r>
              <a:rPr lang="en" sz="1600">
                <a:solidFill>
                  <a:srgbClr val="000000"/>
                </a:solidFill>
                <a:latin typeface="Roboto"/>
                <a:ea typeface="Roboto"/>
                <a:cs typeface="Roboto"/>
                <a:sym typeface="Roboto"/>
              </a:rPr>
              <a:t>Allergen-safe items (e.g., nuts, dairy, gluten)</a:t>
            </a:r>
            <a:endParaRPr sz="1600">
              <a:solidFill>
                <a:srgbClr val="000000"/>
              </a:solidFill>
              <a:latin typeface="Roboto"/>
              <a:ea typeface="Roboto"/>
              <a:cs typeface="Roboto"/>
              <a:sym typeface="Roboto"/>
            </a:endParaRPr>
          </a:p>
          <a:p>
            <a:pPr indent="-330200" lvl="0" marL="457200" rtl="0" algn="l">
              <a:spcBef>
                <a:spcPts val="0"/>
              </a:spcBef>
              <a:spcAft>
                <a:spcPts val="0"/>
              </a:spcAft>
              <a:buClr>
                <a:srgbClr val="000000"/>
              </a:buClr>
              <a:buSzPts val="1600"/>
              <a:buFont typeface="Roboto"/>
              <a:buChar char="●"/>
            </a:pPr>
            <a:r>
              <a:rPr lang="en" sz="1600">
                <a:solidFill>
                  <a:srgbClr val="000000"/>
                </a:solidFill>
                <a:latin typeface="Roboto"/>
                <a:ea typeface="Roboto"/>
                <a:cs typeface="Roboto"/>
                <a:sym typeface="Roboto"/>
              </a:rPr>
              <a:t>Dietary preferences (vegan, vegetarian, halal)</a:t>
            </a:r>
            <a:endParaRPr sz="1600">
              <a:solidFill>
                <a:srgbClr val="000000"/>
              </a:solidFill>
              <a:latin typeface="Roboto"/>
              <a:ea typeface="Roboto"/>
              <a:cs typeface="Roboto"/>
              <a:sym typeface="Roboto"/>
            </a:endParaRPr>
          </a:p>
          <a:p>
            <a:pPr indent="-330200" lvl="0" marL="457200" rtl="0" algn="l">
              <a:spcBef>
                <a:spcPts val="0"/>
              </a:spcBef>
              <a:spcAft>
                <a:spcPts val="0"/>
              </a:spcAft>
              <a:buClr>
                <a:srgbClr val="000000"/>
              </a:buClr>
              <a:buSzPts val="1600"/>
              <a:buFont typeface="Roboto"/>
              <a:buChar char="●"/>
            </a:pPr>
            <a:r>
              <a:rPr lang="en" sz="1600">
                <a:solidFill>
                  <a:srgbClr val="000000"/>
                </a:solidFill>
                <a:latin typeface="Roboto"/>
                <a:ea typeface="Roboto"/>
                <a:cs typeface="Roboto"/>
                <a:sym typeface="Roboto"/>
              </a:rPr>
              <a:t>Spice levels or flavor profiles</a:t>
            </a:r>
            <a:endParaRPr sz="1600">
              <a:solidFill>
                <a:srgbClr val="000000"/>
              </a:solidFill>
              <a:latin typeface="Roboto"/>
              <a:ea typeface="Roboto"/>
              <a:cs typeface="Roboto"/>
              <a:sym typeface="Roboto"/>
            </a:endParaRPr>
          </a:p>
          <a:p>
            <a:pPr indent="0" lvl="0" marL="0" rtl="0" algn="l">
              <a:spcBef>
                <a:spcPts val="0"/>
              </a:spcBef>
              <a:spcAft>
                <a:spcPts val="0"/>
              </a:spcAft>
              <a:buNone/>
            </a:pPr>
            <a:r>
              <a:t/>
            </a:r>
            <a:endParaRPr sz="500">
              <a:latin typeface="Roboto"/>
              <a:ea typeface="Roboto"/>
              <a:cs typeface="Roboto"/>
              <a:sym typeface="Roboto"/>
            </a:endParaRPr>
          </a:p>
          <a:p>
            <a:pPr indent="0" lvl="0" marL="0" rtl="0" algn="l">
              <a:lnSpc>
                <a:spcPct val="115000"/>
              </a:lnSpc>
              <a:spcBef>
                <a:spcPts val="0"/>
              </a:spcBef>
              <a:spcAft>
                <a:spcPts val="0"/>
              </a:spcAft>
              <a:buNone/>
            </a:pPr>
            <a:r>
              <a:rPr lang="en" sz="1700">
                <a:latin typeface="Roboto"/>
                <a:ea typeface="Roboto"/>
                <a:cs typeface="Roboto"/>
                <a:sym typeface="Roboto"/>
              </a:rPr>
              <a:t>Can lead to confusing UX, menu overwhelm, and turn away customers</a:t>
            </a:r>
            <a:endParaRPr sz="1700">
              <a:latin typeface="Roboto"/>
              <a:ea typeface="Roboto"/>
              <a:cs typeface="Roboto"/>
              <a:sym typeface="Roboto"/>
            </a:endParaRPr>
          </a:p>
          <a:p>
            <a:pPr indent="-330200" lvl="0" marL="457200" rtl="0" algn="l">
              <a:spcBef>
                <a:spcPts val="0"/>
              </a:spcBef>
              <a:spcAft>
                <a:spcPts val="0"/>
              </a:spcAft>
              <a:buSzPts val="1600"/>
              <a:buFont typeface="Roboto"/>
              <a:buChar char="●"/>
            </a:pPr>
            <a:r>
              <a:rPr lang="en" sz="1600">
                <a:latin typeface="Roboto"/>
                <a:ea typeface="Roboto"/>
                <a:cs typeface="Roboto"/>
                <a:sym typeface="Roboto"/>
              </a:rPr>
              <a:t>Survey results showed interface friction causes order abandonment for 68% of respondents</a:t>
            </a:r>
            <a:endParaRPr sz="1600">
              <a:latin typeface="Roboto"/>
              <a:ea typeface="Roboto"/>
              <a:cs typeface="Roboto"/>
              <a:sym typeface="Roboto"/>
            </a:endParaRPr>
          </a:p>
          <a:p>
            <a:pPr indent="0" lvl="0" marL="0" rtl="0" algn="l">
              <a:spcBef>
                <a:spcPts val="0"/>
              </a:spcBef>
              <a:spcAft>
                <a:spcPts val="0"/>
              </a:spcAft>
              <a:buNone/>
            </a:pPr>
            <a:r>
              <a:t/>
            </a:r>
            <a:endParaRPr sz="1600">
              <a:latin typeface="Roboto"/>
              <a:ea typeface="Roboto"/>
              <a:cs typeface="Roboto"/>
              <a:sym typeface="Roboto"/>
            </a:endParaRPr>
          </a:p>
        </p:txBody>
      </p:sp>
      <p:sp>
        <p:nvSpPr>
          <p:cNvPr id="655" name="Google Shape;655;p71"/>
          <p:cNvSpPr txBox="1"/>
          <p:nvPr/>
        </p:nvSpPr>
        <p:spPr>
          <a:xfrm>
            <a:off x="710700" y="3734190"/>
            <a:ext cx="75807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Roboto"/>
                <a:ea typeface="Roboto"/>
                <a:cs typeface="Roboto"/>
                <a:sym typeface="Roboto"/>
              </a:rPr>
              <a:t>Ease of navigation is a highly valued feature when customers use online ordering systems, ranking first in feature value  ~32% of the time.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9" name="Shape 659"/>
        <p:cNvGrpSpPr/>
        <p:nvPr/>
      </p:nvGrpSpPr>
      <p:grpSpPr>
        <a:xfrm>
          <a:off x="0" y="0"/>
          <a:ext cx="0" cy="0"/>
          <a:chOff x="0" y="0"/>
          <a:chExt cx="0" cy="0"/>
        </a:xfrm>
      </p:grpSpPr>
      <p:sp>
        <p:nvSpPr>
          <p:cNvPr id="660" name="Google Shape;660;p72"/>
          <p:cNvSpPr txBox="1"/>
          <p:nvPr>
            <p:ph idx="4294967295" type="title"/>
          </p:nvPr>
        </p:nvSpPr>
        <p:spPr>
          <a:xfrm>
            <a:off x="464525" y="638790"/>
            <a:ext cx="8182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Poppins"/>
                <a:ea typeface="Poppins"/>
                <a:cs typeface="Poppins"/>
                <a:sym typeface="Poppins"/>
              </a:rPr>
              <a:t>Menu Filtering: </a:t>
            </a:r>
            <a:r>
              <a:rPr lang="en">
                <a:latin typeface="Poppins"/>
                <a:ea typeface="Poppins"/>
                <a:cs typeface="Poppins"/>
                <a:sym typeface="Poppins"/>
              </a:rPr>
              <a:t>Goals &amp; Strategic Fit</a:t>
            </a:r>
            <a:endParaRPr>
              <a:latin typeface="Poppins"/>
              <a:ea typeface="Poppins"/>
              <a:cs typeface="Poppins"/>
              <a:sym typeface="Poppins"/>
            </a:endParaRPr>
          </a:p>
        </p:txBody>
      </p:sp>
      <p:sp>
        <p:nvSpPr>
          <p:cNvPr id="661" name="Google Shape;661;p72"/>
          <p:cNvSpPr txBox="1"/>
          <p:nvPr/>
        </p:nvSpPr>
        <p:spPr>
          <a:xfrm>
            <a:off x="757271" y="3114259"/>
            <a:ext cx="3499800" cy="443700"/>
          </a:xfrm>
          <a:prstGeom prst="rect">
            <a:avLst/>
          </a:prstGeom>
          <a:solidFill>
            <a:srgbClr val="7B2A8D"/>
          </a:solidFill>
          <a:ln>
            <a:noFill/>
          </a:ln>
        </p:spPr>
        <p:txBody>
          <a:bodyPr anchorCtr="0" anchor="ctr" bIns="85975" lIns="85975" spcFirstLastPara="1" rIns="85975" wrap="square" tIns="85975">
            <a:noAutofit/>
          </a:bodyPr>
          <a:lstStyle/>
          <a:p>
            <a:pPr indent="0" lvl="0" marL="0" rtl="0" algn="ctr">
              <a:spcBef>
                <a:spcPts val="0"/>
              </a:spcBef>
              <a:spcAft>
                <a:spcPts val="0"/>
              </a:spcAft>
              <a:buNone/>
            </a:pPr>
            <a:r>
              <a:rPr b="1" lang="en" sz="1411">
                <a:solidFill>
                  <a:srgbClr val="FFFFFF"/>
                </a:solidFill>
                <a:latin typeface="Poppins"/>
                <a:ea typeface="Poppins"/>
                <a:cs typeface="Poppins"/>
                <a:sym typeface="Poppins"/>
              </a:rPr>
              <a:t>Operational Efficiency</a:t>
            </a:r>
            <a:endParaRPr b="1" sz="1411">
              <a:solidFill>
                <a:srgbClr val="FFFFFF"/>
              </a:solidFill>
              <a:latin typeface="Poppins"/>
              <a:ea typeface="Poppins"/>
              <a:cs typeface="Poppins"/>
              <a:sym typeface="Poppins"/>
            </a:endParaRPr>
          </a:p>
        </p:txBody>
      </p:sp>
      <p:sp>
        <p:nvSpPr>
          <p:cNvPr id="662" name="Google Shape;662;p72"/>
          <p:cNvSpPr txBox="1"/>
          <p:nvPr/>
        </p:nvSpPr>
        <p:spPr>
          <a:xfrm>
            <a:off x="721588" y="1853412"/>
            <a:ext cx="3535500" cy="1022100"/>
          </a:xfrm>
          <a:prstGeom prst="rect">
            <a:avLst/>
          </a:prstGeom>
          <a:noFill/>
          <a:ln>
            <a:noFill/>
          </a:ln>
        </p:spPr>
        <p:txBody>
          <a:bodyPr anchorCtr="0" anchor="t" bIns="85975" lIns="85975" spcFirstLastPara="1" rIns="85975" wrap="square" tIns="85975">
            <a:noAutofit/>
          </a:bodyPr>
          <a:lstStyle/>
          <a:p>
            <a:pPr indent="-316778" lvl="0" marL="465469" rtl="0" algn="l">
              <a:spcBef>
                <a:spcPts val="0"/>
              </a:spcBef>
              <a:spcAft>
                <a:spcPts val="0"/>
              </a:spcAft>
              <a:buClr>
                <a:srgbClr val="40474B"/>
              </a:buClr>
              <a:buSzPts val="1324"/>
              <a:buFont typeface="Roboto"/>
              <a:buChar char="●"/>
            </a:pPr>
            <a:r>
              <a:rPr lang="en" sz="1324">
                <a:solidFill>
                  <a:srgbClr val="40474B"/>
                </a:solidFill>
                <a:latin typeface="Roboto"/>
                <a:ea typeface="Roboto"/>
                <a:cs typeface="Roboto"/>
                <a:sym typeface="Roboto"/>
              </a:rPr>
              <a:t>Help diners </a:t>
            </a:r>
            <a:r>
              <a:rPr b="1" lang="en" sz="1324">
                <a:solidFill>
                  <a:srgbClr val="40474B"/>
                </a:solidFill>
                <a:latin typeface="Roboto"/>
                <a:ea typeface="Roboto"/>
                <a:cs typeface="Roboto"/>
                <a:sym typeface="Roboto"/>
              </a:rPr>
              <a:t>quickly find</a:t>
            </a:r>
            <a:r>
              <a:rPr lang="en" sz="1324">
                <a:solidFill>
                  <a:srgbClr val="40474B"/>
                </a:solidFill>
                <a:latin typeface="Roboto"/>
                <a:ea typeface="Roboto"/>
                <a:cs typeface="Roboto"/>
                <a:sym typeface="Roboto"/>
              </a:rPr>
              <a:t> items that meet their dietary needs</a:t>
            </a:r>
            <a:endParaRPr sz="1324">
              <a:solidFill>
                <a:srgbClr val="40474B"/>
              </a:solidFill>
              <a:latin typeface="Roboto"/>
              <a:ea typeface="Roboto"/>
              <a:cs typeface="Roboto"/>
              <a:sym typeface="Roboto"/>
            </a:endParaRPr>
          </a:p>
          <a:p>
            <a:pPr indent="-316778" lvl="0" marL="465469" rtl="0" algn="l">
              <a:spcBef>
                <a:spcPts val="0"/>
              </a:spcBef>
              <a:spcAft>
                <a:spcPts val="0"/>
              </a:spcAft>
              <a:buClr>
                <a:srgbClr val="40474B"/>
              </a:buClr>
              <a:buSzPts val="1324"/>
              <a:buFont typeface="Roboto"/>
              <a:buChar char="●"/>
            </a:pPr>
            <a:r>
              <a:rPr b="1" lang="en" sz="1324">
                <a:solidFill>
                  <a:srgbClr val="40474B"/>
                </a:solidFill>
                <a:latin typeface="Roboto"/>
                <a:ea typeface="Roboto"/>
                <a:cs typeface="Roboto"/>
                <a:sym typeface="Roboto"/>
              </a:rPr>
              <a:t>Tag menu items</a:t>
            </a:r>
            <a:r>
              <a:rPr lang="en" sz="1324">
                <a:solidFill>
                  <a:srgbClr val="40474B"/>
                </a:solidFill>
                <a:latin typeface="Roboto"/>
                <a:ea typeface="Roboto"/>
                <a:cs typeface="Roboto"/>
                <a:sym typeface="Roboto"/>
              </a:rPr>
              <a:t> with key terms (e.g., spicy, vegan, vegetarian, gluten-free, contains nuts)</a:t>
            </a:r>
            <a:endParaRPr sz="1324">
              <a:solidFill>
                <a:srgbClr val="40474B"/>
              </a:solidFill>
              <a:latin typeface="Roboto"/>
              <a:ea typeface="Roboto"/>
              <a:cs typeface="Roboto"/>
              <a:sym typeface="Roboto"/>
            </a:endParaRPr>
          </a:p>
        </p:txBody>
      </p:sp>
      <p:sp>
        <p:nvSpPr>
          <p:cNvPr id="663" name="Google Shape;663;p72"/>
          <p:cNvSpPr txBox="1"/>
          <p:nvPr/>
        </p:nvSpPr>
        <p:spPr>
          <a:xfrm>
            <a:off x="721587" y="3604901"/>
            <a:ext cx="3535500" cy="1022100"/>
          </a:xfrm>
          <a:prstGeom prst="rect">
            <a:avLst/>
          </a:prstGeom>
          <a:noFill/>
          <a:ln>
            <a:noFill/>
          </a:ln>
        </p:spPr>
        <p:txBody>
          <a:bodyPr anchorCtr="0" anchor="t" bIns="85975" lIns="85975" spcFirstLastPara="1" rIns="85975" wrap="square" tIns="85975">
            <a:noAutofit/>
          </a:bodyPr>
          <a:lstStyle/>
          <a:p>
            <a:pPr indent="-316778" lvl="0" marL="465469" rtl="0" algn="l">
              <a:spcBef>
                <a:spcPts val="0"/>
              </a:spcBef>
              <a:spcAft>
                <a:spcPts val="0"/>
              </a:spcAft>
              <a:buClr>
                <a:srgbClr val="40474B"/>
              </a:buClr>
              <a:buSzPts val="1324"/>
              <a:buFont typeface="Roboto"/>
              <a:buChar char="●"/>
            </a:pPr>
            <a:r>
              <a:rPr lang="en" sz="1324">
                <a:solidFill>
                  <a:srgbClr val="40474B"/>
                </a:solidFill>
                <a:latin typeface="Roboto"/>
                <a:ea typeface="Roboto"/>
                <a:cs typeface="Roboto"/>
                <a:sym typeface="Roboto"/>
              </a:rPr>
              <a:t>Assists </a:t>
            </a:r>
            <a:r>
              <a:rPr lang="en" sz="1324">
                <a:solidFill>
                  <a:srgbClr val="40474B"/>
                </a:solidFill>
                <a:latin typeface="Roboto"/>
                <a:ea typeface="Roboto"/>
                <a:cs typeface="Roboto"/>
                <a:sym typeface="Roboto"/>
              </a:rPr>
              <a:t>customer</a:t>
            </a:r>
            <a:r>
              <a:rPr lang="en" sz="1324">
                <a:solidFill>
                  <a:srgbClr val="40474B"/>
                </a:solidFill>
                <a:latin typeface="Roboto"/>
                <a:ea typeface="Roboto"/>
                <a:cs typeface="Roboto"/>
                <a:sym typeface="Roboto"/>
              </a:rPr>
              <a:t> </a:t>
            </a:r>
            <a:r>
              <a:rPr b="1" lang="en" sz="1324">
                <a:solidFill>
                  <a:srgbClr val="40474B"/>
                </a:solidFill>
                <a:latin typeface="Roboto"/>
                <a:ea typeface="Roboto"/>
                <a:cs typeface="Roboto"/>
                <a:sym typeface="Roboto"/>
              </a:rPr>
              <a:t>ordering flow </a:t>
            </a:r>
            <a:r>
              <a:rPr lang="en" sz="1324">
                <a:solidFill>
                  <a:srgbClr val="40474B"/>
                </a:solidFill>
                <a:latin typeface="Roboto"/>
                <a:ea typeface="Roboto"/>
                <a:cs typeface="Roboto"/>
                <a:sym typeface="Roboto"/>
              </a:rPr>
              <a:t>efficiency</a:t>
            </a:r>
            <a:endParaRPr sz="1324">
              <a:solidFill>
                <a:srgbClr val="40474B"/>
              </a:solidFill>
              <a:latin typeface="Roboto"/>
              <a:ea typeface="Roboto"/>
              <a:cs typeface="Roboto"/>
              <a:sym typeface="Roboto"/>
            </a:endParaRPr>
          </a:p>
          <a:p>
            <a:pPr indent="-316778" lvl="0" marL="465469" rtl="0" algn="l">
              <a:spcBef>
                <a:spcPts val="0"/>
              </a:spcBef>
              <a:spcAft>
                <a:spcPts val="0"/>
              </a:spcAft>
              <a:buClr>
                <a:srgbClr val="40474B"/>
              </a:buClr>
              <a:buSzPts val="1324"/>
              <a:buFont typeface="Roboto"/>
              <a:buChar char="●"/>
            </a:pPr>
            <a:r>
              <a:rPr lang="en" sz="1324">
                <a:solidFill>
                  <a:srgbClr val="40474B"/>
                </a:solidFill>
                <a:latin typeface="Roboto"/>
                <a:ea typeface="Roboto"/>
                <a:cs typeface="Roboto"/>
                <a:sym typeface="Roboto"/>
              </a:rPr>
              <a:t>Servers </a:t>
            </a:r>
            <a:r>
              <a:rPr b="1" lang="en" sz="1324">
                <a:solidFill>
                  <a:srgbClr val="40474B"/>
                </a:solidFill>
                <a:latin typeface="Roboto"/>
                <a:ea typeface="Roboto"/>
                <a:cs typeface="Roboto"/>
                <a:sym typeface="Roboto"/>
              </a:rPr>
              <a:t>find items </a:t>
            </a:r>
            <a:r>
              <a:rPr lang="en" sz="1324">
                <a:solidFill>
                  <a:srgbClr val="40474B"/>
                </a:solidFill>
                <a:latin typeface="Roboto"/>
                <a:ea typeface="Roboto"/>
                <a:cs typeface="Roboto"/>
                <a:sym typeface="Roboto"/>
              </a:rPr>
              <a:t>faster</a:t>
            </a:r>
            <a:r>
              <a:rPr b="1" lang="en" sz="1324">
                <a:solidFill>
                  <a:srgbClr val="40474B"/>
                </a:solidFill>
                <a:latin typeface="Roboto"/>
                <a:ea typeface="Roboto"/>
                <a:cs typeface="Roboto"/>
                <a:sym typeface="Roboto"/>
              </a:rPr>
              <a:t> </a:t>
            </a:r>
            <a:r>
              <a:rPr lang="en" sz="1324">
                <a:solidFill>
                  <a:srgbClr val="40474B"/>
                </a:solidFill>
                <a:latin typeface="Roboto"/>
                <a:ea typeface="Roboto"/>
                <a:cs typeface="Roboto"/>
                <a:sym typeface="Roboto"/>
              </a:rPr>
              <a:t>in POS search</a:t>
            </a:r>
            <a:endParaRPr sz="1324">
              <a:solidFill>
                <a:srgbClr val="40474B"/>
              </a:solidFill>
              <a:latin typeface="Roboto"/>
              <a:ea typeface="Roboto"/>
              <a:cs typeface="Roboto"/>
              <a:sym typeface="Roboto"/>
            </a:endParaRPr>
          </a:p>
        </p:txBody>
      </p:sp>
      <p:sp>
        <p:nvSpPr>
          <p:cNvPr id="664" name="Google Shape;664;p72"/>
          <p:cNvSpPr txBox="1"/>
          <p:nvPr/>
        </p:nvSpPr>
        <p:spPr>
          <a:xfrm>
            <a:off x="4863650" y="1885736"/>
            <a:ext cx="3535500" cy="947100"/>
          </a:xfrm>
          <a:prstGeom prst="rect">
            <a:avLst/>
          </a:prstGeom>
          <a:noFill/>
          <a:ln>
            <a:noFill/>
          </a:ln>
        </p:spPr>
        <p:txBody>
          <a:bodyPr anchorCtr="0" anchor="t" bIns="85975" lIns="85975" spcFirstLastPara="1" rIns="85975" wrap="square" tIns="85975">
            <a:noAutofit/>
          </a:bodyPr>
          <a:lstStyle/>
          <a:p>
            <a:pPr indent="-316778" lvl="0" marL="465469" rtl="0" algn="l">
              <a:spcBef>
                <a:spcPts val="0"/>
              </a:spcBef>
              <a:spcAft>
                <a:spcPts val="0"/>
              </a:spcAft>
              <a:buClr>
                <a:srgbClr val="40474B"/>
              </a:buClr>
              <a:buSzPts val="1324"/>
              <a:buFont typeface="Roboto"/>
              <a:buChar char="●"/>
            </a:pPr>
            <a:r>
              <a:rPr b="1" lang="en" sz="1324">
                <a:solidFill>
                  <a:srgbClr val="40474B"/>
                </a:solidFill>
                <a:latin typeface="Roboto"/>
                <a:ea typeface="Roboto"/>
                <a:cs typeface="Roboto"/>
                <a:sym typeface="Roboto"/>
              </a:rPr>
              <a:t>Reduce menu overwhelm</a:t>
            </a:r>
            <a:r>
              <a:rPr lang="en" sz="1324">
                <a:solidFill>
                  <a:srgbClr val="40474B"/>
                </a:solidFill>
                <a:latin typeface="Roboto"/>
                <a:ea typeface="Roboto"/>
                <a:cs typeface="Roboto"/>
                <a:sym typeface="Roboto"/>
              </a:rPr>
              <a:t> for long/complex menus</a:t>
            </a:r>
            <a:endParaRPr sz="1324">
              <a:solidFill>
                <a:srgbClr val="40474B"/>
              </a:solidFill>
              <a:latin typeface="Roboto"/>
              <a:ea typeface="Roboto"/>
              <a:cs typeface="Roboto"/>
              <a:sym typeface="Roboto"/>
            </a:endParaRPr>
          </a:p>
          <a:p>
            <a:pPr indent="-316778" lvl="0" marL="465469" rtl="0" algn="l">
              <a:spcBef>
                <a:spcPts val="0"/>
              </a:spcBef>
              <a:spcAft>
                <a:spcPts val="0"/>
              </a:spcAft>
              <a:buClr>
                <a:srgbClr val="40474B"/>
              </a:buClr>
              <a:buSzPts val="1324"/>
              <a:buFont typeface="Roboto"/>
              <a:buChar char="●"/>
            </a:pPr>
            <a:r>
              <a:rPr lang="en" sz="1324">
                <a:solidFill>
                  <a:srgbClr val="40474B"/>
                </a:solidFill>
                <a:latin typeface="Roboto"/>
                <a:ea typeface="Roboto"/>
                <a:cs typeface="Roboto"/>
                <a:sym typeface="Roboto"/>
              </a:rPr>
              <a:t>Builds transparency → </a:t>
            </a:r>
            <a:r>
              <a:rPr b="1" lang="en" sz="1324">
                <a:solidFill>
                  <a:srgbClr val="40474B"/>
                </a:solidFill>
                <a:latin typeface="Roboto"/>
                <a:ea typeface="Roboto"/>
                <a:cs typeface="Roboto"/>
                <a:sym typeface="Roboto"/>
              </a:rPr>
              <a:t>increases customer trust</a:t>
            </a:r>
            <a:endParaRPr b="1" sz="1324">
              <a:solidFill>
                <a:srgbClr val="40474B"/>
              </a:solidFill>
              <a:latin typeface="Roboto"/>
              <a:ea typeface="Roboto"/>
              <a:cs typeface="Roboto"/>
              <a:sym typeface="Roboto"/>
            </a:endParaRPr>
          </a:p>
        </p:txBody>
      </p:sp>
      <p:cxnSp>
        <p:nvCxnSpPr>
          <p:cNvPr id="665" name="Google Shape;665;p72"/>
          <p:cNvCxnSpPr/>
          <p:nvPr/>
        </p:nvCxnSpPr>
        <p:spPr>
          <a:xfrm>
            <a:off x="4991609" y="1928601"/>
            <a:ext cx="0" cy="695100"/>
          </a:xfrm>
          <a:prstGeom prst="straightConnector1">
            <a:avLst/>
          </a:prstGeom>
          <a:noFill/>
          <a:ln cap="flat" cmpd="sng" w="8950">
            <a:solidFill>
              <a:srgbClr val="9E9E9E"/>
            </a:solidFill>
            <a:prstDash val="solid"/>
            <a:round/>
            <a:headEnd len="med" w="med" type="none"/>
            <a:tailEnd len="med" w="med" type="none"/>
          </a:ln>
        </p:spPr>
      </p:cxnSp>
      <p:sp>
        <p:nvSpPr>
          <p:cNvPr id="666" name="Google Shape;666;p72"/>
          <p:cNvSpPr txBox="1"/>
          <p:nvPr/>
        </p:nvSpPr>
        <p:spPr>
          <a:xfrm>
            <a:off x="737533" y="1371425"/>
            <a:ext cx="3535500" cy="443700"/>
          </a:xfrm>
          <a:prstGeom prst="rect">
            <a:avLst/>
          </a:prstGeom>
          <a:solidFill>
            <a:srgbClr val="7B2A8D"/>
          </a:solidFill>
          <a:ln>
            <a:noFill/>
          </a:ln>
        </p:spPr>
        <p:txBody>
          <a:bodyPr anchorCtr="0" anchor="ctr" bIns="85975" lIns="85975" spcFirstLastPara="1" rIns="85975" wrap="square" tIns="85975">
            <a:noAutofit/>
          </a:bodyPr>
          <a:lstStyle/>
          <a:p>
            <a:pPr indent="0" lvl="0" marL="0" rtl="0" algn="ctr">
              <a:spcBef>
                <a:spcPts val="0"/>
              </a:spcBef>
              <a:spcAft>
                <a:spcPts val="0"/>
              </a:spcAft>
              <a:buNone/>
            </a:pPr>
            <a:r>
              <a:rPr b="1" lang="en" sz="1411">
                <a:solidFill>
                  <a:srgbClr val="FFFFFF"/>
                </a:solidFill>
                <a:latin typeface="Poppins"/>
                <a:ea typeface="Poppins"/>
                <a:cs typeface="Poppins"/>
                <a:sym typeface="Poppins"/>
              </a:rPr>
              <a:t>Improve Menu Navigation</a:t>
            </a:r>
            <a:endParaRPr b="1" sz="1411">
              <a:solidFill>
                <a:srgbClr val="FFFFFF"/>
              </a:solidFill>
              <a:latin typeface="Poppins"/>
              <a:ea typeface="Poppins"/>
              <a:cs typeface="Poppins"/>
              <a:sym typeface="Poppins"/>
            </a:endParaRPr>
          </a:p>
        </p:txBody>
      </p:sp>
      <p:sp>
        <p:nvSpPr>
          <p:cNvPr id="667" name="Google Shape;667;p72"/>
          <p:cNvSpPr txBox="1"/>
          <p:nvPr/>
        </p:nvSpPr>
        <p:spPr>
          <a:xfrm>
            <a:off x="4886902" y="1371425"/>
            <a:ext cx="3535500" cy="443700"/>
          </a:xfrm>
          <a:prstGeom prst="rect">
            <a:avLst/>
          </a:prstGeom>
          <a:solidFill>
            <a:srgbClr val="7B2A8D"/>
          </a:solidFill>
          <a:ln>
            <a:noFill/>
          </a:ln>
        </p:spPr>
        <p:txBody>
          <a:bodyPr anchorCtr="0" anchor="ctr" bIns="85975" lIns="85975" spcFirstLastPara="1" rIns="85975" wrap="square" tIns="85975">
            <a:noAutofit/>
          </a:bodyPr>
          <a:lstStyle/>
          <a:p>
            <a:pPr indent="0" lvl="0" marL="0" rtl="0" algn="ctr">
              <a:spcBef>
                <a:spcPts val="0"/>
              </a:spcBef>
              <a:spcAft>
                <a:spcPts val="0"/>
              </a:spcAft>
              <a:buNone/>
            </a:pPr>
            <a:r>
              <a:rPr b="1" lang="en" sz="1411">
                <a:solidFill>
                  <a:srgbClr val="FFFFFF"/>
                </a:solidFill>
                <a:latin typeface="Poppins"/>
                <a:ea typeface="Poppins"/>
                <a:cs typeface="Poppins"/>
                <a:sym typeface="Poppins"/>
              </a:rPr>
              <a:t>Transparency and Trust</a:t>
            </a:r>
            <a:endParaRPr b="1" sz="1411">
              <a:solidFill>
                <a:srgbClr val="FFFFFF"/>
              </a:solidFill>
              <a:latin typeface="Poppins"/>
              <a:ea typeface="Poppins"/>
              <a:cs typeface="Poppins"/>
              <a:sym typeface="Poppins"/>
            </a:endParaRPr>
          </a:p>
        </p:txBody>
      </p:sp>
      <p:sp>
        <p:nvSpPr>
          <p:cNvPr id="668" name="Google Shape;668;p72"/>
          <p:cNvSpPr txBox="1"/>
          <p:nvPr/>
        </p:nvSpPr>
        <p:spPr>
          <a:xfrm>
            <a:off x="4890445" y="3628546"/>
            <a:ext cx="3467400" cy="947100"/>
          </a:xfrm>
          <a:prstGeom prst="rect">
            <a:avLst/>
          </a:prstGeom>
          <a:noFill/>
          <a:ln>
            <a:noFill/>
          </a:ln>
        </p:spPr>
        <p:txBody>
          <a:bodyPr anchorCtr="0" anchor="t" bIns="85975" lIns="85975" spcFirstLastPara="1" rIns="85975" wrap="square" tIns="85975">
            <a:noAutofit/>
          </a:bodyPr>
          <a:lstStyle/>
          <a:p>
            <a:pPr indent="-316778" lvl="0" marL="465469" rtl="0" algn="l">
              <a:spcBef>
                <a:spcPts val="0"/>
              </a:spcBef>
              <a:spcAft>
                <a:spcPts val="0"/>
              </a:spcAft>
              <a:buClr>
                <a:srgbClr val="40474B"/>
              </a:buClr>
              <a:buSzPts val="1324"/>
              <a:buFont typeface="Roboto"/>
              <a:buChar char="●"/>
            </a:pPr>
            <a:r>
              <a:rPr b="1" lang="en" sz="1324">
                <a:solidFill>
                  <a:srgbClr val="40474B"/>
                </a:solidFill>
                <a:latin typeface="Roboto"/>
                <a:ea typeface="Roboto"/>
                <a:cs typeface="Roboto"/>
                <a:sym typeface="Roboto"/>
              </a:rPr>
              <a:t>Minimal overhaul</a:t>
            </a:r>
            <a:r>
              <a:rPr lang="en" sz="1324">
                <a:solidFill>
                  <a:srgbClr val="40474B"/>
                </a:solidFill>
                <a:latin typeface="Roboto"/>
                <a:ea typeface="Roboto"/>
                <a:cs typeface="Roboto"/>
                <a:sym typeface="Roboto"/>
              </a:rPr>
              <a:t> or engineering </a:t>
            </a:r>
            <a:endParaRPr sz="1324">
              <a:solidFill>
                <a:srgbClr val="40474B"/>
              </a:solidFill>
              <a:latin typeface="Roboto"/>
              <a:ea typeface="Roboto"/>
              <a:cs typeface="Roboto"/>
              <a:sym typeface="Roboto"/>
            </a:endParaRPr>
          </a:p>
          <a:p>
            <a:pPr indent="0" lvl="0" marL="465469" rtl="0" algn="l">
              <a:spcBef>
                <a:spcPts val="0"/>
              </a:spcBef>
              <a:spcAft>
                <a:spcPts val="0"/>
              </a:spcAft>
              <a:buNone/>
            </a:pPr>
            <a:r>
              <a:t/>
            </a:r>
            <a:endParaRPr sz="300">
              <a:solidFill>
                <a:srgbClr val="40474B"/>
              </a:solidFill>
              <a:latin typeface="Roboto"/>
              <a:ea typeface="Roboto"/>
              <a:cs typeface="Roboto"/>
              <a:sym typeface="Roboto"/>
            </a:endParaRPr>
          </a:p>
          <a:p>
            <a:pPr indent="-316778" lvl="0" marL="465469" rtl="0" algn="l">
              <a:spcBef>
                <a:spcPts val="0"/>
              </a:spcBef>
              <a:spcAft>
                <a:spcPts val="0"/>
              </a:spcAft>
              <a:buClr>
                <a:srgbClr val="40474B"/>
              </a:buClr>
              <a:buSzPts val="1324"/>
              <a:buFont typeface="Roboto"/>
              <a:buChar char="●"/>
            </a:pPr>
            <a:r>
              <a:rPr lang="en" sz="1324">
                <a:solidFill>
                  <a:srgbClr val="40474B"/>
                </a:solidFill>
                <a:latin typeface="Roboto"/>
                <a:ea typeface="Roboto"/>
                <a:cs typeface="Roboto"/>
                <a:sym typeface="Roboto"/>
              </a:rPr>
              <a:t>Enhances customer experience by </a:t>
            </a:r>
            <a:r>
              <a:rPr b="1" lang="en" sz="1324">
                <a:solidFill>
                  <a:srgbClr val="40474B"/>
                </a:solidFill>
                <a:latin typeface="Roboto"/>
                <a:ea typeface="Roboto"/>
                <a:cs typeface="Roboto"/>
                <a:sym typeface="Roboto"/>
              </a:rPr>
              <a:t>simplifying ordering operations</a:t>
            </a:r>
            <a:endParaRPr b="1" sz="1324">
              <a:solidFill>
                <a:srgbClr val="40474B"/>
              </a:solidFill>
              <a:latin typeface="Roboto"/>
              <a:ea typeface="Roboto"/>
              <a:cs typeface="Roboto"/>
              <a:sym typeface="Roboto"/>
            </a:endParaRPr>
          </a:p>
        </p:txBody>
      </p:sp>
      <p:sp>
        <p:nvSpPr>
          <p:cNvPr id="669" name="Google Shape;669;p72"/>
          <p:cNvSpPr txBox="1"/>
          <p:nvPr/>
        </p:nvSpPr>
        <p:spPr>
          <a:xfrm>
            <a:off x="4863669" y="3114261"/>
            <a:ext cx="3467400" cy="443700"/>
          </a:xfrm>
          <a:prstGeom prst="rect">
            <a:avLst/>
          </a:prstGeom>
          <a:solidFill>
            <a:srgbClr val="7B2A8D"/>
          </a:solidFill>
          <a:ln>
            <a:noFill/>
          </a:ln>
        </p:spPr>
        <p:txBody>
          <a:bodyPr anchorCtr="0" anchor="ctr" bIns="85975" lIns="85975" spcFirstLastPara="1" rIns="85975" wrap="square" tIns="85975">
            <a:noAutofit/>
          </a:bodyPr>
          <a:lstStyle/>
          <a:p>
            <a:pPr indent="0" lvl="0" marL="0" rtl="0" algn="ctr">
              <a:spcBef>
                <a:spcPts val="0"/>
              </a:spcBef>
              <a:spcAft>
                <a:spcPts val="0"/>
              </a:spcAft>
              <a:buNone/>
            </a:pPr>
            <a:r>
              <a:rPr b="1" lang="en" sz="1411">
                <a:solidFill>
                  <a:srgbClr val="FFFFFF"/>
                </a:solidFill>
                <a:latin typeface="Poppins"/>
                <a:ea typeface="Poppins"/>
                <a:cs typeface="Poppins"/>
                <a:sym typeface="Poppins"/>
              </a:rPr>
              <a:t>Ease of Integration</a:t>
            </a:r>
            <a:endParaRPr b="1" sz="1411">
              <a:solidFill>
                <a:srgbClr val="FFFFFF"/>
              </a:solidFill>
              <a:latin typeface="Poppins"/>
              <a:ea typeface="Poppins"/>
              <a:cs typeface="Poppins"/>
              <a:sym typeface="Poppins"/>
            </a:endParaRPr>
          </a:p>
        </p:txBody>
      </p:sp>
      <p:pic>
        <p:nvPicPr>
          <p:cNvPr id="670" name="Google Shape;670;p72" title="Screenshot 2025-12-05 at 12.31.47 PM.png"/>
          <p:cNvPicPr preferRelativeResize="0"/>
          <p:nvPr/>
        </p:nvPicPr>
        <p:blipFill>
          <a:blip r:embed="rId4">
            <a:alphaModFix amt="50000"/>
          </a:blip>
          <a:stretch>
            <a:fillRect/>
          </a:stretch>
        </p:blipFill>
        <p:spPr>
          <a:xfrm>
            <a:off x="8361639" y="4229320"/>
            <a:ext cx="545825" cy="572700"/>
          </a:xfrm>
          <a:prstGeom prst="rect">
            <a:avLst/>
          </a:prstGeom>
          <a:noFill/>
          <a:ln>
            <a:noFill/>
          </a:ln>
        </p:spPr>
      </p:pic>
      <p:pic>
        <p:nvPicPr>
          <p:cNvPr id="671" name="Google Shape;671;p72" title="Screenshot 2025-12-05 at 12.31.47 PM.png"/>
          <p:cNvPicPr preferRelativeResize="0"/>
          <p:nvPr/>
        </p:nvPicPr>
        <p:blipFill>
          <a:blip r:embed="rId4">
            <a:alphaModFix/>
          </a:blip>
          <a:stretch>
            <a:fillRect/>
          </a:stretch>
        </p:blipFill>
        <p:spPr>
          <a:xfrm>
            <a:off x="8361639" y="4229320"/>
            <a:ext cx="545825" cy="572700"/>
          </a:xfrm>
          <a:prstGeom prst="rect">
            <a:avLst/>
          </a:prstGeom>
          <a:noFill/>
          <a:ln>
            <a:noFill/>
          </a:ln>
        </p:spPr>
      </p:pic>
      <p:cxnSp>
        <p:nvCxnSpPr>
          <p:cNvPr id="672" name="Google Shape;672;p72"/>
          <p:cNvCxnSpPr/>
          <p:nvPr/>
        </p:nvCxnSpPr>
        <p:spPr>
          <a:xfrm>
            <a:off x="819594" y="1973676"/>
            <a:ext cx="0" cy="695100"/>
          </a:xfrm>
          <a:prstGeom prst="straightConnector1">
            <a:avLst/>
          </a:prstGeom>
          <a:noFill/>
          <a:ln cap="flat" cmpd="sng" w="8950">
            <a:solidFill>
              <a:srgbClr val="9E9E9E"/>
            </a:solidFill>
            <a:prstDash val="solid"/>
            <a:round/>
            <a:headEnd len="med" w="med" type="none"/>
            <a:tailEnd len="med" w="med" type="none"/>
          </a:ln>
        </p:spPr>
      </p:cxnSp>
      <p:cxnSp>
        <p:nvCxnSpPr>
          <p:cNvPr id="673" name="Google Shape;673;p72"/>
          <p:cNvCxnSpPr/>
          <p:nvPr/>
        </p:nvCxnSpPr>
        <p:spPr>
          <a:xfrm>
            <a:off x="794414" y="3661560"/>
            <a:ext cx="0" cy="695100"/>
          </a:xfrm>
          <a:prstGeom prst="straightConnector1">
            <a:avLst/>
          </a:prstGeom>
          <a:noFill/>
          <a:ln cap="flat" cmpd="sng" w="8950">
            <a:solidFill>
              <a:srgbClr val="9E9E9E"/>
            </a:solidFill>
            <a:prstDash val="solid"/>
            <a:round/>
            <a:headEnd len="med" w="med" type="none"/>
            <a:tailEnd len="med" w="med" type="none"/>
          </a:ln>
        </p:spPr>
      </p:cxnSp>
      <p:cxnSp>
        <p:nvCxnSpPr>
          <p:cNvPr id="674" name="Google Shape;674;p72"/>
          <p:cNvCxnSpPr/>
          <p:nvPr/>
        </p:nvCxnSpPr>
        <p:spPr>
          <a:xfrm>
            <a:off x="4976845" y="3661560"/>
            <a:ext cx="0" cy="695100"/>
          </a:xfrm>
          <a:prstGeom prst="straightConnector1">
            <a:avLst/>
          </a:prstGeom>
          <a:noFill/>
          <a:ln cap="flat" cmpd="sng" w="8950">
            <a:solidFill>
              <a:srgbClr val="9E9E9E"/>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pic>
        <p:nvPicPr>
          <p:cNvPr id="679" name="Google Shape;679;p73" title="Toast Figma Prototype.mov">
            <a:hlinkClick r:id="rId3"/>
          </p:cNvPr>
          <p:cNvPicPr preferRelativeResize="0"/>
          <p:nvPr/>
        </p:nvPicPr>
        <p:blipFill>
          <a:blip r:embed="rId4">
            <a:alphaModFix/>
          </a:blip>
          <a:stretch>
            <a:fillRect/>
          </a:stretch>
        </p:blipFill>
        <p:spPr>
          <a:xfrm>
            <a:off x="5413489" y="950034"/>
            <a:ext cx="3238989" cy="3844919"/>
          </a:xfrm>
          <a:prstGeom prst="rect">
            <a:avLst/>
          </a:prstGeom>
          <a:noFill/>
          <a:ln>
            <a:noFill/>
          </a:ln>
        </p:spPr>
      </p:pic>
      <p:sp>
        <p:nvSpPr>
          <p:cNvPr id="680" name="Google Shape;680;p73"/>
          <p:cNvSpPr txBox="1"/>
          <p:nvPr/>
        </p:nvSpPr>
        <p:spPr>
          <a:xfrm>
            <a:off x="2045013" y="348550"/>
            <a:ext cx="1403400" cy="397500"/>
          </a:xfrm>
          <a:prstGeom prst="rect">
            <a:avLst/>
          </a:prstGeom>
          <a:solidFill>
            <a:srgbClr val="B95FB7"/>
          </a:solidFill>
          <a:ln>
            <a:noFill/>
          </a:ln>
        </p:spPr>
        <p:txBody>
          <a:bodyPr anchorCtr="0" anchor="ctr" bIns="78375" lIns="78375" spcFirstLastPara="1" rIns="78375" wrap="square" tIns="78375">
            <a:noAutofit/>
          </a:bodyPr>
          <a:lstStyle/>
          <a:p>
            <a:pPr indent="0" lvl="0" marL="0" rtl="0" algn="ctr">
              <a:spcBef>
                <a:spcPts val="0"/>
              </a:spcBef>
              <a:spcAft>
                <a:spcPts val="0"/>
              </a:spcAft>
              <a:buNone/>
            </a:pPr>
            <a:r>
              <a:rPr b="1" lang="en" sz="1286">
                <a:solidFill>
                  <a:srgbClr val="FFFFFF"/>
                </a:solidFill>
                <a:latin typeface="Poppins"/>
                <a:ea typeface="Poppins"/>
                <a:cs typeface="Poppins"/>
                <a:sym typeface="Poppins"/>
              </a:rPr>
              <a:t>Current State</a:t>
            </a:r>
            <a:endParaRPr b="1" sz="1286">
              <a:solidFill>
                <a:srgbClr val="FFFFFF"/>
              </a:solidFill>
              <a:latin typeface="Poppins"/>
              <a:ea typeface="Poppins"/>
              <a:cs typeface="Poppins"/>
              <a:sym typeface="Poppins"/>
            </a:endParaRPr>
          </a:p>
        </p:txBody>
      </p:sp>
      <p:sp>
        <p:nvSpPr>
          <p:cNvPr id="681" name="Google Shape;681;p73"/>
          <p:cNvSpPr txBox="1"/>
          <p:nvPr/>
        </p:nvSpPr>
        <p:spPr>
          <a:xfrm>
            <a:off x="5898457" y="348549"/>
            <a:ext cx="1825500" cy="397500"/>
          </a:xfrm>
          <a:prstGeom prst="rect">
            <a:avLst/>
          </a:prstGeom>
          <a:solidFill>
            <a:srgbClr val="B95FB7"/>
          </a:solidFill>
          <a:ln>
            <a:noFill/>
          </a:ln>
        </p:spPr>
        <p:txBody>
          <a:bodyPr anchorCtr="0" anchor="ctr" bIns="78375" lIns="78375" spcFirstLastPara="1" rIns="78375" wrap="square" tIns="78375">
            <a:noAutofit/>
          </a:bodyPr>
          <a:lstStyle/>
          <a:p>
            <a:pPr indent="0" lvl="0" marL="0" rtl="0" algn="ctr">
              <a:spcBef>
                <a:spcPts val="0"/>
              </a:spcBef>
              <a:spcAft>
                <a:spcPts val="0"/>
              </a:spcAft>
              <a:buNone/>
            </a:pPr>
            <a:r>
              <a:rPr b="1" lang="en" sz="1286">
                <a:solidFill>
                  <a:srgbClr val="FFFFFF"/>
                </a:solidFill>
                <a:latin typeface="Poppins"/>
                <a:ea typeface="Poppins"/>
                <a:cs typeface="Poppins"/>
                <a:sym typeface="Poppins"/>
              </a:rPr>
              <a:t>Mockup</a:t>
            </a:r>
            <a:endParaRPr b="1" sz="1286">
              <a:solidFill>
                <a:srgbClr val="FFFFFF"/>
              </a:solidFill>
              <a:latin typeface="Poppins"/>
              <a:ea typeface="Poppins"/>
              <a:cs typeface="Poppins"/>
              <a:sym typeface="Poppins"/>
            </a:endParaRPr>
          </a:p>
        </p:txBody>
      </p:sp>
      <p:pic>
        <p:nvPicPr>
          <p:cNvPr id="682" name="Google Shape;682;p73" title="ScreenRecording_12-06-2025 14-24-42_1.MP4">
            <a:hlinkClick r:id="rId5"/>
          </p:cNvPr>
          <p:cNvPicPr preferRelativeResize="0"/>
          <p:nvPr/>
        </p:nvPicPr>
        <p:blipFill>
          <a:blip r:embed="rId6">
            <a:alphaModFix/>
          </a:blip>
          <a:stretch>
            <a:fillRect/>
          </a:stretch>
        </p:blipFill>
        <p:spPr>
          <a:xfrm>
            <a:off x="183425" y="950025"/>
            <a:ext cx="5126576" cy="3844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1000"/>
                                        <p:tgtEl>
                                          <p:spTgt spid="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1000"/>
                                        <p:tgtEl>
                                          <p:spTgt spid="6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74"/>
          <p:cNvSpPr txBox="1"/>
          <p:nvPr>
            <p:ph type="title"/>
          </p:nvPr>
        </p:nvSpPr>
        <p:spPr>
          <a:xfrm>
            <a:off x="629875" y="3042700"/>
            <a:ext cx="6637200" cy="1031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500">
                <a:latin typeface="Poppins"/>
                <a:ea typeface="Poppins"/>
                <a:cs typeface="Poppins"/>
                <a:sym typeface="Poppins"/>
              </a:rPr>
              <a:t>Conclusion</a:t>
            </a:r>
            <a:endParaRPr sz="3500">
              <a:latin typeface="Poppins"/>
              <a:ea typeface="Poppins"/>
              <a:cs typeface="Poppins"/>
              <a:sym typeface="Poppins"/>
            </a:endParaRPr>
          </a:p>
        </p:txBody>
      </p:sp>
      <p:sp>
        <p:nvSpPr>
          <p:cNvPr id="688" name="Google Shape;688;p74"/>
          <p:cNvSpPr txBox="1"/>
          <p:nvPr>
            <p:ph idx="1" type="subTitle"/>
          </p:nvPr>
        </p:nvSpPr>
        <p:spPr>
          <a:xfrm>
            <a:off x="629875" y="2735875"/>
            <a:ext cx="6024600" cy="5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05</a:t>
            </a:r>
            <a:endParaRPr/>
          </a:p>
        </p:txBody>
      </p:sp>
      <p:sp>
        <p:nvSpPr>
          <p:cNvPr id="689" name="Google Shape;689;p74"/>
          <p:cNvSpPr txBox="1"/>
          <p:nvPr>
            <p:ph idx="2" type="subTitle"/>
          </p:nvPr>
        </p:nvSpPr>
        <p:spPr>
          <a:xfrm>
            <a:off x="629875" y="3886200"/>
            <a:ext cx="6024600" cy="43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Key takeaways and next steps</a:t>
            </a:r>
            <a:endParaRPr b="1"/>
          </a:p>
        </p:txBody>
      </p:sp>
      <p:pic>
        <p:nvPicPr>
          <p:cNvPr id="690" name="Google Shape;690;p74" title="Screenshot 2025-12-02 at 1.18.09 PM.png"/>
          <p:cNvPicPr preferRelativeResize="0"/>
          <p:nvPr/>
        </p:nvPicPr>
        <p:blipFill>
          <a:blip r:embed="rId4">
            <a:alphaModFix/>
          </a:blip>
          <a:stretch>
            <a:fillRect/>
          </a:stretch>
        </p:blipFill>
        <p:spPr>
          <a:xfrm>
            <a:off x="7951800" y="3963700"/>
            <a:ext cx="1077209" cy="1179800"/>
          </a:xfrm>
          <a:prstGeom prst="rect">
            <a:avLst/>
          </a:prstGeom>
          <a:noFill/>
          <a:ln>
            <a:noFill/>
          </a:ln>
        </p:spPr>
      </p:pic>
      <p:pic>
        <p:nvPicPr>
          <p:cNvPr id="691" name="Google Shape;691;p74"/>
          <p:cNvPicPr preferRelativeResize="0"/>
          <p:nvPr/>
        </p:nvPicPr>
        <p:blipFill>
          <a:blip r:embed="rId5">
            <a:alphaModFix/>
          </a:blip>
          <a:stretch>
            <a:fillRect/>
          </a:stretch>
        </p:blipFill>
        <p:spPr>
          <a:xfrm>
            <a:off x="8003600" y="4395850"/>
            <a:ext cx="1096525" cy="1096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5" name="Shape 695"/>
        <p:cNvGrpSpPr/>
        <p:nvPr/>
      </p:nvGrpSpPr>
      <p:grpSpPr>
        <a:xfrm>
          <a:off x="0" y="0"/>
          <a:ext cx="0" cy="0"/>
          <a:chOff x="0" y="0"/>
          <a:chExt cx="0" cy="0"/>
        </a:xfrm>
      </p:grpSpPr>
      <p:sp>
        <p:nvSpPr>
          <p:cNvPr id="696" name="Google Shape;696;p75"/>
          <p:cNvSpPr/>
          <p:nvPr/>
        </p:nvSpPr>
        <p:spPr>
          <a:xfrm>
            <a:off x="390175" y="1385275"/>
            <a:ext cx="8262300" cy="935100"/>
          </a:xfrm>
          <a:prstGeom prst="roundRect">
            <a:avLst>
              <a:gd fmla="val 16667" name="adj"/>
            </a:avLst>
          </a:prstGeom>
          <a:solidFill>
            <a:srgbClr val="BBA6F0"/>
          </a:solidFill>
          <a:ln cap="flat" cmpd="sng" w="28575">
            <a:solidFill>
              <a:srgbClr val="83209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97" name="Google Shape;697;p75"/>
          <p:cNvSpPr/>
          <p:nvPr/>
        </p:nvSpPr>
        <p:spPr>
          <a:xfrm>
            <a:off x="390150" y="2489725"/>
            <a:ext cx="8262300" cy="935100"/>
          </a:xfrm>
          <a:prstGeom prst="roundRect">
            <a:avLst>
              <a:gd fmla="val 16667" name="adj"/>
            </a:avLst>
          </a:prstGeom>
          <a:solidFill>
            <a:srgbClr val="BBA6F0"/>
          </a:solidFill>
          <a:ln cap="flat" cmpd="sng" w="28575">
            <a:solidFill>
              <a:srgbClr val="7B2A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98" name="Google Shape;698;p75"/>
          <p:cNvSpPr/>
          <p:nvPr/>
        </p:nvSpPr>
        <p:spPr>
          <a:xfrm>
            <a:off x="390150" y="3594150"/>
            <a:ext cx="8262300" cy="935100"/>
          </a:xfrm>
          <a:prstGeom prst="roundRect">
            <a:avLst>
              <a:gd fmla="val 16667" name="adj"/>
            </a:avLst>
          </a:prstGeom>
          <a:solidFill>
            <a:srgbClr val="BBA6F0"/>
          </a:solidFill>
          <a:ln cap="flat" cmpd="sng" w="28575">
            <a:solidFill>
              <a:srgbClr val="83209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699" name="Google Shape;699;p75"/>
          <p:cNvSpPr txBox="1"/>
          <p:nvPr/>
        </p:nvSpPr>
        <p:spPr>
          <a:xfrm>
            <a:off x="1007100" y="1549600"/>
            <a:ext cx="7534500" cy="714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rgbClr val="671E75"/>
                </a:solidFill>
                <a:latin typeface="Poppins Medium"/>
                <a:ea typeface="Poppins Medium"/>
                <a:cs typeface="Poppins Medium"/>
                <a:sym typeface="Poppins Medium"/>
              </a:rPr>
              <a:t>Prioritize financial accessibility when targeting students for online ordering through campus partnerships and student-specific discounts</a:t>
            </a:r>
            <a:endParaRPr sz="1500">
              <a:solidFill>
                <a:srgbClr val="671E75"/>
              </a:solidFill>
              <a:latin typeface="Poppins Medium"/>
              <a:ea typeface="Poppins Medium"/>
              <a:cs typeface="Poppins Medium"/>
              <a:sym typeface="Poppins Medium"/>
            </a:endParaRPr>
          </a:p>
        </p:txBody>
      </p:sp>
      <p:sp>
        <p:nvSpPr>
          <p:cNvPr id="700" name="Google Shape;700;p75"/>
          <p:cNvSpPr txBox="1"/>
          <p:nvPr/>
        </p:nvSpPr>
        <p:spPr>
          <a:xfrm>
            <a:off x="1117950" y="2618458"/>
            <a:ext cx="7312800" cy="7146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lang="en" sz="1500">
                <a:solidFill>
                  <a:srgbClr val="662380"/>
                </a:solidFill>
                <a:latin typeface="Poppins Medium"/>
                <a:ea typeface="Poppins Medium"/>
                <a:cs typeface="Poppins Medium"/>
                <a:sym typeface="Poppins Medium"/>
              </a:rPr>
              <a:t>Embed</a:t>
            </a:r>
            <a:r>
              <a:rPr lang="en" sz="1500">
                <a:solidFill>
                  <a:srgbClr val="662380"/>
                </a:solidFill>
                <a:latin typeface="Poppins Medium"/>
                <a:ea typeface="Poppins Medium"/>
                <a:cs typeface="Poppins Medium"/>
                <a:sym typeface="Poppins Medium"/>
              </a:rPr>
              <a:t> online reviews into Toast’s restaurant sites and include AI generated FAQ sections to optimize AI search results</a:t>
            </a:r>
            <a:endParaRPr sz="1500">
              <a:solidFill>
                <a:srgbClr val="662380"/>
              </a:solidFill>
              <a:latin typeface="Poppins Medium"/>
              <a:ea typeface="Poppins Medium"/>
              <a:cs typeface="Poppins Medium"/>
              <a:sym typeface="Poppins Medium"/>
            </a:endParaRPr>
          </a:p>
          <a:p>
            <a:pPr indent="0" lvl="0" marL="0" rtl="0" algn="r">
              <a:spcBef>
                <a:spcPts val="0"/>
              </a:spcBef>
              <a:spcAft>
                <a:spcPts val="0"/>
              </a:spcAft>
              <a:buNone/>
            </a:pPr>
            <a:r>
              <a:t/>
            </a:r>
            <a:endParaRPr sz="1800">
              <a:solidFill>
                <a:schemeClr val="accent2"/>
              </a:solidFill>
              <a:latin typeface="Manjari"/>
              <a:ea typeface="Manjari"/>
              <a:cs typeface="Manjari"/>
              <a:sym typeface="Manjari"/>
            </a:endParaRPr>
          </a:p>
        </p:txBody>
      </p:sp>
      <p:sp>
        <p:nvSpPr>
          <p:cNvPr id="701" name="Google Shape;701;p75"/>
          <p:cNvSpPr txBox="1"/>
          <p:nvPr/>
        </p:nvSpPr>
        <p:spPr>
          <a:xfrm>
            <a:off x="1117950" y="3735798"/>
            <a:ext cx="7312800" cy="714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500">
                <a:solidFill>
                  <a:srgbClr val="662380"/>
                </a:solidFill>
                <a:latin typeface="Poppins Medium"/>
                <a:ea typeface="Poppins Medium"/>
                <a:cs typeface="Poppins Medium"/>
                <a:sym typeface="Poppins Medium"/>
              </a:rPr>
              <a:t>Implement a filtering feature for Toast </a:t>
            </a:r>
            <a:r>
              <a:rPr lang="en" sz="1500">
                <a:solidFill>
                  <a:srgbClr val="662380"/>
                </a:solidFill>
                <a:latin typeface="Poppins Medium"/>
                <a:ea typeface="Poppins Medium"/>
                <a:cs typeface="Poppins Medium"/>
                <a:sym typeface="Poppins Medium"/>
              </a:rPr>
              <a:t>online</a:t>
            </a:r>
            <a:r>
              <a:rPr lang="en" sz="1500">
                <a:solidFill>
                  <a:srgbClr val="662380"/>
                </a:solidFill>
                <a:latin typeface="Poppins Medium"/>
                <a:ea typeface="Poppins Medium"/>
                <a:cs typeface="Poppins Medium"/>
                <a:sym typeface="Poppins Medium"/>
              </a:rPr>
              <a:t> ordering site menus to improve customer experience and ease of usage</a:t>
            </a:r>
            <a:endParaRPr sz="1500">
              <a:solidFill>
                <a:srgbClr val="662380"/>
              </a:solidFill>
              <a:latin typeface="Poppins Medium"/>
              <a:ea typeface="Poppins Medium"/>
              <a:cs typeface="Poppins Medium"/>
              <a:sym typeface="Poppins Medium"/>
            </a:endParaRPr>
          </a:p>
        </p:txBody>
      </p:sp>
      <p:sp>
        <p:nvSpPr>
          <p:cNvPr id="702" name="Google Shape;702;p75"/>
          <p:cNvSpPr txBox="1"/>
          <p:nvPr/>
        </p:nvSpPr>
        <p:spPr>
          <a:xfrm>
            <a:off x="657275" y="1566475"/>
            <a:ext cx="591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Poppins"/>
                <a:ea typeface="Poppins"/>
                <a:cs typeface="Poppins"/>
                <a:sym typeface="Poppins"/>
              </a:rPr>
              <a:t>01</a:t>
            </a:r>
            <a:endParaRPr b="1" sz="2500">
              <a:solidFill>
                <a:schemeClr val="dk1"/>
              </a:solidFill>
              <a:latin typeface="Poppins"/>
              <a:ea typeface="Poppins"/>
              <a:cs typeface="Poppins"/>
              <a:sym typeface="Poppins"/>
            </a:endParaRPr>
          </a:p>
        </p:txBody>
      </p:sp>
      <p:sp>
        <p:nvSpPr>
          <p:cNvPr id="703" name="Google Shape;703;p75"/>
          <p:cNvSpPr txBox="1"/>
          <p:nvPr/>
        </p:nvSpPr>
        <p:spPr>
          <a:xfrm>
            <a:off x="635225" y="2670900"/>
            <a:ext cx="635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Poppins"/>
                <a:ea typeface="Poppins"/>
                <a:cs typeface="Poppins"/>
                <a:sym typeface="Poppins"/>
              </a:rPr>
              <a:t>02</a:t>
            </a:r>
            <a:endParaRPr b="1" sz="2500">
              <a:solidFill>
                <a:schemeClr val="dk1"/>
              </a:solidFill>
              <a:latin typeface="Poppins"/>
              <a:ea typeface="Poppins"/>
              <a:cs typeface="Poppins"/>
              <a:sym typeface="Poppins"/>
            </a:endParaRPr>
          </a:p>
        </p:txBody>
      </p:sp>
      <p:sp>
        <p:nvSpPr>
          <p:cNvPr id="704" name="Google Shape;704;p75"/>
          <p:cNvSpPr txBox="1"/>
          <p:nvPr/>
        </p:nvSpPr>
        <p:spPr>
          <a:xfrm>
            <a:off x="635225" y="3775375"/>
            <a:ext cx="635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chemeClr val="dk1"/>
                </a:solidFill>
                <a:latin typeface="Poppins"/>
                <a:ea typeface="Poppins"/>
                <a:cs typeface="Poppins"/>
                <a:sym typeface="Poppins"/>
              </a:rPr>
              <a:t>03</a:t>
            </a:r>
            <a:endParaRPr b="1" sz="2500">
              <a:solidFill>
                <a:schemeClr val="dk1"/>
              </a:solidFill>
              <a:latin typeface="Poppins"/>
              <a:ea typeface="Poppins"/>
              <a:cs typeface="Poppins"/>
              <a:sym typeface="Poppins"/>
            </a:endParaRPr>
          </a:p>
        </p:txBody>
      </p:sp>
      <p:sp>
        <p:nvSpPr>
          <p:cNvPr id="705" name="Google Shape;705;p75"/>
          <p:cNvSpPr txBox="1"/>
          <p:nvPr>
            <p:ph type="title"/>
          </p:nvPr>
        </p:nvSpPr>
        <p:spPr>
          <a:xfrm>
            <a:off x="713250" y="564175"/>
            <a:ext cx="7717500" cy="541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900">
                <a:solidFill>
                  <a:srgbClr val="662380"/>
                </a:solidFill>
                <a:latin typeface="Roboto"/>
                <a:ea typeface="Roboto"/>
                <a:cs typeface="Roboto"/>
                <a:sym typeface="Roboto"/>
              </a:rPr>
              <a:t>Key Takeaways and Recommendations</a:t>
            </a:r>
            <a:endParaRPr sz="2900">
              <a:solidFill>
                <a:srgbClr val="662380"/>
              </a:solidFill>
              <a:latin typeface="Roboto"/>
              <a:ea typeface="Roboto"/>
              <a:cs typeface="Roboto"/>
              <a:sym typeface="Roboto"/>
            </a:endParaRPr>
          </a:p>
        </p:txBody>
      </p:sp>
      <p:pic>
        <p:nvPicPr>
          <p:cNvPr id="706" name="Google Shape;706;p75"/>
          <p:cNvPicPr preferRelativeResize="0"/>
          <p:nvPr/>
        </p:nvPicPr>
        <p:blipFill rotWithShape="1">
          <a:blip r:embed="rId4">
            <a:alphaModFix/>
          </a:blip>
          <a:srcRect b="39654" l="13786" r="0" t="0"/>
          <a:stretch/>
        </p:blipFill>
        <p:spPr>
          <a:xfrm>
            <a:off x="0" y="0"/>
            <a:ext cx="9144000" cy="1168025"/>
          </a:xfrm>
          <a:prstGeom prst="rect">
            <a:avLst/>
          </a:prstGeom>
          <a:noFill/>
          <a:ln>
            <a:noFill/>
          </a:ln>
        </p:spPr>
      </p:pic>
      <p:sp>
        <p:nvSpPr>
          <p:cNvPr id="707" name="Google Shape;707;p75"/>
          <p:cNvSpPr txBox="1"/>
          <p:nvPr>
            <p:ph type="title"/>
          </p:nvPr>
        </p:nvSpPr>
        <p:spPr>
          <a:xfrm>
            <a:off x="713250" y="505380"/>
            <a:ext cx="7717500" cy="541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600">
                <a:solidFill>
                  <a:srgbClr val="662380"/>
                </a:solidFill>
              </a:rPr>
              <a:t>Takeaways</a:t>
            </a:r>
            <a:endParaRPr sz="4600">
              <a:solidFill>
                <a:srgbClr val="662380"/>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76"/>
          <p:cNvSpPr txBox="1"/>
          <p:nvPr>
            <p:ph type="ctrTitle"/>
          </p:nvPr>
        </p:nvSpPr>
        <p:spPr>
          <a:xfrm>
            <a:off x="579600" y="1723475"/>
            <a:ext cx="7299900" cy="94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Poppins"/>
                <a:ea typeface="Poppins"/>
                <a:cs typeface="Poppins"/>
                <a:sym typeface="Poppins"/>
              </a:rPr>
              <a:t>Thank you!</a:t>
            </a:r>
            <a:endParaRPr>
              <a:latin typeface="Poppins"/>
              <a:ea typeface="Poppins"/>
              <a:cs typeface="Poppins"/>
              <a:sym typeface="Poppins"/>
            </a:endParaRPr>
          </a:p>
        </p:txBody>
      </p:sp>
      <p:pic>
        <p:nvPicPr>
          <p:cNvPr id="713" name="Google Shape;713;p76"/>
          <p:cNvPicPr preferRelativeResize="0"/>
          <p:nvPr/>
        </p:nvPicPr>
        <p:blipFill>
          <a:blip r:embed="rId4">
            <a:alphaModFix/>
          </a:blip>
          <a:stretch>
            <a:fillRect/>
          </a:stretch>
        </p:blipFill>
        <p:spPr>
          <a:xfrm>
            <a:off x="681775" y="3220202"/>
            <a:ext cx="2291950" cy="602175"/>
          </a:xfrm>
          <a:prstGeom prst="rect">
            <a:avLst/>
          </a:prstGeom>
          <a:noFill/>
          <a:ln>
            <a:noFill/>
          </a:ln>
        </p:spPr>
      </p:pic>
      <p:sp>
        <p:nvSpPr>
          <p:cNvPr id="714" name="Google Shape;714;p76"/>
          <p:cNvSpPr txBox="1"/>
          <p:nvPr>
            <p:ph idx="1" type="subTitle"/>
          </p:nvPr>
        </p:nvSpPr>
        <p:spPr>
          <a:xfrm>
            <a:off x="681775" y="2535306"/>
            <a:ext cx="5060100" cy="1036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500">
                <a:solidFill>
                  <a:schemeClr val="dk2"/>
                </a:solidFill>
                <a:latin typeface="Poppins"/>
                <a:ea typeface="Poppins"/>
                <a:cs typeface="Poppins"/>
                <a:sym typeface="Poppins"/>
              </a:rPr>
              <a:t>Contact:</a:t>
            </a:r>
            <a:endParaRPr sz="1000">
              <a:solidFill>
                <a:schemeClr val="dk2"/>
              </a:solidFill>
              <a:latin typeface="Poppins"/>
              <a:ea typeface="Poppins"/>
              <a:cs typeface="Poppins"/>
              <a:sym typeface="Poppins"/>
            </a:endParaRPr>
          </a:p>
          <a:p>
            <a:pPr indent="-311150" lvl="0" marL="457200" rtl="0" algn="l">
              <a:lnSpc>
                <a:spcPct val="100000"/>
              </a:lnSpc>
              <a:spcBef>
                <a:spcPts val="0"/>
              </a:spcBef>
              <a:spcAft>
                <a:spcPts val="0"/>
              </a:spcAft>
              <a:buClr>
                <a:schemeClr val="dk2"/>
              </a:buClr>
              <a:buSzPts val="1300"/>
              <a:buFont typeface="Poppins"/>
              <a:buChar char="●"/>
            </a:pPr>
            <a:r>
              <a:rPr lang="en" sz="1300">
                <a:solidFill>
                  <a:schemeClr val="dk2"/>
                </a:solidFill>
                <a:latin typeface="Poppins"/>
                <a:ea typeface="Poppins"/>
                <a:cs typeface="Poppins"/>
                <a:sym typeface="Poppins"/>
              </a:rPr>
              <a:t>productspacegeorgetown@gmail.com</a:t>
            </a:r>
            <a:endParaRPr sz="1300">
              <a:solidFill>
                <a:schemeClr val="dk2"/>
              </a:solidFill>
              <a:latin typeface="Poppins"/>
              <a:ea typeface="Poppins"/>
              <a:cs typeface="Poppins"/>
              <a:sym typeface="Poppins"/>
            </a:endParaRPr>
          </a:p>
          <a:p>
            <a:pPr indent="-311150" lvl="0" marL="457200" rtl="0" algn="l">
              <a:lnSpc>
                <a:spcPct val="100000"/>
              </a:lnSpc>
              <a:spcBef>
                <a:spcPts val="0"/>
              </a:spcBef>
              <a:spcAft>
                <a:spcPts val="0"/>
              </a:spcAft>
              <a:buClr>
                <a:schemeClr val="dk2"/>
              </a:buClr>
              <a:buSzPts val="1300"/>
              <a:buFont typeface="Poppins"/>
              <a:buChar char="●"/>
            </a:pPr>
            <a:r>
              <a:rPr lang="en" sz="1300">
                <a:solidFill>
                  <a:schemeClr val="dk2"/>
                </a:solidFill>
                <a:latin typeface="Poppins"/>
                <a:ea typeface="Poppins"/>
                <a:cs typeface="Poppins"/>
                <a:sym typeface="Poppins"/>
              </a:rPr>
              <a:t>Instagram:</a:t>
            </a:r>
            <a:r>
              <a:rPr lang="en" sz="1300">
                <a:solidFill>
                  <a:schemeClr val="dk2"/>
                </a:solidFill>
                <a:latin typeface="Poppins"/>
                <a:ea typeface="Poppins"/>
                <a:cs typeface="Poppins"/>
                <a:sym typeface="Poppins"/>
              </a:rPr>
              <a:t> @productspacegeorgetown</a:t>
            </a:r>
            <a:r>
              <a:rPr lang="en" sz="1500">
                <a:solidFill>
                  <a:schemeClr val="dk2"/>
                </a:solidFill>
                <a:latin typeface="Poppins"/>
                <a:ea typeface="Poppins"/>
                <a:cs typeface="Poppins"/>
                <a:sym typeface="Poppins"/>
              </a:rPr>
              <a:t> </a:t>
            </a:r>
            <a:endParaRPr b="1" sz="11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8" name="Shape 718"/>
        <p:cNvGrpSpPr/>
        <p:nvPr/>
      </p:nvGrpSpPr>
      <p:grpSpPr>
        <a:xfrm>
          <a:off x="0" y="0"/>
          <a:ext cx="0" cy="0"/>
          <a:chOff x="0" y="0"/>
          <a:chExt cx="0" cy="0"/>
        </a:xfrm>
      </p:grpSpPr>
      <p:sp>
        <p:nvSpPr>
          <p:cNvPr id="719" name="Google Shape;719;p77"/>
          <p:cNvSpPr txBox="1"/>
          <p:nvPr>
            <p:ph idx="1" type="subTitle"/>
          </p:nvPr>
        </p:nvSpPr>
        <p:spPr>
          <a:xfrm>
            <a:off x="401800" y="1022475"/>
            <a:ext cx="2303100" cy="36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SECTION THREE</a:t>
            </a:r>
            <a:endParaRPr/>
          </a:p>
        </p:txBody>
      </p:sp>
      <p:sp>
        <p:nvSpPr>
          <p:cNvPr id="720" name="Google Shape;720;p77"/>
          <p:cNvSpPr txBox="1"/>
          <p:nvPr>
            <p:ph type="title"/>
          </p:nvPr>
        </p:nvSpPr>
        <p:spPr>
          <a:xfrm>
            <a:off x="391748" y="1309775"/>
            <a:ext cx="2303100" cy="487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Short Title</a:t>
            </a:r>
            <a:endParaRPr/>
          </a:p>
        </p:txBody>
      </p:sp>
      <p:sp>
        <p:nvSpPr>
          <p:cNvPr id="721" name="Google Shape;721;p77"/>
          <p:cNvSpPr txBox="1"/>
          <p:nvPr>
            <p:ph idx="2" type="body"/>
          </p:nvPr>
        </p:nvSpPr>
        <p:spPr>
          <a:xfrm>
            <a:off x="391750" y="1797575"/>
            <a:ext cx="2303100" cy="287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Text text text.</a:t>
            </a:r>
            <a:endParaRPr/>
          </a:p>
          <a:p>
            <a:pPr indent="0" lvl="0" marL="0" rtl="0" algn="l">
              <a:spcBef>
                <a:spcPts val="0"/>
              </a:spcBef>
              <a:spcAft>
                <a:spcPts val="0"/>
              </a:spcAft>
              <a:buNone/>
            </a:pPr>
            <a:r>
              <a:rPr lang="en"/>
              <a:t>See picture on the side!</a:t>
            </a:r>
            <a:endParaRPr/>
          </a:p>
        </p:txBody>
      </p:sp>
      <p:pic>
        <p:nvPicPr>
          <p:cNvPr id="722" name="Google Shape;722;p77" title="Screenshot 2025-12-02 at 1.18.09 PM.png"/>
          <p:cNvPicPr preferRelativeResize="0"/>
          <p:nvPr/>
        </p:nvPicPr>
        <p:blipFill>
          <a:blip r:embed="rId3">
            <a:alphaModFix/>
          </a:blip>
          <a:stretch>
            <a:fillRect/>
          </a:stretch>
        </p:blipFill>
        <p:spPr>
          <a:xfrm>
            <a:off x="7951800" y="3963700"/>
            <a:ext cx="1077209" cy="1179800"/>
          </a:xfrm>
          <a:prstGeom prst="rect">
            <a:avLst/>
          </a:prstGeom>
          <a:noFill/>
          <a:ln>
            <a:noFill/>
          </a:ln>
        </p:spPr>
      </p:pic>
      <p:pic>
        <p:nvPicPr>
          <p:cNvPr id="723" name="Google Shape;723;p77"/>
          <p:cNvPicPr preferRelativeResize="0"/>
          <p:nvPr/>
        </p:nvPicPr>
        <p:blipFill>
          <a:blip r:embed="rId4">
            <a:alphaModFix/>
          </a:blip>
          <a:stretch>
            <a:fillRect/>
          </a:stretch>
        </p:blipFill>
        <p:spPr>
          <a:xfrm>
            <a:off x="8003600" y="4395850"/>
            <a:ext cx="1096525" cy="1096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27" name="Shape 727"/>
        <p:cNvGrpSpPr/>
        <p:nvPr/>
      </p:nvGrpSpPr>
      <p:grpSpPr>
        <a:xfrm>
          <a:off x="0" y="0"/>
          <a:ext cx="0" cy="0"/>
          <a:chOff x="0" y="0"/>
          <a:chExt cx="0" cy="0"/>
        </a:xfrm>
      </p:grpSpPr>
      <p:sp>
        <p:nvSpPr>
          <p:cNvPr id="728" name="Google Shape;728;p78"/>
          <p:cNvSpPr txBox="1"/>
          <p:nvPr>
            <p:ph idx="1" type="subTitle"/>
          </p:nvPr>
        </p:nvSpPr>
        <p:spPr>
          <a:xfrm>
            <a:off x="401800" y="993361"/>
            <a:ext cx="2303100" cy="36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Section</a:t>
            </a:r>
            <a:endParaRPr sz="1200"/>
          </a:p>
        </p:txBody>
      </p:sp>
      <p:sp>
        <p:nvSpPr>
          <p:cNvPr id="729" name="Google Shape;729;p78"/>
          <p:cNvSpPr txBox="1"/>
          <p:nvPr>
            <p:ph type="title"/>
          </p:nvPr>
        </p:nvSpPr>
        <p:spPr>
          <a:xfrm>
            <a:off x="391750" y="1309775"/>
            <a:ext cx="2793300" cy="4878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Title</a:t>
            </a:r>
            <a:endParaRPr/>
          </a:p>
        </p:txBody>
      </p:sp>
      <p:sp>
        <p:nvSpPr>
          <p:cNvPr id="730" name="Google Shape;730;p78"/>
          <p:cNvSpPr txBox="1"/>
          <p:nvPr>
            <p:ph idx="2" type="body"/>
          </p:nvPr>
        </p:nvSpPr>
        <p:spPr>
          <a:xfrm>
            <a:off x="391750" y="1736026"/>
            <a:ext cx="2303100" cy="1863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Text</a:t>
            </a:r>
            <a:endParaRPr sz="1600"/>
          </a:p>
          <a:p>
            <a:pPr indent="0" lvl="0" marL="0" rtl="0" algn="l">
              <a:spcBef>
                <a:spcPts val="0"/>
              </a:spcBef>
              <a:spcAft>
                <a:spcPts val="0"/>
              </a:spcAft>
              <a:buNone/>
            </a:pPr>
            <a:r>
              <a:t/>
            </a:r>
            <a:endParaRPr sz="1800"/>
          </a:p>
        </p:txBody>
      </p:sp>
      <p:sp>
        <p:nvSpPr>
          <p:cNvPr id="731" name="Google Shape;731;p78"/>
          <p:cNvSpPr/>
          <p:nvPr/>
        </p:nvSpPr>
        <p:spPr>
          <a:xfrm>
            <a:off x="391750" y="3873076"/>
            <a:ext cx="2228400" cy="750300"/>
          </a:xfrm>
          <a:prstGeom prst="roundRect">
            <a:avLst>
              <a:gd fmla="val 37152" name="adj"/>
            </a:avLst>
          </a:prstGeom>
          <a:solidFill>
            <a:srgbClr val="B95FB7"/>
          </a:solidFill>
          <a:ln cap="flat" cmpd="sng" w="9525">
            <a:solidFill>
              <a:srgbClr val="BBA6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2" name="Google Shape;732;p78"/>
          <p:cNvSpPr txBox="1"/>
          <p:nvPr>
            <p:ph idx="2" type="body"/>
          </p:nvPr>
        </p:nvSpPr>
        <p:spPr>
          <a:xfrm>
            <a:off x="468550" y="3889133"/>
            <a:ext cx="1929900" cy="734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400">
                <a:solidFill>
                  <a:schemeClr val="lt1"/>
                </a:solidFill>
                <a:latin typeface="Poppins"/>
                <a:ea typeface="Poppins"/>
                <a:cs typeface="Poppins"/>
                <a:sym typeface="Poppins"/>
              </a:rPr>
              <a:t>Key Takeaway</a:t>
            </a:r>
            <a:endParaRPr sz="1400">
              <a:latin typeface="Poppins"/>
              <a:ea typeface="Poppins"/>
              <a:cs typeface="Poppins"/>
              <a:sym typeface="Poppins"/>
            </a:endParaRPr>
          </a:p>
        </p:txBody>
      </p:sp>
      <p:pic>
        <p:nvPicPr>
          <p:cNvPr id="733" name="Google Shape;733;p78" title="Screenshot 2025-12-02 at 1.18.09 PM.png"/>
          <p:cNvPicPr preferRelativeResize="0"/>
          <p:nvPr/>
        </p:nvPicPr>
        <p:blipFill>
          <a:blip r:embed="rId3">
            <a:alphaModFix/>
          </a:blip>
          <a:stretch>
            <a:fillRect/>
          </a:stretch>
        </p:blipFill>
        <p:spPr>
          <a:xfrm>
            <a:off x="7951800" y="3963700"/>
            <a:ext cx="1077209" cy="1179800"/>
          </a:xfrm>
          <a:prstGeom prst="rect">
            <a:avLst/>
          </a:prstGeom>
          <a:noFill/>
          <a:ln>
            <a:noFill/>
          </a:ln>
        </p:spPr>
      </p:pic>
      <p:pic>
        <p:nvPicPr>
          <p:cNvPr id="734" name="Google Shape;734;p78"/>
          <p:cNvPicPr preferRelativeResize="0"/>
          <p:nvPr/>
        </p:nvPicPr>
        <p:blipFill>
          <a:blip r:embed="rId4">
            <a:alphaModFix/>
          </a:blip>
          <a:stretch>
            <a:fillRect/>
          </a:stretch>
        </p:blipFill>
        <p:spPr>
          <a:xfrm>
            <a:off x="8003600" y="4395850"/>
            <a:ext cx="1096525" cy="1096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8" name="Shape 738"/>
        <p:cNvGrpSpPr/>
        <p:nvPr/>
      </p:nvGrpSpPr>
      <p:grpSpPr>
        <a:xfrm>
          <a:off x="0" y="0"/>
          <a:ext cx="0" cy="0"/>
          <a:chOff x="0" y="0"/>
          <a:chExt cx="0" cy="0"/>
        </a:xfrm>
      </p:grpSpPr>
      <p:pic>
        <p:nvPicPr>
          <p:cNvPr id="739" name="Google Shape;739;p79" title="Screenshot 2025-12-02 at 10.43.31 AM.png"/>
          <p:cNvPicPr preferRelativeResize="0"/>
          <p:nvPr/>
        </p:nvPicPr>
        <p:blipFill rotWithShape="1">
          <a:blip r:embed="rId3">
            <a:alphaModFix/>
          </a:blip>
          <a:srcRect b="96514" l="0" r="0" t="0"/>
          <a:stretch/>
        </p:blipFill>
        <p:spPr>
          <a:xfrm>
            <a:off x="6148525" y="0"/>
            <a:ext cx="3021926" cy="185199"/>
          </a:xfrm>
          <a:prstGeom prst="rect">
            <a:avLst/>
          </a:prstGeom>
          <a:noFill/>
          <a:ln>
            <a:noFill/>
          </a:ln>
        </p:spPr>
      </p:pic>
      <p:pic>
        <p:nvPicPr>
          <p:cNvPr id="740" name="Google Shape;740;p79" title="Screenshot 2025-12-02 at 10.43.31 AM.png"/>
          <p:cNvPicPr preferRelativeResize="0"/>
          <p:nvPr/>
        </p:nvPicPr>
        <p:blipFill rotWithShape="1">
          <a:blip r:embed="rId3">
            <a:alphaModFix/>
          </a:blip>
          <a:srcRect b="0" l="0" r="94690" t="0"/>
          <a:stretch/>
        </p:blipFill>
        <p:spPr>
          <a:xfrm>
            <a:off x="6113250" y="0"/>
            <a:ext cx="145475" cy="4736049"/>
          </a:xfrm>
          <a:prstGeom prst="rect">
            <a:avLst/>
          </a:prstGeom>
          <a:noFill/>
          <a:ln>
            <a:noFill/>
          </a:ln>
        </p:spPr>
      </p:pic>
      <p:pic>
        <p:nvPicPr>
          <p:cNvPr id="741" name="Google Shape;741;p79" title="Screenshot 2025-12-02 at 10.43.31 AM.png"/>
          <p:cNvPicPr preferRelativeResize="0"/>
          <p:nvPr/>
        </p:nvPicPr>
        <p:blipFill rotWithShape="1">
          <a:blip r:embed="rId3">
            <a:alphaModFix/>
          </a:blip>
          <a:srcRect b="0" l="94690" r="0" t="0"/>
          <a:stretch/>
        </p:blipFill>
        <p:spPr>
          <a:xfrm>
            <a:off x="8998525" y="0"/>
            <a:ext cx="145475" cy="4736049"/>
          </a:xfrm>
          <a:prstGeom prst="rect">
            <a:avLst/>
          </a:prstGeom>
          <a:noFill/>
          <a:ln>
            <a:noFill/>
          </a:ln>
        </p:spPr>
      </p:pic>
      <p:pic>
        <p:nvPicPr>
          <p:cNvPr id="742" name="Google Shape;742;p79" title="Screenshot 2025-12-02 at 10.43.31 AM.png"/>
          <p:cNvPicPr preferRelativeResize="0"/>
          <p:nvPr/>
        </p:nvPicPr>
        <p:blipFill rotWithShape="1">
          <a:blip r:embed="rId3">
            <a:alphaModFix/>
          </a:blip>
          <a:srcRect b="0" l="0" r="0" t="94972"/>
          <a:stretch/>
        </p:blipFill>
        <p:spPr>
          <a:xfrm>
            <a:off x="6148528" y="4480275"/>
            <a:ext cx="2942874" cy="255774"/>
          </a:xfrm>
          <a:prstGeom prst="rect">
            <a:avLst/>
          </a:prstGeom>
          <a:noFill/>
          <a:ln>
            <a:noFill/>
          </a:ln>
        </p:spPr>
      </p:pic>
      <p:sp>
        <p:nvSpPr>
          <p:cNvPr id="743" name="Google Shape;743;p79"/>
          <p:cNvSpPr txBox="1"/>
          <p:nvPr/>
        </p:nvSpPr>
        <p:spPr>
          <a:xfrm>
            <a:off x="6277565" y="993361"/>
            <a:ext cx="2303100" cy="369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200">
                <a:solidFill>
                  <a:srgbClr val="000000"/>
                </a:solidFill>
                <a:latin typeface="Raleway"/>
                <a:ea typeface="Raleway"/>
                <a:cs typeface="Raleway"/>
                <a:sym typeface="Raleway"/>
              </a:rPr>
              <a:t>Section</a:t>
            </a:r>
            <a:endParaRPr sz="1200">
              <a:solidFill>
                <a:srgbClr val="000000"/>
              </a:solidFill>
              <a:latin typeface="Raleway"/>
              <a:ea typeface="Raleway"/>
              <a:cs typeface="Raleway"/>
              <a:sym typeface="Raleway"/>
            </a:endParaRPr>
          </a:p>
        </p:txBody>
      </p:sp>
      <p:sp>
        <p:nvSpPr>
          <p:cNvPr id="744" name="Google Shape;744;p79"/>
          <p:cNvSpPr txBox="1"/>
          <p:nvPr/>
        </p:nvSpPr>
        <p:spPr>
          <a:xfrm>
            <a:off x="6267515" y="1309775"/>
            <a:ext cx="2793300" cy="487800"/>
          </a:xfrm>
          <a:prstGeom prst="rect">
            <a:avLst/>
          </a:prstGeom>
          <a:noFill/>
          <a:ln>
            <a:noFill/>
          </a:ln>
        </p:spPr>
        <p:txBody>
          <a:bodyPr anchorCtr="0" anchor="b" bIns="91425" lIns="91425" spcFirstLastPara="1" rIns="91425" wrap="square" tIns="91425">
            <a:normAutofit fontScale="85000" lnSpcReduction="20000"/>
          </a:bodyPr>
          <a:lstStyle/>
          <a:p>
            <a:pPr indent="0" lvl="0" marL="0" rtl="0" algn="l">
              <a:spcBef>
                <a:spcPts val="0"/>
              </a:spcBef>
              <a:spcAft>
                <a:spcPts val="0"/>
              </a:spcAft>
              <a:buNone/>
            </a:pPr>
            <a:r>
              <a:rPr b="1" lang="en" sz="2800">
                <a:solidFill>
                  <a:srgbClr val="832098"/>
                </a:solidFill>
                <a:latin typeface="Roboto"/>
                <a:ea typeface="Roboto"/>
                <a:cs typeface="Roboto"/>
                <a:sym typeface="Roboto"/>
              </a:rPr>
              <a:t>Title</a:t>
            </a:r>
            <a:endParaRPr b="1" sz="2800">
              <a:solidFill>
                <a:srgbClr val="832098"/>
              </a:solidFill>
              <a:latin typeface="Roboto"/>
              <a:ea typeface="Roboto"/>
              <a:cs typeface="Roboto"/>
              <a:sym typeface="Roboto"/>
            </a:endParaRPr>
          </a:p>
        </p:txBody>
      </p:sp>
      <p:sp>
        <p:nvSpPr>
          <p:cNvPr id="745" name="Google Shape;745;p79"/>
          <p:cNvSpPr txBox="1"/>
          <p:nvPr/>
        </p:nvSpPr>
        <p:spPr>
          <a:xfrm>
            <a:off x="6267515" y="1735988"/>
            <a:ext cx="2303100" cy="66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000000"/>
                </a:solidFill>
                <a:latin typeface="Roboto"/>
                <a:ea typeface="Roboto"/>
                <a:cs typeface="Roboto"/>
                <a:sym typeface="Roboto"/>
              </a:rPr>
              <a:t>Text</a:t>
            </a:r>
            <a:endParaRPr sz="1800">
              <a:solidFill>
                <a:srgbClr val="000000"/>
              </a:solidFill>
              <a:latin typeface="Roboto"/>
              <a:ea typeface="Roboto"/>
              <a:cs typeface="Roboto"/>
              <a:sym typeface="Roboto"/>
            </a:endParaRPr>
          </a:p>
          <a:p>
            <a:pPr indent="0" lvl="0" marL="0" rtl="0" algn="l">
              <a:lnSpc>
                <a:spcPct val="115000"/>
              </a:lnSpc>
              <a:spcBef>
                <a:spcPts val="0"/>
              </a:spcBef>
              <a:spcAft>
                <a:spcPts val="0"/>
              </a:spcAft>
              <a:buNone/>
            </a:pPr>
            <a:r>
              <a:t/>
            </a:r>
            <a:endParaRPr sz="1100">
              <a:solidFill>
                <a:srgbClr val="000000"/>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9" name="Shape 749"/>
        <p:cNvGrpSpPr/>
        <p:nvPr/>
      </p:nvGrpSpPr>
      <p:grpSpPr>
        <a:xfrm>
          <a:off x="0" y="0"/>
          <a:ext cx="0" cy="0"/>
          <a:chOff x="0" y="0"/>
          <a:chExt cx="0" cy="0"/>
        </a:xfrm>
      </p:grpSpPr>
      <p:sp>
        <p:nvSpPr>
          <p:cNvPr id="750" name="Google Shape;750;p80"/>
          <p:cNvSpPr/>
          <p:nvPr/>
        </p:nvSpPr>
        <p:spPr>
          <a:xfrm>
            <a:off x="6629385" y="1228750"/>
            <a:ext cx="19512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51" name="Google Shape;751;p80"/>
          <p:cNvSpPr/>
          <p:nvPr/>
        </p:nvSpPr>
        <p:spPr>
          <a:xfrm>
            <a:off x="4576410" y="1228750"/>
            <a:ext cx="19512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52" name="Google Shape;752;p80"/>
          <p:cNvSpPr/>
          <p:nvPr/>
        </p:nvSpPr>
        <p:spPr>
          <a:xfrm>
            <a:off x="2523422" y="1228800"/>
            <a:ext cx="19512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53" name="Google Shape;753;p80"/>
          <p:cNvSpPr/>
          <p:nvPr/>
        </p:nvSpPr>
        <p:spPr>
          <a:xfrm>
            <a:off x="457200" y="1228800"/>
            <a:ext cx="19512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latin typeface="Manjari"/>
              <a:ea typeface="Manjari"/>
              <a:cs typeface="Manjari"/>
              <a:sym typeface="Manjari"/>
            </a:endParaRPr>
          </a:p>
        </p:txBody>
      </p:sp>
      <p:sp>
        <p:nvSpPr>
          <p:cNvPr id="754" name="Google Shape;754;p80"/>
          <p:cNvSpPr txBox="1"/>
          <p:nvPr/>
        </p:nvSpPr>
        <p:spPr>
          <a:xfrm>
            <a:off x="285873" y="436375"/>
            <a:ext cx="2303100" cy="487800"/>
          </a:xfrm>
          <a:prstGeom prst="rect">
            <a:avLst/>
          </a:prstGeom>
          <a:noFill/>
          <a:ln>
            <a:noFill/>
          </a:ln>
        </p:spPr>
        <p:txBody>
          <a:bodyPr anchorCtr="0" anchor="b" bIns="91425" lIns="91425" spcFirstLastPara="1" rIns="91425" wrap="square" tIns="91425">
            <a:normAutofit fontScale="85000" lnSpcReduction="20000"/>
          </a:bodyPr>
          <a:lstStyle/>
          <a:p>
            <a:pPr indent="0" lvl="0" marL="0" rtl="0" algn="l">
              <a:spcBef>
                <a:spcPts val="0"/>
              </a:spcBef>
              <a:spcAft>
                <a:spcPts val="0"/>
              </a:spcAft>
              <a:buNone/>
            </a:pPr>
            <a:r>
              <a:rPr b="1" lang="en" sz="2800">
                <a:solidFill>
                  <a:srgbClr val="832098"/>
                </a:solidFill>
                <a:latin typeface="Roboto"/>
                <a:ea typeface="Roboto"/>
                <a:cs typeface="Roboto"/>
                <a:sym typeface="Roboto"/>
              </a:rPr>
              <a:t>Short Title</a:t>
            </a:r>
            <a:endParaRPr b="1" sz="2800">
              <a:solidFill>
                <a:srgbClr val="832098"/>
              </a:solidFill>
              <a:latin typeface="Roboto"/>
              <a:ea typeface="Roboto"/>
              <a:cs typeface="Roboto"/>
              <a:sym typeface="Roboto"/>
            </a:endParaRPr>
          </a:p>
        </p:txBody>
      </p:sp>
      <p:sp>
        <p:nvSpPr>
          <p:cNvPr id="755" name="Google Shape;755;p80"/>
          <p:cNvSpPr txBox="1"/>
          <p:nvPr/>
        </p:nvSpPr>
        <p:spPr>
          <a:xfrm>
            <a:off x="397000" y="1228750"/>
            <a:ext cx="2011500" cy="30552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
        <p:nvSpPr>
          <p:cNvPr id="756" name="Google Shape;756;p80"/>
          <p:cNvSpPr txBox="1"/>
          <p:nvPr/>
        </p:nvSpPr>
        <p:spPr>
          <a:xfrm>
            <a:off x="2454300" y="1228750"/>
            <a:ext cx="2011500" cy="3114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
        <p:nvSpPr>
          <p:cNvPr id="757" name="Google Shape;757;p80"/>
          <p:cNvSpPr txBox="1"/>
          <p:nvPr/>
        </p:nvSpPr>
        <p:spPr>
          <a:xfrm>
            <a:off x="6569100" y="1228750"/>
            <a:ext cx="2011500" cy="30552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
        <p:nvSpPr>
          <p:cNvPr id="758" name="Google Shape;758;p80"/>
          <p:cNvSpPr txBox="1"/>
          <p:nvPr/>
        </p:nvSpPr>
        <p:spPr>
          <a:xfrm>
            <a:off x="4511700" y="1228750"/>
            <a:ext cx="2011500" cy="3114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2" name="Shape 762"/>
        <p:cNvGrpSpPr/>
        <p:nvPr/>
      </p:nvGrpSpPr>
      <p:grpSpPr>
        <a:xfrm>
          <a:off x="0" y="0"/>
          <a:ext cx="0" cy="0"/>
          <a:chOff x="0" y="0"/>
          <a:chExt cx="0" cy="0"/>
        </a:xfrm>
      </p:grpSpPr>
      <p:sp>
        <p:nvSpPr>
          <p:cNvPr id="763" name="Google Shape;763;p81"/>
          <p:cNvSpPr/>
          <p:nvPr/>
        </p:nvSpPr>
        <p:spPr>
          <a:xfrm>
            <a:off x="6158475" y="1193460"/>
            <a:ext cx="24402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64" name="Google Shape;764;p81"/>
          <p:cNvSpPr/>
          <p:nvPr/>
        </p:nvSpPr>
        <p:spPr>
          <a:xfrm>
            <a:off x="3402414" y="1193510"/>
            <a:ext cx="23580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65" name="Google Shape;765;p81"/>
          <p:cNvSpPr/>
          <p:nvPr/>
        </p:nvSpPr>
        <p:spPr>
          <a:xfrm>
            <a:off x="551875" y="1193510"/>
            <a:ext cx="2358000" cy="3341400"/>
          </a:xfrm>
          <a:prstGeom prst="roundRect">
            <a:avLst>
              <a:gd fmla="val 8653"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66" name="Google Shape;766;p81"/>
          <p:cNvSpPr txBox="1"/>
          <p:nvPr/>
        </p:nvSpPr>
        <p:spPr>
          <a:xfrm>
            <a:off x="285873" y="436375"/>
            <a:ext cx="2303100" cy="487800"/>
          </a:xfrm>
          <a:prstGeom prst="rect">
            <a:avLst/>
          </a:prstGeom>
          <a:noFill/>
          <a:ln>
            <a:noFill/>
          </a:ln>
        </p:spPr>
        <p:txBody>
          <a:bodyPr anchorCtr="0" anchor="b" bIns="91425" lIns="91425" spcFirstLastPara="1" rIns="91425" wrap="square" tIns="91425">
            <a:normAutofit fontScale="85000" lnSpcReduction="20000"/>
          </a:bodyPr>
          <a:lstStyle/>
          <a:p>
            <a:pPr indent="0" lvl="0" marL="0" rtl="0" algn="l">
              <a:spcBef>
                <a:spcPts val="0"/>
              </a:spcBef>
              <a:spcAft>
                <a:spcPts val="0"/>
              </a:spcAft>
              <a:buNone/>
            </a:pPr>
            <a:r>
              <a:rPr b="1" lang="en" sz="2800">
                <a:solidFill>
                  <a:srgbClr val="832098"/>
                </a:solidFill>
                <a:latin typeface="Roboto"/>
                <a:ea typeface="Roboto"/>
                <a:cs typeface="Roboto"/>
                <a:sym typeface="Roboto"/>
              </a:rPr>
              <a:t>Short Title</a:t>
            </a:r>
            <a:endParaRPr b="1" sz="2800">
              <a:solidFill>
                <a:srgbClr val="832098"/>
              </a:solidFill>
              <a:latin typeface="Roboto"/>
              <a:ea typeface="Roboto"/>
              <a:cs typeface="Roboto"/>
              <a:sym typeface="Roboto"/>
            </a:endParaRPr>
          </a:p>
        </p:txBody>
      </p:sp>
      <p:sp>
        <p:nvSpPr>
          <p:cNvPr id="767" name="Google Shape;767;p81"/>
          <p:cNvSpPr txBox="1"/>
          <p:nvPr/>
        </p:nvSpPr>
        <p:spPr>
          <a:xfrm>
            <a:off x="485225" y="1193460"/>
            <a:ext cx="2258700" cy="3341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
        <p:nvSpPr>
          <p:cNvPr id="768" name="Google Shape;768;p81"/>
          <p:cNvSpPr txBox="1"/>
          <p:nvPr/>
        </p:nvSpPr>
        <p:spPr>
          <a:xfrm>
            <a:off x="3318875" y="1193450"/>
            <a:ext cx="2358000" cy="3341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
        <p:nvSpPr>
          <p:cNvPr id="769" name="Google Shape;769;p81"/>
          <p:cNvSpPr txBox="1"/>
          <p:nvPr/>
        </p:nvSpPr>
        <p:spPr>
          <a:xfrm>
            <a:off x="6096325" y="1193450"/>
            <a:ext cx="2440200" cy="3341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3" name="Shape 773"/>
        <p:cNvGrpSpPr/>
        <p:nvPr/>
      </p:nvGrpSpPr>
      <p:grpSpPr>
        <a:xfrm>
          <a:off x="0" y="0"/>
          <a:ext cx="0" cy="0"/>
          <a:chOff x="0" y="0"/>
          <a:chExt cx="0" cy="0"/>
        </a:xfrm>
      </p:grpSpPr>
      <p:sp>
        <p:nvSpPr>
          <p:cNvPr id="774" name="Google Shape;774;p82"/>
          <p:cNvSpPr txBox="1"/>
          <p:nvPr>
            <p:ph type="title"/>
          </p:nvPr>
        </p:nvSpPr>
        <p:spPr>
          <a:xfrm>
            <a:off x="464525" y="694275"/>
            <a:ext cx="8182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Title</a:t>
            </a:r>
            <a:endParaRPr/>
          </a:p>
        </p:txBody>
      </p:sp>
      <p:pic>
        <p:nvPicPr>
          <p:cNvPr id="775" name="Google Shape;775;p82" title="Screenshot 2025-12-02 at 10.43.31 AM.png"/>
          <p:cNvPicPr preferRelativeResize="0"/>
          <p:nvPr/>
        </p:nvPicPr>
        <p:blipFill rotWithShape="1">
          <a:blip r:embed="rId3">
            <a:alphaModFix/>
          </a:blip>
          <a:srcRect b="0" l="0" r="94690" t="0"/>
          <a:stretch/>
        </p:blipFill>
        <p:spPr>
          <a:xfrm>
            <a:off x="-8822" y="0"/>
            <a:ext cx="157991" cy="5143501"/>
          </a:xfrm>
          <a:prstGeom prst="rect">
            <a:avLst/>
          </a:prstGeom>
          <a:noFill/>
          <a:ln>
            <a:noFill/>
          </a:ln>
        </p:spPr>
      </p:pic>
      <p:pic>
        <p:nvPicPr>
          <p:cNvPr id="776" name="Google Shape;776;p82" title="Screenshot 2025-12-02 at 10.43.31 AM.png"/>
          <p:cNvPicPr preferRelativeResize="0"/>
          <p:nvPr/>
        </p:nvPicPr>
        <p:blipFill rotWithShape="1">
          <a:blip r:embed="rId3">
            <a:alphaModFix/>
          </a:blip>
          <a:srcRect b="0" l="94690" r="0" t="0"/>
          <a:stretch/>
        </p:blipFill>
        <p:spPr>
          <a:xfrm>
            <a:off x="8962375" y="0"/>
            <a:ext cx="199274" cy="5143800"/>
          </a:xfrm>
          <a:prstGeom prst="rect">
            <a:avLst/>
          </a:prstGeom>
          <a:noFill/>
          <a:ln>
            <a:noFill/>
          </a:ln>
        </p:spPr>
      </p:pic>
      <p:pic>
        <p:nvPicPr>
          <p:cNvPr id="777" name="Google Shape;777;p82" title="Screenshot 2025-12-02 at 10.43.31 AM.png"/>
          <p:cNvPicPr preferRelativeResize="0"/>
          <p:nvPr/>
        </p:nvPicPr>
        <p:blipFill rotWithShape="1">
          <a:blip r:embed="rId3">
            <a:alphaModFix/>
          </a:blip>
          <a:srcRect b="96514" l="0" r="0" t="0"/>
          <a:stretch/>
        </p:blipFill>
        <p:spPr>
          <a:xfrm>
            <a:off x="-26475" y="-88225"/>
            <a:ext cx="9228300" cy="257151"/>
          </a:xfrm>
          <a:prstGeom prst="rect">
            <a:avLst/>
          </a:prstGeom>
          <a:noFill/>
          <a:ln>
            <a:noFill/>
          </a:ln>
        </p:spPr>
      </p:pic>
      <p:pic>
        <p:nvPicPr>
          <p:cNvPr id="778" name="Google Shape;778;p82" title="Screenshot 2025-12-02 at 10.43.31 AM.png"/>
          <p:cNvPicPr preferRelativeResize="0"/>
          <p:nvPr/>
        </p:nvPicPr>
        <p:blipFill rotWithShape="1">
          <a:blip r:embed="rId3">
            <a:alphaModFix/>
          </a:blip>
          <a:srcRect b="0" l="0" r="0" t="94972"/>
          <a:stretch/>
        </p:blipFill>
        <p:spPr>
          <a:xfrm>
            <a:off x="0" y="4843525"/>
            <a:ext cx="9182100" cy="2999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2" name="Shape 782"/>
        <p:cNvGrpSpPr/>
        <p:nvPr/>
      </p:nvGrpSpPr>
      <p:grpSpPr>
        <a:xfrm>
          <a:off x="0" y="0"/>
          <a:ext cx="0" cy="0"/>
          <a:chOff x="0" y="0"/>
          <a:chExt cx="0" cy="0"/>
        </a:xfrm>
      </p:grpSpPr>
      <p:sp>
        <p:nvSpPr>
          <p:cNvPr id="783" name="Google Shape;783;p83"/>
          <p:cNvSpPr/>
          <p:nvPr/>
        </p:nvSpPr>
        <p:spPr>
          <a:xfrm>
            <a:off x="6158475" y="1193460"/>
            <a:ext cx="2440200" cy="3341400"/>
          </a:xfrm>
          <a:prstGeom prst="roundRect">
            <a:avLst>
              <a:gd fmla="val 8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84" name="Google Shape;784;p83"/>
          <p:cNvSpPr/>
          <p:nvPr/>
        </p:nvSpPr>
        <p:spPr>
          <a:xfrm>
            <a:off x="3402414" y="1193510"/>
            <a:ext cx="2358000" cy="3341400"/>
          </a:xfrm>
          <a:prstGeom prst="roundRect">
            <a:avLst>
              <a:gd fmla="val 8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85" name="Google Shape;785;p83"/>
          <p:cNvSpPr/>
          <p:nvPr/>
        </p:nvSpPr>
        <p:spPr>
          <a:xfrm>
            <a:off x="551875" y="1193510"/>
            <a:ext cx="2358000" cy="3341400"/>
          </a:xfrm>
          <a:prstGeom prst="roundRect">
            <a:avLst>
              <a:gd fmla="val 8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anjari"/>
              <a:ea typeface="Manjari"/>
              <a:cs typeface="Manjari"/>
              <a:sym typeface="Manjari"/>
            </a:endParaRPr>
          </a:p>
        </p:txBody>
      </p:sp>
      <p:sp>
        <p:nvSpPr>
          <p:cNvPr id="786" name="Google Shape;786;p83"/>
          <p:cNvSpPr txBox="1"/>
          <p:nvPr/>
        </p:nvSpPr>
        <p:spPr>
          <a:xfrm>
            <a:off x="285873" y="436375"/>
            <a:ext cx="2303100" cy="487800"/>
          </a:xfrm>
          <a:prstGeom prst="rect">
            <a:avLst/>
          </a:prstGeom>
          <a:noFill/>
          <a:ln>
            <a:noFill/>
          </a:ln>
        </p:spPr>
        <p:txBody>
          <a:bodyPr anchorCtr="0" anchor="b" bIns="91425" lIns="91425" spcFirstLastPara="1" rIns="91425" wrap="square" tIns="91425">
            <a:normAutofit fontScale="85000" lnSpcReduction="20000"/>
          </a:bodyPr>
          <a:lstStyle/>
          <a:p>
            <a:pPr indent="0" lvl="0" marL="0" rtl="0" algn="l">
              <a:spcBef>
                <a:spcPts val="0"/>
              </a:spcBef>
              <a:spcAft>
                <a:spcPts val="0"/>
              </a:spcAft>
              <a:buNone/>
            </a:pPr>
            <a:r>
              <a:rPr b="1" lang="en" sz="2800">
                <a:solidFill>
                  <a:srgbClr val="832098"/>
                </a:solidFill>
                <a:latin typeface="Roboto"/>
                <a:ea typeface="Roboto"/>
                <a:cs typeface="Roboto"/>
                <a:sym typeface="Roboto"/>
              </a:rPr>
              <a:t>Short Title</a:t>
            </a:r>
            <a:endParaRPr b="1" sz="2800">
              <a:solidFill>
                <a:srgbClr val="832098"/>
              </a:solidFill>
              <a:latin typeface="Roboto"/>
              <a:ea typeface="Roboto"/>
              <a:cs typeface="Roboto"/>
              <a:sym typeface="Roboto"/>
            </a:endParaRPr>
          </a:p>
        </p:txBody>
      </p:sp>
      <p:sp>
        <p:nvSpPr>
          <p:cNvPr id="787" name="Google Shape;787;p83"/>
          <p:cNvSpPr txBox="1"/>
          <p:nvPr/>
        </p:nvSpPr>
        <p:spPr>
          <a:xfrm>
            <a:off x="485225" y="1193460"/>
            <a:ext cx="2258700" cy="3341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
        <p:nvSpPr>
          <p:cNvPr id="788" name="Google Shape;788;p83"/>
          <p:cNvSpPr txBox="1"/>
          <p:nvPr/>
        </p:nvSpPr>
        <p:spPr>
          <a:xfrm>
            <a:off x="3318885" y="1193460"/>
            <a:ext cx="2430600" cy="34938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
        <p:nvSpPr>
          <p:cNvPr id="789" name="Google Shape;789;p83"/>
          <p:cNvSpPr txBox="1"/>
          <p:nvPr/>
        </p:nvSpPr>
        <p:spPr>
          <a:xfrm>
            <a:off x="6096325" y="1193460"/>
            <a:ext cx="2496600" cy="30324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671E75"/>
              </a:buClr>
              <a:buSzPts val="1600"/>
              <a:buFont typeface="Roboto"/>
              <a:buChar char="●"/>
            </a:pPr>
            <a:r>
              <a:rPr lang="en" sz="1600">
                <a:solidFill>
                  <a:srgbClr val="671E75"/>
                </a:solidFill>
                <a:latin typeface="Roboto"/>
                <a:ea typeface="Roboto"/>
                <a:cs typeface="Roboto"/>
                <a:sym typeface="Roboto"/>
              </a:rPr>
              <a:t>Text text text </a:t>
            </a:r>
            <a:endParaRPr sz="1600">
              <a:solidFill>
                <a:srgbClr val="671E75"/>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662380"/>
        </a:solidFill>
      </p:bgPr>
    </p:bg>
    <p:spTree>
      <p:nvGrpSpPr>
        <p:cNvPr id="793" name="Shape 793"/>
        <p:cNvGrpSpPr/>
        <p:nvPr/>
      </p:nvGrpSpPr>
      <p:grpSpPr>
        <a:xfrm>
          <a:off x="0" y="0"/>
          <a:ext cx="0" cy="0"/>
          <a:chOff x="0" y="0"/>
          <a:chExt cx="0" cy="0"/>
        </a:xfrm>
      </p:grpSpPr>
      <p:pic>
        <p:nvPicPr>
          <p:cNvPr id="794" name="Google Shape;794;p84"/>
          <p:cNvPicPr preferRelativeResize="0"/>
          <p:nvPr/>
        </p:nvPicPr>
        <p:blipFill rotWithShape="1">
          <a:blip r:embed="rId3">
            <a:alphaModFix amt="50000"/>
          </a:blip>
          <a:srcRect b="3307" l="257" r="36960" t="0"/>
          <a:stretch/>
        </p:blipFill>
        <p:spPr>
          <a:xfrm>
            <a:off x="0" y="0"/>
            <a:ext cx="9144003" cy="5143500"/>
          </a:xfrm>
          <a:prstGeom prst="rect">
            <a:avLst/>
          </a:prstGeom>
          <a:noFill/>
          <a:ln>
            <a:noFill/>
          </a:ln>
        </p:spPr>
      </p:pic>
      <p:sp>
        <p:nvSpPr>
          <p:cNvPr id="795" name="Google Shape;795;p84"/>
          <p:cNvSpPr txBox="1"/>
          <p:nvPr>
            <p:ph idx="4294967295" type="title"/>
          </p:nvPr>
        </p:nvSpPr>
        <p:spPr>
          <a:xfrm>
            <a:off x="840375" y="992400"/>
            <a:ext cx="8147100" cy="224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solidFill>
                  <a:schemeClr val="dk1"/>
                </a:solidFill>
                <a:latin typeface="Poppins"/>
                <a:ea typeface="Poppins"/>
                <a:cs typeface="Poppins"/>
                <a:sym typeface="Poppins"/>
              </a:rPr>
              <a:t>Thank You!</a:t>
            </a:r>
            <a:endParaRPr sz="4200">
              <a:solidFill>
                <a:schemeClr val="dk1"/>
              </a:solidFill>
              <a:latin typeface="Poppins"/>
              <a:ea typeface="Poppins"/>
              <a:cs typeface="Poppins"/>
              <a:sym typeface="Poppins"/>
            </a:endParaRPr>
          </a:p>
          <a:p>
            <a:pPr indent="0" lvl="0" marL="0" rtl="0" algn="l">
              <a:spcBef>
                <a:spcPts val="0"/>
              </a:spcBef>
              <a:spcAft>
                <a:spcPts val="0"/>
              </a:spcAft>
              <a:buNone/>
            </a:pPr>
            <a:r>
              <a:t/>
            </a:r>
            <a:endParaRPr b="0" i="1" sz="1700">
              <a:solidFill>
                <a:schemeClr val="dk1"/>
              </a:solidFill>
              <a:latin typeface="Poppins"/>
              <a:ea typeface="Poppins"/>
              <a:cs typeface="Poppins"/>
              <a:sym typeface="Poppins"/>
            </a:endParaRPr>
          </a:p>
          <a:p>
            <a:pPr indent="0" lvl="0" marL="0" rtl="0" algn="l">
              <a:spcBef>
                <a:spcPts val="0"/>
              </a:spcBef>
              <a:spcAft>
                <a:spcPts val="0"/>
              </a:spcAft>
              <a:buNone/>
            </a:pPr>
            <a:r>
              <a:rPr b="0" lang="en" sz="1700">
                <a:solidFill>
                  <a:schemeClr val="dk1"/>
                </a:solidFill>
                <a:latin typeface="Poppins"/>
                <a:ea typeface="Poppins"/>
                <a:cs typeface="Poppins"/>
                <a:sym typeface="Poppins"/>
              </a:rPr>
              <a:t>Contact:</a:t>
            </a:r>
            <a:endParaRPr b="0" sz="1200">
              <a:solidFill>
                <a:schemeClr val="dk1"/>
              </a:solidFill>
              <a:latin typeface="Poppins"/>
              <a:ea typeface="Poppins"/>
              <a:cs typeface="Poppins"/>
              <a:sym typeface="Poppins"/>
            </a:endParaRPr>
          </a:p>
          <a:p>
            <a:pPr indent="-323850" lvl="0" marL="457200" rtl="0" algn="l">
              <a:spcBef>
                <a:spcPts val="0"/>
              </a:spcBef>
              <a:spcAft>
                <a:spcPts val="0"/>
              </a:spcAft>
              <a:buClr>
                <a:schemeClr val="dk1"/>
              </a:buClr>
              <a:buSzPts val="1500"/>
              <a:buFont typeface="Poppins"/>
              <a:buChar char="●"/>
            </a:pPr>
            <a:r>
              <a:rPr b="0" lang="en" sz="1500">
                <a:solidFill>
                  <a:schemeClr val="dk1"/>
                </a:solidFill>
                <a:latin typeface="Poppins"/>
                <a:ea typeface="Poppins"/>
                <a:cs typeface="Poppins"/>
                <a:sym typeface="Poppins"/>
              </a:rPr>
              <a:t>productspacegeorgetown@gmail.com</a:t>
            </a:r>
            <a:endParaRPr b="0" sz="1500">
              <a:solidFill>
                <a:schemeClr val="dk1"/>
              </a:solidFill>
              <a:latin typeface="Poppins"/>
              <a:ea typeface="Poppins"/>
              <a:cs typeface="Poppins"/>
              <a:sym typeface="Poppins"/>
            </a:endParaRPr>
          </a:p>
          <a:p>
            <a:pPr indent="-336550" lvl="0" marL="457200" rtl="0" algn="l">
              <a:spcBef>
                <a:spcPts val="0"/>
              </a:spcBef>
              <a:spcAft>
                <a:spcPts val="0"/>
              </a:spcAft>
              <a:buClr>
                <a:schemeClr val="dk1"/>
              </a:buClr>
              <a:buSzPts val="1700"/>
              <a:buFont typeface="Poppins"/>
              <a:buChar char="●"/>
            </a:pPr>
            <a:r>
              <a:rPr b="0" lang="en" sz="1500">
                <a:solidFill>
                  <a:schemeClr val="dk1"/>
                </a:solidFill>
                <a:latin typeface="Poppins"/>
                <a:ea typeface="Poppins"/>
                <a:cs typeface="Poppins"/>
                <a:sym typeface="Poppins"/>
              </a:rPr>
              <a:t>Instagram: @productspacegeorgetown</a:t>
            </a:r>
            <a:r>
              <a:rPr b="0" lang="en" sz="1700">
                <a:solidFill>
                  <a:schemeClr val="dk1"/>
                </a:solidFill>
                <a:latin typeface="Poppins"/>
                <a:ea typeface="Poppins"/>
                <a:cs typeface="Poppins"/>
                <a:sym typeface="Poppins"/>
              </a:rPr>
              <a:t> </a:t>
            </a:r>
            <a:endParaRPr b="0" sz="1700">
              <a:solidFill>
                <a:schemeClr val="dk1"/>
              </a:solidFill>
              <a:latin typeface="Poppins"/>
              <a:ea typeface="Poppins"/>
              <a:cs typeface="Poppins"/>
              <a:sym typeface="Poppi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9" name="Shape 799"/>
        <p:cNvGrpSpPr/>
        <p:nvPr/>
      </p:nvGrpSpPr>
      <p:grpSpPr>
        <a:xfrm>
          <a:off x="0" y="0"/>
          <a:ext cx="0" cy="0"/>
          <a:chOff x="0" y="0"/>
          <a:chExt cx="0" cy="0"/>
        </a:xfrm>
      </p:grpSpPr>
      <p:pic>
        <p:nvPicPr>
          <p:cNvPr id="800" name="Google Shape;800;p85"/>
          <p:cNvPicPr preferRelativeResize="0"/>
          <p:nvPr/>
        </p:nvPicPr>
        <p:blipFill>
          <a:blip r:embed="rId3">
            <a:alphaModFix/>
          </a:blip>
          <a:stretch>
            <a:fillRect/>
          </a:stretch>
        </p:blipFill>
        <p:spPr>
          <a:xfrm>
            <a:off x="681775" y="3299600"/>
            <a:ext cx="2291950" cy="448225"/>
          </a:xfrm>
          <a:prstGeom prst="rect">
            <a:avLst/>
          </a:prstGeom>
          <a:noFill/>
          <a:ln>
            <a:noFill/>
          </a:ln>
        </p:spPr>
      </p:pic>
      <p:sp>
        <p:nvSpPr>
          <p:cNvPr id="801" name="Google Shape;801;p85"/>
          <p:cNvSpPr txBox="1"/>
          <p:nvPr>
            <p:ph idx="4294967295" type="title"/>
          </p:nvPr>
        </p:nvSpPr>
        <p:spPr>
          <a:xfrm>
            <a:off x="713250" y="481612"/>
            <a:ext cx="7717500" cy="54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0" lang="en" sz="4600">
                <a:solidFill>
                  <a:srgbClr val="671E75"/>
                </a:solidFill>
                <a:latin typeface="Poppins SemiBold"/>
                <a:ea typeface="Poppins SemiBold"/>
                <a:cs typeface="Poppins SemiBold"/>
                <a:sym typeface="Poppins SemiBold"/>
              </a:rPr>
              <a:t>Table of Contents</a:t>
            </a:r>
            <a:endParaRPr sz="4600">
              <a:solidFill>
                <a:srgbClr val="662380"/>
              </a:solidFill>
            </a:endParaRPr>
          </a:p>
        </p:txBody>
      </p:sp>
      <p:sp>
        <p:nvSpPr>
          <p:cNvPr id="802" name="Google Shape;802;p85"/>
          <p:cNvSpPr txBox="1"/>
          <p:nvPr/>
        </p:nvSpPr>
        <p:spPr>
          <a:xfrm>
            <a:off x="590900" y="1393475"/>
            <a:ext cx="7920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Poppins"/>
                <a:ea typeface="Poppins"/>
                <a:cs typeface="Poppins"/>
                <a:sym typeface="Poppins"/>
              </a:rPr>
              <a:t>Project Scope</a:t>
            </a:r>
            <a:endParaRPr sz="2300">
              <a:latin typeface="Poppins"/>
              <a:ea typeface="Poppins"/>
              <a:cs typeface="Poppins"/>
              <a:sym typeface="Poppins"/>
            </a:endParaRPr>
          </a:p>
        </p:txBody>
      </p:sp>
      <p:sp>
        <p:nvSpPr>
          <p:cNvPr id="803" name="Google Shape;803;p85"/>
          <p:cNvSpPr txBox="1"/>
          <p:nvPr/>
        </p:nvSpPr>
        <p:spPr>
          <a:xfrm>
            <a:off x="590900" y="1895713"/>
            <a:ext cx="7920000" cy="572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300">
                <a:latin typeface="Poppins"/>
                <a:ea typeface="Poppins"/>
                <a:cs typeface="Poppins"/>
                <a:sym typeface="Poppins"/>
              </a:rPr>
              <a:t>Competitive Features Analysis</a:t>
            </a:r>
            <a:endParaRPr sz="2300">
              <a:latin typeface="Poppins"/>
              <a:ea typeface="Poppins"/>
              <a:cs typeface="Poppins"/>
              <a:sym typeface="Poppins"/>
            </a:endParaRPr>
          </a:p>
        </p:txBody>
      </p:sp>
      <p:sp>
        <p:nvSpPr>
          <p:cNvPr id="804" name="Google Shape;804;p85"/>
          <p:cNvSpPr txBox="1"/>
          <p:nvPr/>
        </p:nvSpPr>
        <p:spPr>
          <a:xfrm>
            <a:off x="590900" y="2518886"/>
            <a:ext cx="7920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Poppins"/>
                <a:ea typeface="Poppins"/>
                <a:cs typeface="Poppins"/>
                <a:sym typeface="Poppins"/>
              </a:rPr>
              <a:t>Survey Data Analysis</a:t>
            </a:r>
            <a:endParaRPr sz="2300">
              <a:latin typeface="Poppins"/>
              <a:ea typeface="Poppins"/>
              <a:cs typeface="Poppins"/>
              <a:sym typeface="Poppins"/>
            </a:endParaRPr>
          </a:p>
        </p:txBody>
      </p:sp>
      <p:sp>
        <p:nvSpPr>
          <p:cNvPr id="805" name="Google Shape;805;p85"/>
          <p:cNvSpPr txBox="1"/>
          <p:nvPr/>
        </p:nvSpPr>
        <p:spPr>
          <a:xfrm>
            <a:off x="590900" y="3071550"/>
            <a:ext cx="7920000" cy="572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300">
                <a:latin typeface="Poppins"/>
                <a:ea typeface="Poppins"/>
                <a:cs typeface="Poppins"/>
                <a:sym typeface="Poppins"/>
              </a:rPr>
              <a:t>Feature Proposal</a:t>
            </a:r>
            <a:endParaRPr sz="2300">
              <a:latin typeface="Poppins"/>
              <a:ea typeface="Poppins"/>
              <a:cs typeface="Poppins"/>
              <a:sym typeface="Poppins"/>
            </a:endParaRPr>
          </a:p>
        </p:txBody>
      </p:sp>
      <p:sp>
        <p:nvSpPr>
          <p:cNvPr id="806" name="Google Shape;806;p85"/>
          <p:cNvSpPr txBox="1"/>
          <p:nvPr/>
        </p:nvSpPr>
        <p:spPr>
          <a:xfrm>
            <a:off x="590900" y="3644297"/>
            <a:ext cx="7920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latin typeface="Poppins"/>
                <a:ea typeface="Poppins"/>
                <a:cs typeface="Poppins"/>
                <a:sym typeface="Poppins"/>
              </a:rPr>
              <a:t>AI Optimization</a:t>
            </a:r>
            <a:endParaRPr sz="2300">
              <a:latin typeface="Poppins"/>
              <a:ea typeface="Poppins"/>
              <a:cs typeface="Poppins"/>
              <a:sym typeface="Poppins"/>
            </a:endParaRPr>
          </a:p>
        </p:txBody>
      </p:sp>
      <p:sp>
        <p:nvSpPr>
          <p:cNvPr id="807" name="Google Shape;807;p85"/>
          <p:cNvSpPr txBox="1"/>
          <p:nvPr/>
        </p:nvSpPr>
        <p:spPr>
          <a:xfrm>
            <a:off x="590900" y="4247375"/>
            <a:ext cx="7920000" cy="572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2300">
                <a:solidFill>
                  <a:schemeClr val="lt1"/>
                </a:solidFill>
                <a:latin typeface="Poppins"/>
                <a:ea typeface="Poppins"/>
                <a:cs typeface="Poppins"/>
                <a:sym typeface="Poppins"/>
              </a:rPr>
              <a:t>Conclusion</a:t>
            </a:r>
            <a:endParaRPr sz="2300">
              <a:solidFill>
                <a:schemeClr val="lt1"/>
              </a:solidFill>
              <a:latin typeface="Poppins"/>
              <a:ea typeface="Poppins"/>
              <a:cs typeface="Poppins"/>
              <a:sym typeface="Poppins"/>
            </a:endParaRPr>
          </a:p>
        </p:txBody>
      </p:sp>
      <p:sp>
        <p:nvSpPr>
          <p:cNvPr id="808" name="Google Shape;808;p85"/>
          <p:cNvSpPr/>
          <p:nvPr/>
        </p:nvSpPr>
        <p:spPr>
          <a:xfrm>
            <a:off x="2742850" y="1675700"/>
            <a:ext cx="5600400" cy="52800"/>
          </a:xfrm>
          <a:prstGeom prst="rect">
            <a:avLst/>
          </a:prstGeom>
          <a:solidFill>
            <a:srgbClr val="BBA6F0"/>
          </a:solidFill>
          <a:ln cap="flat" cmpd="sng" w="9525">
            <a:solidFill>
              <a:srgbClr val="BBA6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09" name="Google Shape;809;p85"/>
          <p:cNvSpPr/>
          <p:nvPr/>
        </p:nvSpPr>
        <p:spPr>
          <a:xfrm>
            <a:off x="713250" y="2155675"/>
            <a:ext cx="3265800" cy="52800"/>
          </a:xfrm>
          <a:prstGeom prst="rect">
            <a:avLst/>
          </a:prstGeom>
          <a:solidFill>
            <a:srgbClr val="9D8BCA"/>
          </a:solidFill>
          <a:ln cap="flat" cmpd="sng" w="9525">
            <a:solidFill>
              <a:srgbClr val="9D8B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0" name="Google Shape;810;p85"/>
          <p:cNvSpPr/>
          <p:nvPr/>
        </p:nvSpPr>
        <p:spPr>
          <a:xfrm>
            <a:off x="3802475" y="2778852"/>
            <a:ext cx="4540800" cy="52800"/>
          </a:xfrm>
          <a:prstGeom prst="rect">
            <a:avLst/>
          </a:prstGeom>
          <a:solidFill>
            <a:srgbClr val="BB4BB8"/>
          </a:solidFill>
          <a:ln cap="flat" cmpd="sng" w="9525">
            <a:solidFill>
              <a:srgbClr val="BB4BB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1" name="Google Shape;811;p85"/>
          <p:cNvSpPr/>
          <p:nvPr/>
        </p:nvSpPr>
        <p:spPr>
          <a:xfrm>
            <a:off x="2919225" y="3935925"/>
            <a:ext cx="5424300" cy="5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2" name="Google Shape;812;p85"/>
          <p:cNvSpPr/>
          <p:nvPr/>
        </p:nvSpPr>
        <p:spPr>
          <a:xfrm>
            <a:off x="713250" y="3331500"/>
            <a:ext cx="5239800" cy="52800"/>
          </a:xfrm>
          <a:prstGeom prst="rect">
            <a:avLst/>
          </a:prstGeom>
          <a:solidFill>
            <a:srgbClr val="BB4BB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3" name="Google Shape;813;p85"/>
          <p:cNvSpPr/>
          <p:nvPr/>
        </p:nvSpPr>
        <p:spPr>
          <a:xfrm>
            <a:off x="713250" y="4507323"/>
            <a:ext cx="6071400" cy="52800"/>
          </a:xfrm>
          <a:prstGeom prst="rect">
            <a:avLst/>
          </a:prstGeom>
          <a:solidFill>
            <a:srgbClr val="671E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4" name="Google Shape;814;p85"/>
          <p:cNvSpPr/>
          <p:nvPr/>
        </p:nvSpPr>
        <p:spPr>
          <a:xfrm>
            <a:off x="8210892" y="1596325"/>
            <a:ext cx="193500" cy="194100"/>
          </a:xfrm>
          <a:prstGeom prst="ellipse">
            <a:avLst/>
          </a:prstGeom>
          <a:solidFill>
            <a:srgbClr val="BBA6F0"/>
          </a:solidFill>
          <a:ln cap="flat" cmpd="sng" w="9525">
            <a:solidFill>
              <a:srgbClr val="BBA6F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5" name="Google Shape;815;p85"/>
          <p:cNvSpPr/>
          <p:nvPr/>
        </p:nvSpPr>
        <p:spPr>
          <a:xfrm>
            <a:off x="681767" y="2085013"/>
            <a:ext cx="193500" cy="194100"/>
          </a:xfrm>
          <a:prstGeom prst="ellipse">
            <a:avLst/>
          </a:prstGeom>
          <a:solidFill>
            <a:srgbClr val="9D8BCA"/>
          </a:solidFill>
          <a:ln cap="flat" cmpd="sng" w="9525">
            <a:solidFill>
              <a:srgbClr val="9D8B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6" name="Google Shape;816;p85"/>
          <p:cNvSpPr/>
          <p:nvPr/>
        </p:nvSpPr>
        <p:spPr>
          <a:xfrm>
            <a:off x="8210892" y="2708174"/>
            <a:ext cx="193500" cy="19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7" name="Google Shape;817;p85"/>
          <p:cNvSpPr/>
          <p:nvPr/>
        </p:nvSpPr>
        <p:spPr>
          <a:xfrm>
            <a:off x="681767" y="3260838"/>
            <a:ext cx="193500" cy="19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8" name="Google Shape;818;p85"/>
          <p:cNvSpPr/>
          <p:nvPr/>
        </p:nvSpPr>
        <p:spPr>
          <a:xfrm>
            <a:off x="8210892" y="3881960"/>
            <a:ext cx="193500" cy="194100"/>
          </a:xfrm>
          <a:prstGeom prst="ellipse">
            <a:avLst/>
          </a:prstGeom>
          <a:solidFill>
            <a:srgbClr val="671E75"/>
          </a:solidFill>
          <a:ln cap="flat" cmpd="sng" w="9525">
            <a:solidFill>
              <a:srgbClr val="9D8BC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19" name="Google Shape;819;p85"/>
          <p:cNvSpPr/>
          <p:nvPr/>
        </p:nvSpPr>
        <p:spPr>
          <a:xfrm>
            <a:off x="681767" y="4436663"/>
            <a:ext cx="193500" cy="19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3" name="Shape 823"/>
        <p:cNvGrpSpPr/>
        <p:nvPr/>
      </p:nvGrpSpPr>
      <p:grpSpPr>
        <a:xfrm>
          <a:off x="0" y="0"/>
          <a:ext cx="0" cy="0"/>
          <a:chOff x="0" y="0"/>
          <a:chExt cx="0" cy="0"/>
        </a:xfrm>
      </p:grpSpPr>
      <p:sp>
        <p:nvSpPr>
          <p:cNvPr id="824" name="Google Shape;824;p86"/>
          <p:cNvSpPr txBox="1"/>
          <p:nvPr>
            <p:ph type="title"/>
          </p:nvPr>
        </p:nvSpPr>
        <p:spPr>
          <a:xfrm>
            <a:off x="468450" y="725700"/>
            <a:ext cx="81825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700"/>
              <a:t>Table of Contents</a:t>
            </a:r>
            <a:endParaRPr sz="3700"/>
          </a:p>
        </p:txBody>
      </p:sp>
      <p:sp>
        <p:nvSpPr>
          <p:cNvPr id="825" name="Google Shape;825;p86"/>
          <p:cNvSpPr txBox="1"/>
          <p:nvPr>
            <p:ph idx="4294967295" type="body"/>
          </p:nvPr>
        </p:nvSpPr>
        <p:spPr>
          <a:xfrm>
            <a:off x="4181850" y="1532675"/>
            <a:ext cx="4469100" cy="2534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b="1" sz="2000">
              <a:latin typeface="Avenir"/>
              <a:ea typeface="Avenir"/>
              <a:cs typeface="Avenir"/>
              <a:sym typeface="Avenir"/>
            </a:endParaRPr>
          </a:p>
        </p:txBody>
      </p:sp>
      <p:cxnSp>
        <p:nvCxnSpPr>
          <p:cNvPr id="826" name="Google Shape;826;p86"/>
          <p:cNvCxnSpPr/>
          <p:nvPr/>
        </p:nvCxnSpPr>
        <p:spPr>
          <a:xfrm>
            <a:off x="3802475" y="1526275"/>
            <a:ext cx="8700" cy="2567400"/>
          </a:xfrm>
          <a:prstGeom prst="straightConnector1">
            <a:avLst/>
          </a:prstGeom>
          <a:noFill/>
          <a:ln cap="flat" cmpd="sng" w="2857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duct Space Template by Richelle Lim">
  <a:themeElements>
    <a:clrScheme name="Simple Light">
      <a:dk1>
        <a:srgbClr val="000000"/>
      </a:dk1>
      <a:lt1>
        <a:srgbClr val="FFFFFF"/>
      </a:lt1>
      <a:dk2>
        <a:srgbClr val="671E75"/>
      </a:dk2>
      <a:lt2>
        <a:srgbClr val="832098"/>
      </a:lt2>
      <a:accent1>
        <a:srgbClr val="E06287"/>
      </a:accent1>
      <a:accent2>
        <a:srgbClr val="E48F93"/>
      </a:accent2>
      <a:accent3>
        <a:srgbClr val="FDD086"/>
      </a:accent3>
      <a:accent4>
        <a:srgbClr val="C3D7EE"/>
      </a:accent4>
      <a:accent5>
        <a:srgbClr val="5576D1"/>
      </a:accent5>
      <a:accent6>
        <a:srgbClr val="070707"/>
      </a:accent6>
      <a:hlink>
        <a:srgbClr val="0B539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legant Education Pack for Students by Slidesgo">
  <a:themeElements>
    <a:clrScheme name="Simple Light">
      <a:dk1>
        <a:srgbClr val="FFFFFF"/>
      </a:dk1>
      <a:lt1>
        <a:srgbClr val="E4DFED"/>
      </a:lt1>
      <a:dk2>
        <a:srgbClr val="9D8BCA"/>
      </a:dk2>
      <a:lt2>
        <a:srgbClr val="FFFFFF"/>
      </a:lt2>
      <a:accent1>
        <a:srgbClr val="C7BFAA"/>
      </a:accent1>
      <a:accent2>
        <a:srgbClr val="40474B"/>
      </a:accent2>
      <a:accent3>
        <a:srgbClr val="9D8BCA"/>
      </a:accent3>
      <a:accent4>
        <a:srgbClr val="E4DFED"/>
      </a:accent4>
      <a:accent5>
        <a:srgbClr val="C7BFAA"/>
      </a:accent5>
      <a:accent6>
        <a:srgbClr val="FFFFFF"/>
      </a:accent6>
      <a:hlink>
        <a:srgbClr val="40474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