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Hammersmith One"/>
      <p:regular r:id="rId30"/>
    </p:embeddedFont>
    <p:embeddedFont>
      <p:font typeface="Raleway"/>
      <p:regular r:id="rId31"/>
      <p:bold r:id="rId32"/>
      <p:italic r:id="rId33"/>
      <p:boldItalic r:id="rId34"/>
    </p:embeddedFont>
    <p:embeddedFont>
      <p:font typeface="Roboto"/>
      <p:regular r:id="rId35"/>
      <p:bold r:id="rId36"/>
      <p:italic r:id="rId37"/>
      <p:boldItalic r:id="rId38"/>
    </p:embeddedFont>
    <p:embeddedFont>
      <p:font typeface="Poppi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Nikki Jiang"/>
  <p:cmAuthor clrIdx="1" id="1" initials="" lastIdx="4" name="Justin Le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20" Type="http://schemas.openxmlformats.org/officeDocument/2006/relationships/slide" Target="slides/slide15.xml"/><Relationship Id="rId42" Type="http://schemas.openxmlformats.org/officeDocument/2006/relationships/font" Target="fonts/Poppins-boldItalic.fntdata"/><Relationship Id="rId41" Type="http://schemas.openxmlformats.org/officeDocument/2006/relationships/font" Target="fonts/Poppins-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regular.fntdata"/><Relationship Id="rId30" Type="http://schemas.openxmlformats.org/officeDocument/2006/relationships/font" Target="fonts/HammersmithOne-regular.fntdata"/><Relationship Id="rId11" Type="http://schemas.openxmlformats.org/officeDocument/2006/relationships/slide" Target="slides/slide6.xml"/><Relationship Id="rId33" Type="http://schemas.openxmlformats.org/officeDocument/2006/relationships/font" Target="fonts/Raleway-italic.fntdata"/><Relationship Id="rId10" Type="http://schemas.openxmlformats.org/officeDocument/2006/relationships/slide" Target="slides/slide5.xml"/><Relationship Id="rId32" Type="http://schemas.openxmlformats.org/officeDocument/2006/relationships/font" Target="fonts/Raleway-bold.fntdata"/><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font" Target="fonts/Raleway-boldItalic.fntdata"/><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Poppins-regular.fnt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6T18:52:22.028">
    <p:pos x="292" y="254"/>
    <p:text>4 WEEK SPRINT LETS SEE IT!!</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26T18:53:16.694">
    <p:pos x="444" y="888"/>
    <p:text>left align with the left margin of pain point 1 title</p:text>
  </p:cm>
  <p:cm authorId="0" idx="3" dt="2026-04-26T18:53:53.729">
    <p:pos x="2232" y="1657"/>
    <p:text>boxes are slightly empty. add 2-3 details here</p:text>
  </p:cm>
  <p:cm authorId="0" idx="4" dt="2026-04-26T18:54:55.967">
    <p:pos x="6000" y="0"/>
    <p:text>PS logo placement on the bottom needs to be fixed. choose a new location that works for all slides. one easier way to do it is write out "Product Space @ Georgetown" rather than using the actual logo. easier for placement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26T18:56:15.338">
    <p:pos x="908" y="615"/>
    <p:text>since there are only two frames, would be better to present the video but also have thm as screenshots. talk about the features with the screenshots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4-26T18:56:04.783">
    <p:pos x="338" y="1329"/>
    <p:text>keep all of the content in the bullets uniform left aligned with the title</p:text>
  </p:cm>
  <p:cm authorId="1" idx="2" dt="2026-04-26T18:56:04.783">
    <p:pos x="338" y="1329"/>
    <p:text>do this with all of your content boxes</p:text>
  </p:cm>
  <p:cm authorId="0" idx="6" dt="2026-04-26T18:57:35.488">
    <p:pos x="292" y="254"/>
    <p:text>good comms of the flow of information</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6-04-26T18:59:26.589">
    <p:pos x="1218" y="615"/>
    <p:text>There's two screens here, one is scrollable and one is a static screen, so I think this could also be a gif and a static screen where you can talk through the content in the screens rather than have the cursor in the video pointing at things. This way people have a constant way to see the content on the slides while you're talking about it</p:text>
  </p:cm>
  <p:cm authorId="0" idx="7" dt="2026-04-26T19:03:13.454">
    <p:pos x="1218" y="715"/>
    <p:text>Strong points: Clear color coding, good user flow, check boxes are intuitive, drop down collapse is good 
Places to improve: aligning with the branding/fonts from earlier, the fire icon for home does not really make sense to me, chat feature purpose unclear</p:text>
  </p:cm>
  <p:cm authorId="0" idx="8" dt="2026-04-26T19:03:13.454">
    <p:pos x="1218" y="715"/>
    <p:text>Add more balance of visual weight.</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4" dt="2026-04-26T19:02:42.960">
    <p:pos x="923" y="615"/>
    <p:text>When you click the dropdown for each prompt, you can still see part of the text clipping through the bottom of the box. If you can fix that that'd be fire. Also if you have no idea what I'm talking about let me know</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12b43b9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12b43b9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94175712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94175712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941757123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941757123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9417571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d9417571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95c2887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d95c2887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12b43b936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12b43b936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95c28871b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d95c28871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6528459bf3_1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6528459bf3_1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Aniya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First deliverable was mock-ups of admin dashboard (school counselors, privately-hired counselors)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12b43b936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d12b43b936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Aniya</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GB"/>
              <a:t>Pain point identified was information overload across students</a:t>
            </a:r>
            <a:endParaRPr/>
          </a:p>
          <a:p>
            <a:pPr indent="-298450" lvl="0" marL="457200" rtl="0" algn="l">
              <a:spcBef>
                <a:spcPts val="0"/>
              </a:spcBef>
              <a:spcAft>
                <a:spcPts val="0"/>
              </a:spcAft>
              <a:buSzPts val="1100"/>
              <a:buChar char="●"/>
            </a:pPr>
            <a:r>
              <a:rPr lang="en-GB"/>
              <a:t>Competitive analysis showed that platforms like common app and naviance were unable to solve this issue, and all information was organized by student, not by deadline or priority</a:t>
            </a:r>
            <a:endParaRPr/>
          </a:p>
          <a:p>
            <a:pPr indent="-298450" lvl="0" marL="457200" rtl="0" algn="l">
              <a:spcBef>
                <a:spcPts val="0"/>
              </a:spcBef>
              <a:spcAft>
                <a:spcPts val="0"/>
              </a:spcAft>
              <a:buSzPts val="1100"/>
              <a:buChar char="●"/>
            </a:pPr>
            <a:r>
              <a:rPr lang="en-GB"/>
              <a:t>Our mock-up fixes this by allowing admins to sort by both student and by priority</a:t>
            </a:r>
            <a:endParaRPr/>
          </a:p>
          <a:p>
            <a:pPr indent="-298450" lvl="0" marL="457200" rtl="0" algn="l">
              <a:spcBef>
                <a:spcPts val="0"/>
              </a:spcBef>
              <a:spcAft>
                <a:spcPts val="0"/>
              </a:spcAft>
              <a:buSzPts val="1100"/>
              <a:buChar char="●"/>
            </a:pPr>
            <a:r>
              <a:rPr lang="en-GB"/>
              <a:t>Allows counselors to be more efficient with their time and students more satisfied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95edbd1a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d95edbd1a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Aniya</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95edbd1a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d95edbd1a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Zarin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Duolingo is a prime example of how gamification can be integrated to keep users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95edbd1a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d95edbd1a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Zarin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Duolingo is a prime example of how gamification can be integrated to keep users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95edbd1a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d95edbd1a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Anika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Duolingo is a prime example of how gamification can be integrated to keep users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95edbd1a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95edbd1a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Anika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Duolingo is a prime example of how gamification can be integrated to keep users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12b43b936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d12b43b936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d95c28871b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d95c28871b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Isabella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Duolingo is a prime example of how gamification can be integrated to keep users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95c28871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d95c28871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Isabella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Duolingo is a prime example of how gamification can be integrated to keep users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95c28871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d95c28871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Duolingo is a prime example of how gamification can be integrated to keep users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95c28871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95c28871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Duolingo is a prime example of how gamification can be integrated to keep users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95c28871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d95c28871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Jesse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Duolingo is a prime example of how gamification can be integrated to keep users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95c28871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d95c28871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Jesse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Meanwhile, Khan Academy has a very structured, comprehensive approach to admissions guidance.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Scholarly takes the best of both models as an action-oriented system that turns guidance into concrete next steps, accountability, and measurable progress.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95c28871b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d95c28871b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d95c28871b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d95c28871b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6528459bf3_1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6528459bf3_1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4.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12178" y="2309"/>
            <a:ext cx="9168355" cy="5157200"/>
          </a:xfrm>
          <a:prstGeom prst="rect">
            <a:avLst/>
          </a:prstGeom>
          <a:noFill/>
          <a:ln>
            <a:noFill/>
          </a:ln>
        </p:spPr>
      </p:pic>
      <p:sp>
        <p:nvSpPr>
          <p:cNvPr id="10" name="Google Shape;10;p2"/>
          <p:cNvSpPr txBox="1"/>
          <p:nvPr>
            <p:ph type="ctrTitle"/>
          </p:nvPr>
        </p:nvSpPr>
        <p:spPr>
          <a:xfrm>
            <a:off x="579600" y="1723475"/>
            <a:ext cx="7299900" cy="9408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632400" y="2500925"/>
            <a:ext cx="7074600" cy="492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Clr>
                <a:srgbClr val="671E75"/>
              </a:buClr>
              <a:buSzPts val="2100"/>
              <a:buNone/>
              <a:defRPr sz="2100">
                <a:solidFill>
                  <a:srgbClr val="671E75"/>
                </a:solidFill>
              </a:defRPr>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12" name="Google Shape;12;p2"/>
          <p:cNvSpPr txBox="1"/>
          <p:nvPr/>
        </p:nvSpPr>
        <p:spPr>
          <a:xfrm>
            <a:off x="632400" y="3197600"/>
            <a:ext cx="2553600" cy="59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300">
                <a:solidFill>
                  <a:srgbClr val="671E75"/>
                </a:solidFill>
                <a:latin typeface="Roboto"/>
                <a:ea typeface="Roboto"/>
                <a:cs typeface="Roboto"/>
                <a:sym typeface="Roboto"/>
              </a:rPr>
              <a:t>Product Space, Inc. (National)</a:t>
            </a:r>
            <a:endParaRPr b="1" sz="1300">
              <a:solidFill>
                <a:srgbClr val="671E75"/>
              </a:solidFill>
              <a:latin typeface="Roboto"/>
              <a:ea typeface="Roboto"/>
              <a:cs typeface="Roboto"/>
              <a:sym typeface="Roboto"/>
            </a:endParaRPr>
          </a:p>
          <a:p>
            <a:pPr indent="0" lvl="0" marL="0" rtl="0" algn="l">
              <a:lnSpc>
                <a:spcPct val="115000"/>
              </a:lnSpc>
              <a:spcBef>
                <a:spcPts val="0"/>
              </a:spcBef>
              <a:spcAft>
                <a:spcPts val="0"/>
              </a:spcAft>
              <a:buNone/>
            </a:pPr>
            <a:r>
              <a:rPr lang="en-GB" sz="1300">
                <a:solidFill>
                  <a:srgbClr val="671E75"/>
                </a:solidFill>
                <a:latin typeface="Roboto"/>
                <a:ea typeface="Roboto"/>
                <a:cs typeface="Roboto"/>
                <a:sym typeface="Roboto"/>
              </a:rPr>
              <a:t>Spring 2024</a:t>
            </a:r>
            <a:endParaRPr sz="1300">
              <a:solidFill>
                <a:srgbClr val="671E75"/>
              </a:solidFill>
              <a:latin typeface="Roboto"/>
              <a:ea typeface="Roboto"/>
              <a:cs typeface="Roboto"/>
              <a:sym typeface="Roboto"/>
            </a:endParaRPr>
          </a:p>
        </p:txBody>
      </p:sp>
      <p:pic>
        <p:nvPicPr>
          <p:cNvPr id="13" name="Google Shape;13;p2"/>
          <p:cNvPicPr preferRelativeResize="0"/>
          <p:nvPr/>
        </p:nvPicPr>
        <p:blipFill>
          <a:blip r:embed="rId3">
            <a:alphaModFix/>
          </a:blip>
          <a:stretch>
            <a:fillRect/>
          </a:stretch>
        </p:blipFill>
        <p:spPr>
          <a:xfrm>
            <a:off x="8634807" y="210086"/>
            <a:ext cx="293775" cy="4779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
  <p:cSld name="CUSTOM_2">
    <p:spTree>
      <p:nvGrpSpPr>
        <p:cNvPr id="14" name="Shape 14"/>
        <p:cNvGrpSpPr/>
        <p:nvPr/>
      </p:nvGrpSpPr>
      <p:grpSpPr>
        <a:xfrm>
          <a:off x="0" y="0"/>
          <a:ext cx="0" cy="0"/>
          <a:chOff x="0" y="0"/>
          <a:chExt cx="0" cy="0"/>
        </a:xfrm>
      </p:grpSpPr>
      <p:sp>
        <p:nvSpPr>
          <p:cNvPr id="15" name="Google Shape;15;p3"/>
          <p:cNvSpPr txBox="1"/>
          <p:nvPr>
            <p:ph type="title"/>
          </p:nvPr>
        </p:nvSpPr>
        <p:spPr>
          <a:xfrm>
            <a:off x="629875" y="3042700"/>
            <a:ext cx="6024600" cy="1031400"/>
          </a:xfrm>
          <a:prstGeom prst="rect">
            <a:avLst/>
          </a:prstGeom>
        </p:spPr>
        <p:txBody>
          <a:bodyPr anchorCtr="0" anchor="ctr" bIns="91425" lIns="91425" spcFirstLastPara="1" rIns="91425" wrap="square" tIns="91425">
            <a:noAutofit/>
          </a:bodyPr>
          <a:lstStyle>
            <a:lvl1pPr lvl="0" rtl="0">
              <a:spcBef>
                <a:spcPts val="0"/>
              </a:spcBef>
              <a:spcAft>
                <a:spcPts val="0"/>
              </a:spcAft>
              <a:buSzPts val="5500"/>
              <a:buNone/>
              <a:defRPr sz="5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16" name="Google Shape;16;p3"/>
          <p:cNvPicPr preferRelativeResize="0"/>
          <p:nvPr/>
        </p:nvPicPr>
        <p:blipFill>
          <a:blip r:embed="rId2">
            <a:alphaModFix/>
          </a:blip>
          <a:stretch>
            <a:fillRect/>
          </a:stretch>
        </p:blipFill>
        <p:spPr>
          <a:xfrm>
            <a:off x="8634807" y="210086"/>
            <a:ext cx="293775" cy="477924"/>
          </a:xfrm>
          <a:prstGeom prst="rect">
            <a:avLst/>
          </a:prstGeom>
          <a:noFill/>
          <a:ln>
            <a:noFill/>
          </a:ln>
        </p:spPr>
      </p:pic>
      <p:sp>
        <p:nvSpPr>
          <p:cNvPr id="17" name="Google Shape;17;p3"/>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671E75"/>
              </a:buClr>
              <a:buSzPts val="2300"/>
              <a:buFont typeface="Raleway"/>
              <a:buNone/>
              <a:defRPr sz="2300">
                <a:solidFill>
                  <a:srgbClr val="671E75"/>
                </a:solidFill>
                <a:latin typeface="Raleway"/>
                <a:ea typeface="Raleway"/>
                <a:cs typeface="Raleway"/>
                <a:sym typeface="Raleway"/>
              </a:defRPr>
            </a:lvl1pPr>
            <a:lvl2pPr lvl="1" rtl="0">
              <a:spcBef>
                <a:spcPts val="0"/>
              </a:spcBef>
              <a:spcAft>
                <a:spcPts val="0"/>
              </a:spcAft>
              <a:buClr>
                <a:srgbClr val="671E75"/>
              </a:buClr>
              <a:buSzPts val="1100"/>
              <a:buNone/>
              <a:defRPr>
                <a:solidFill>
                  <a:srgbClr val="671E75"/>
                </a:solidFill>
              </a:defRPr>
            </a:lvl2pPr>
            <a:lvl3pPr lvl="2" rtl="0">
              <a:spcBef>
                <a:spcPts val="0"/>
              </a:spcBef>
              <a:spcAft>
                <a:spcPts val="0"/>
              </a:spcAft>
              <a:buClr>
                <a:srgbClr val="671E75"/>
              </a:buClr>
              <a:buSzPts val="1100"/>
              <a:buNone/>
              <a:defRPr>
                <a:solidFill>
                  <a:srgbClr val="671E75"/>
                </a:solidFill>
              </a:defRPr>
            </a:lvl3pPr>
            <a:lvl4pPr lvl="3" rtl="0">
              <a:spcBef>
                <a:spcPts val="0"/>
              </a:spcBef>
              <a:spcAft>
                <a:spcPts val="0"/>
              </a:spcAft>
              <a:buClr>
                <a:srgbClr val="671E75"/>
              </a:buClr>
              <a:buSzPts val="1100"/>
              <a:buNone/>
              <a:defRPr>
                <a:solidFill>
                  <a:srgbClr val="671E75"/>
                </a:solidFill>
              </a:defRPr>
            </a:lvl4pPr>
            <a:lvl5pPr lvl="4" rtl="0">
              <a:spcBef>
                <a:spcPts val="0"/>
              </a:spcBef>
              <a:spcAft>
                <a:spcPts val="0"/>
              </a:spcAft>
              <a:buClr>
                <a:srgbClr val="671E75"/>
              </a:buClr>
              <a:buSzPts val="1100"/>
              <a:buNone/>
              <a:defRPr>
                <a:solidFill>
                  <a:srgbClr val="671E75"/>
                </a:solidFill>
              </a:defRPr>
            </a:lvl5pPr>
            <a:lvl6pPr lvl="5" rtl="0">
              <a:spcBef>
                <a:spcPts val="0"/>
              </a:spcBef>
              <a:spcAft>
                <a:spcPts val="0"/>
              </a:spcAft>
              <a:buClr>
                <a:srgbClr val="671E75"/>
              </a:buClr>
              <a:buSzPts val="1100"/>
              <a:buNone/>
              <a:defRPr>
                <a:solidFill>
                  <a:srgbClr val="671E75"/>
                </a:solidFill>
              </a:defRPr>
            </a:lvl6pPr>
            <a:lvl7pPr lvl="6" rtl="0">
              <a:spcBef>
                <a:spcPts val="0"/>
              </a:spcBef>
              <a:spcAft>
                <a:spcPts val="0"/>
              </a:spcAft>
              <a:buClr>
                <a:srgbClr val="671E75"/>
              </a:buClr>
              <a:buSzPts val="1100"/>
              <a:buNone/>
              <a:defRPr>
                <a:solidFill>
                  <a:srgbClr val="671E75"/>
                </a:solidFill>
              </a:defRPr>
            </a:lvl7pPr>
            <a:lvl8pPr lvl="7" rtl="0">
              <a:spcBef>
                <a:spcPts val="0"/>
              </a:spcBef>
              <a:spcAft>
                <a:spcPts val="0"/>
              </a:spcAft>
              <a:buClr>
                <a:srgbClr val="671E75"/>
              </a:buClr>
              <a:buSzPts val="1100"/>
              <a:buNone/>
              <a:defRPr>
                <a:solidFill>
                  <a:srgbClr val="671E75"/>
                </a:solidFill>
              </a:defRPr>
            </a:lvl8pPr>
            <a:lvl9pPr lvl="8" rtl="0">
              <a:spcBef>
                <a:spcPts val="0"/>
              </a:spcBef>
              <a:spcAft>
                <a:spcPts val="0"/>
              </a:spcAft>
              <a:buClr>
                <a:srgbClr val="671E75"/>
              </a:buClr>
              <a:buSzPts val="1100"/>
              <a:buNone/>
              <a:defRPr>
                <a:solidFill>
                  <a:srgbClr val="671E75"/>
                </a:solidFill>
              </a:defRPr>
            </a:lvl9pPr>
          </a:lstStyle>
          <a:p/>
        </p:txBody>
      </p:sp>
      <p:sp>
        <p:nvSpPr>
          <p:cNvPr id="18" name="Google Shape;18;p3"/>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7B2A8D"/>
              </a:buClr>
              <a:buSzPts val="1600"/>
              <a:buFont typeface="Raleway"/>
              <a:buNone/>
              <a:defRPr sz="1600">
                <a:solidFill>
                  <a:srgbClr val="7B2A8D"/>
                </a:solidFill>
                <a:latin typeface="Raleway"/>
                <a:ea typeface="Raleway"/>
                <a:cs typeface="Raleway"/>
                <a:sym typeface="Raleway"/>
              </a:defRPr>
            </a:lvl1pPr>
            <a:lvl2pPr lvl="1" rtl="0">
              <a:spcBef>
                <a:spcPts val="0"/>
              </a:spcBef>
              <a:spcAft>
                <a:spcPts val="0"/>
              </a:spcAft>
              <a:buSzPts val="1600"/>
              <a:buFont typeface="Raleway"/>
              <a:buNone/>
              <a:defRPr sz="1600">
                <a:latin typeface="Raleway"/>
                <a:ea typeface="Raleway"/>
                <a:cs typeface="Raleway"/>
                <a:sym typeface="Raleway"/>
              </a:defRPr>
            </a:lvl2pPr>
            <a:lvl3pPr lvl="2" rtl="0">
              <a:spcBef>
                <a:spcPts val="0"/>
              </a:spcBef>
              <a:spcAft>
                <a:spcPts val="0"/>
              </a:spcAft>
              <a:buSzPts val="1600"/>
              <a:buFont typeface="Raleway"/>
              <a:buNone/>
              <a:defRPr sz="1600">
                <a:latin typeface="Raleway"/>
                <a:ea typeface="Raleway"/>
                <a:cs typeface="Raleway"/>
                <a:sym typeface="Raleway"/>
              </a:defRPr>
            </a:lvl3pPr>
            <a:lvl4pPr lvl="3" rtl="0">
              <a:spcBef>
                <a:spcPts val="0"/>
              </a:spcBef>
              <a:spcAft>
                <a:spcPts val="0"/>
              </a:spcAft>
              <a:buSzPts val="1600"/>
              <a:buFont typeface="Raleway"/>
              <a:buNone/>
              <a:defRPr sz="1600">
                <a:latin typeface="Raleway"/>
                <a:ea typeface="Raleway"/>
                <a:cs typeface="Raleway"/>
                <a:sym typeface="Raleway"/>
              </a:defRPr>
            </a:lvl4pPr>
            <a:lvl5pPr lvl="4" rtl="0">
              <a:spcBef>
                <a:spcPts val="0"/>
              </a:spcBef>
              <a:spcAft>
                <a:spcPts val="0"/>
              </a:spcAft>
              <a:buSzPts val="1600"/>
              <a:buFont typeface="Raleway"/>
              <a:buNone/>
              <a:defRPr sz="1600">
                <a:latin typeface="Raleway"/>
                <a:ea typeface="Raleway"/>
                <a:cs typeface="Raleway"/>
                <a:sym typeface="Raleway"/>
              </a:defRPr>
            </a:lvl5pPr>
            <a:lvl6pPr lvl="5" rtl="0">
              <a:spcBef>
                <a:spcPts val="0"/>
              </a:spcBef>
              <a:spcAft>
                <a:spcPts val="0"/>
              </a:spcAft>
              <a:buSzPts val="1600"/>
              <a:buFont typeface="Raleway"/>
              <a:buNone/>
              <a:defRPr sz="1600">
                <a:latin typeface="Raleway"/>
                <a:ea typeface="Raleway"/>
                <a:cs typeface="Raleway"/>
                <a:sym typeface="Raleway"/>
              </a:defRPr>
            </a:lvl6pPr>
            <a:lvl7pPr lvl="6" rtl="0">
              <a:spcBef>
                <a:spcPts val="0"/>
              </a:spcBef>
              <a:spcAft>
                <a:spcPts val="0"/>
              </a:spcAft>
              <a:buSzPts val="1600"/>
              <a:buFont typeface="Raleway"/>
              <a:buNone/>
              <a:defRPr sz="1600">
                <a:latin typeface="Raleway"/>
                <a:ea typeface="Raleway"/>
                <a:cs typeface="Raleway"/>
                <a:sym typeface="Raleway"/>
              </a:defRPr>
            </a:lvl7pPr>
            <a:lvl8pPr lvl="7" rtl="0">
              <a:spcBef>
                <a:spcPts val="0"/>
              </a:spcBef>
              <a:spcAft>
                <a:spcPts val="0"/>
              </a:spcAft>
              <a:buSzPts val="1600"/>
              <a:buFont typeface="Raleway"/>
              <a:buNone/>
              <a:defRPr sz="1600">
                <a:latin typeface="Raleway"/>
                <a:ea typeface="Raleway"/>
                <a:cs typeface="Raleway"/>
                <a:sym typeface="Raleway"/>
              </a:defRPr>
            </a:lvl8pPr>
            <a:lvl9pPr lvl="8" rtl="0">
              <a:spcBef>
                <a:spcPts val="0"/>
              </a:spcBef>
              <a:spcAft>
                <a:spcPts val="0"/>
              </a:spcAft>
              <a:buSzPts val="1600"/>
              <a:buFont typeface="Raleway"/>
              <a:buNone/>
              <a:defRPr sz="1600">
                <a:latin typeface="Raleway"/>
                <a:ea typeface="Raleway"/>
                <a:cs typeface="Raleway"/>
                <a:sym typeface="Raleway"/>
              </a:defRPr>
            </a:lvl9pPr>
          </a:lstStyle>
          <a:p/>
        </p:txBody>
      </p:sp>
      <p:pic>
        <p:nvPicPr>
          <p:cNvPr id="19" name="Google Shape;19;p3"/>
          <p:cNvPicPr preferRelativeResize="0"/>
          <p:nvPr/>
        </p:nvPicPr>
        <p:blipFill>
          <a:blip r:embed="rId3">
            <a:alphaModFix/>
          </a:blip>
          <a:stretch>
            <a:fillRect/>
          </a:stretch>
        </p:blipFill>
        <p:spPr>
          <a:xfrm>
            <a:off x="-451" y="-8283"/>
            <a:ext cx="9161999" cy="3264414"/>
          </a:xfrm>
          <a:prstGeom prst="rect">
            <a:avLst/>
          </a:prstGeom>
          <a:noFill/>
          <a:ln>
            <a:noFill/>
          </a:ln>
        </p:spPr>
      </p:pic>
      <p:pic>
        <p:nvPicPr>
          <p:cNvPr id="20" name="Google Shape;20;p3"/>
          <p:cNvPicPr preferRelativeResize="0"/>
          <p:nvPr/>
        </p:nvPicPr>
        <p:blipFill>
          <a:blip r:embed="rId2">
            <a:alphaModFix/>
          </a:blip>
          <a:stretch>
            <a:fillRect/>
          </a:stretch>
        </p:blipFill>
        <p:spPr>
          <a:xfrm>
            <a:off x="8652204" y="4401086"/>
            <a:ext cx="293775" cy="4779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
  <p:cSld name="TITLE_AND_BODY_1">
    <p:spTree>
      <p:nvGrpSpPr>
        <p:cNvPr id="21" name="Shape 21"/>
        <p:cNvGrpSpPr/>
        <p:nvPr/>
      </p:nvGrpSpPr>
      <p:grpSpPr>
        <a:xfrm>
          <a:off x="0" y="0"/>
          <a:ext cx="0" cy="0"/>
          <a:chOff x="0" y="0"/>
          <a:chExt cx="0" cy="0"/>
        </a:xfrm>
      </p:grpSpPr>
      <p:pic>
        <p:nvPicPr>
          <p:cNvPr id="22" name="Google Shape;22;p4"/>
          <p:cNvPicPr preferRelativeResize="0"/>
          <p:nvPr/>
        </p:nvPicPr>
        <p:blipFill>
          <a:blip r:embed="rId2">
            <a:alphaModFix/>
          </a:blip>
          <a:stretch>
            <a:fillRect/>
          </a:stretch>
        </p:blipFill>
        <p:spPr>
          <a:xfrm>
            <a:off x="-7815" y="-7800"/>
            <a:ext cx="9161999" cy="2103595"/>
          </a:xfrm>
          <a:prstGeom prst="rect">
            <a:avLst/>
          </a:prstGeom>
          <a:noFill/>
          <a:ln>
            <a:noFill/>
          </a:ln>
        </p:spPr>
      </p:pic>
      <p:sp>
        <p:nvSpPr>
          <p:cNvPr id="23" name="Google Shape;23;p4"/>
          <p:cNvSpPr txBox="1"/>
          <p:nvPr>
            <p:ph type="title"/>
          </p:nvPr>
        </p:nvSpPr>
        <p:spPr>
          <a:xfrm>
            <a:off x="464525" y="937425"/>
            <a:ext cx="81825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4"/>
          <p:cNvSpPr txBox="1"/>
          <p:nvPr>
            <p:ph idx="1" type="body"/>
          </p:nvPr>
        </p:nvSpPr>
        <p:spPr>
          <a:xfrm>
            <a:off x="468450" y="1462175"/>
            <a:ext cx="8182500" cy="31068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AutoNum type="arabicPeriod"/>
              <a:defRPr/>
            </a:lvl4pPr>
            <a:lvl5pPr indent="-298450" lvl="4" marL="2286000" rtl="0">
              <a:spcBef>
                <a:spcPts val="0"/>
              </a:spcBef>
              <a:spcAft>
                <a:spcPts val="0"/>
              </a:spcAft>
              <a:buSzPts val="1100"/>
              <a:buAutoNum type="alphaLcPeriod"/>
              <a:defRPr/>
            </a:lvl5pPr>
            <a:lvl6pPr indent="-298450" lvl="5" marL="2743200" rtl="0">
              <a:spcBef>
                <a:spcPts val="0"/>
              </a:spcBef>
              <a:spcAft>
                <a:spcPts val="0"/>
              </a:spcAft>
              <a:buSzPts val="1100"/>
              <a:buAutoNum type="romanLcPeriod"/>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25" name="Google Shape;25;p4"/>
          <p:cNvSpPr txBox="1"/>
          <p:nvPr>
            <p:ph idx="2" type="subTitle"/>
          </p:nvPr>
        </p:nvSpPr>
        <p:spPr>
          <a:xfrm>
            <a:off x="468450" y="664675"/>
            <a:ext cx="4180200" cy="487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pic>
        <p:nvPicPr>
          <p:cNvPr id="26" name="Google Shape;26;p4"/>
          <p:cNvPicPr preferRelativeResize="0"/>
          <p:nvPr/>
        </p:nvPicPr>
        <p:blipFill>
          <a:blip r:embed="rId3">
            <a:alphaModFix/>
          </a:blip>
          <a:stretch>
            <a:fillRect/>
          </a:stretch>
        </p:blipFill>
        <p:spPr>
          <a:xfrm>
            <a:off x="8543742" y="4348342"/>
            <a:ext cx="214525" cy="349000"/>
          </a:xfrm>
          <a:prstGeom prst="rect">
            <a:avLst/>
          </a:prstGeom>
          <a:noFill/>
          <a:ln>
            <a:noFill/>
          </a:ln>
        </p:spPr>
      </p:pic>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A]">
  <p:cSld name="TITLE_AND_BODY_1_1">
    <p:spTree>
      <p:nvGrpSpPr>
        <p:cNvPr id="27" name="Shape 27"/>
        <p:cNvGrpSpPr/>
        <p:nvPr/>
      </p:nvGrpSpPr>
      <p:grpSpPr>
        <a:xfrm>
          <a:off x="0" y="0"/>
          <a:ext cx="0" cy="0"/>
          <a:chOff x="0" y="0"/>
          <a:chExt cx="0" cy="0"/>
        </a:xfrm>
      </p:grpSpPr>
      <p:pic>
        <p:nvPicPr>
          <p:cNvPr id="28" name="Google Shape;28;p5"/>
          <p:cNvPicPr preferRelativeResize="0"/>
          <p:nvPr/>
        </p:nvPicPr>
        <p:blipFill>
          <a:blip r:embed="rId2">
            <a:alphaModFix/>
          </a:blip>
          <a:stretch>
            <a:fillRect/>
          </a:stretch>
        </p:blipFill>
        <p:spPr>
          <a:xfrm>
            <a:off x="-7815" y="-7800"/>
            <a:ext cx="9161999" cy="2103595"/>
          </a:xfrm>
          <a:prstGeom prst="rect">
            <a:avLst/>
          </a:prstGeom>
          <a:noFill/>
          <a:ln>
            <a:noFill/>
          </a:ln>
        </p:spPr>
      </p:pic>
      <p:sp>
        <p:nvSpPr>
          <p:cNvPr id="29" name="Google Shape;29;p5"/>
          <p:cNvSpPr txBox="1"/>
          <p:nvPr>
            <p:ph type="title"/>
          </p:nvPr>
        </p:nvSpPr>
        <p:spPr>
          <a:xfrm>
            <a:off x="464525" y="937425"/>
            <a:ext cx="81825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 name="Google Shape;30;p5"/>
          <p:cNvSpPr txBox="1"/>
          <p:nvPr>
            <p:ph idx="1" type="subTitle"/>
          </p:nvPr>
        </p:nvSpPr>
        <p:spPr>
          <a:xfrm>
            <a:off x="468450" y="664675"/>
            <a:ext cx="4180200" cy="487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sp>
        <p:nvSpPr>
          <p:cNvPr id="31" name="Google Shape;31;p5"/>
          <p:cNvSpPr txBox="1"/>
          <p:nvPr>
            <p:ph idx="2" type="body"/>
          </p:nvPr>
        </p:nvSpPr>
        <p:spPr>
          <a:xfrm>
            <a:off x="468450" y="1462175"/>
            <a:ext cx="4083300" cy="31068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AutoNum type="arabicPeriod"/>
              <a:defRPr/>
            </a:lvl4pPr>
            <a:lvl5pPr indent="-298450" lvl="4" marL="2286000" rtl="0">
              <a:spcBef>
                <a:spcPts val="0"/>
              </a:spcBef>
              <a:spcAft>
                <a:spcPts val="0"/>
              </a:spcAft>
              <a:buSzPts val="1100"/>
              <a:buAutoNum type="alphaLcPeriod"/>
              <a:defRPr/>
            </a:lvl5pPr>
            <a:lvl6pPr indent="-298450" lvl="5" marL="2743200" rtl="0">
              <a:spcBef>
                <a:spcPts val="0"/>
              </a:spcBef>
              <a:spcAft>
                <a:spcPts val="0"/>
              </a:spcAft>
              <a:buSzPts val="1100"/>
              <a:buAutoNum type="romanLcPeriod"/>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32" name="Google Shape;32;p5"/>
          <p:cNvSpPr txBox="1"/>
          <p:nvPr>
            <p:ph idx="3" type="body"/>
          </p:nvPr>
        </p:nvSpPr>
        <p:spPr>
          <a:xfrm>
            <a:off x="4567500" y="1462175"/>
            <a:ext cx="4083300" cy="31068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AutoNum type="arabicPeriod"/>
              <a:defRPr/>
            </a:lvl4pPr>
            <a:lvl5pPr indent="-298450" lvl="4" marL="2286000" rtl="0">
              <a:spcBef>
                <a:spcPts val="0"/>
              </a:spcBef>
              <a:spcAft>
                <a:spcPts val="0"/>
              </a:spcAft>
              <a:buSzPts val="1100"/>
              <a:buAutoNum type="alphaLcPeriod"/>
              <a:defRPr/>
            </a:lvl5pPr>
            <a:lvl6pPr indent="-298450" lvl="5" marL="2743200" rtl="0">
              <a:spcBef>
                <a:spcPts val="0"/>
              </a:spcBef>
              <a:spcAft>
                <a:spcPts val="0"/>
              </a:spcAft>
              <a:buSzPts val="1100"/>
              <a:buAutoNum type="romanLcPeriod"/>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pic>
        <p:nvPicPr>
          <p:cNvPr id="33" name="Google Shape;33;p5"/>
          <p:cNvPicPr preferRelativeResize="0"/>
          <p:nvPr/>
        </p:nvPicPr>
        <p:blipFill>
          <a:blip r:embed="rId3">
            <a:alphaModFix/>
          </a:blip>
          <a:stretch>
            <a:fillRect/>
          </a:stretch>
        </p:blipFill>
        <p:spPr>
          <a:xfrm>
            <a:off x="8543742" y="4348342"/>
            <a:ext cx="214525" cy="349000"/>
          </a:xfrm>
          <a:prstGeom prst="rect">
            <a:avLst/>
          </a:prstGeom>
          <a:noFill/>
          <a:ln>
            <a:noFill/>
          </a:ln>
        </p:spPr>
      </p:pic>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 Column Text [A]">
  <p:cSld name="TITLE_AND_BODY_1_1_1">
    <p:spTree>
      <p:nvGrpSpPr>
        <p:cNvPr id="34" name="Shape 34"/>
        <p:cNvGrpSpPr/>
        <p:nvPr/>
      </p:nvGrpSpPr>
      <p:grpSpPr>
        <a:xfrm>
          <a:off x="0" y="0"/>
          <a:ext cx="0" cy="0"/>
          <a:chOff x="0" y="0"/>
          <a:chExt cx="0" cy="0"/>
        </a:xfrm>
      </p:grpSpPr>
      <p:pic>
        <p:nvPicPr>
          <p:cNvPr id="35" name="Google Shape;35;p6"/>
          <p:cNvPicPr preferRelativeResize="0"/>
          <p:nvPr/>
        </p:nvPicPr>
        <p:blipFill>
          <a:blip r:embed="rId2">
            <a:alphaModFix/>
          </a:blip>
          <a:stretch>
            <a:fillRect/>
          </a:stretch>
        </p:blipFill>
        <p:spPr>
          <a:xfrm>
            <a:off x="-7797" y="-2050"/>
            <a:ext cx="2980799" cy="5147611"/>
          </a:xfrm>
          <a:prstGeom prst="rect">
            <a:avLst/>
          </a:prstGeom>
          <a:noFill/>
          <a:ln>
            <a:noFill/>
          </a:ln>
        </p:spPr>
      </p:pic>
      <p:sp>
        <p:nvSpPr>
          <p:cNvPr id="36" name="Google Shape;36;p6"/>
          <p:cNvSpPr txBox="1"/>
          <p:nvPr>
            <p:ph idx="1" type="subTitle"/>
          </p:nvPr>
        </p:nvSpPr>
        <p:spPr>
          <a:xfrm>
            <a:off x="401800" y="1022475"/>
            <a:ext cx="2303100" cy="3699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Raleway"/>
              <a:buNone/>
              <a:defRPr>
                <a:latin typeface="Raleway"/>
                <a:ea typeface="Raleway"/>
                <a:cs typeface="Raleway"/>
                <a:sym typeface="Raleway"/>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7" name="Google Shape;37;p6"/>
          <p:cNvSpPr txBox="1"/>
          <p:nvPr>
            <p:ph type="title"/>
          </p:nvPr>
        </p:nvSpPr>
        <p:spPr>
          <a:xfrm>
            <a:off x="391748" y="1309775"/>
            <a:ext cx="2303100" cy="487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2"/>
              </a:buClr>
              <a:buSzPts val="2800"/>
              <a:buNone/>
              <a:defRPr>
                <a:solidFill>
                  <a:schemeClr val="l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8" name="Google Shape;38;p6"/>
          <p:cNvSpPr txBox="1"/>
          <p:nvPr/>
        </p:nvSpPr>
        <p:spPr>
          <a:xfrm>
            <a:off x="401800" y="1797575"/>
            <a:ext cx="2303100" cy="287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50">
              <a:solidFill>
                <a:schemeClr val="dk1"/>
              </a:solidFill>
              <a:latin typeface="Roboto"/>
              <a:ea typeface="Roboto"/>
              <a:cs typeface="Roboto"/>
              <a:sym typeface="Roboto"/>
            </a:endParaRPr>
          </a:p>
        </p:txBody>
      </p:sp>
      <p:sp>
        <p:nvSpPr>
          <p:cNvPr id="39" name="Google Shape;39;p6"/>
          <p:cNvSpPr txBox="1"/>
          <p:nvPr>
            <p:ph idx="2" type="body"/>
          </p:nvPr>
        </p:nvSpPr>
        <p:spPr>
          <a:xfrm>
            <a:off x="391750" y="1797575"/>
            <a:ext cx="2303100" cy="2871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SzPts val="11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AutoNum type="arabicPeriod"/>
              <a:defRPr/>
            </a:lvl4pPr>
            <a:lvl5pPr indent="-298450" lvl="4" marL="2286000" rtl="0">
              <a:spcBef>
                <a:spcPts val="0"/>
              </a:spcBef>
              <a:spcAft>
                <a:spcPts val="0"/>
              </a:spcAft>
              <a:buSzPts val="1100"/>
              <a:buAutoNum type="alphaLcPeriod"/>
              <a:defRPr/>
            </a:lvl5pPr>
            <a:lvl6pPr indent="-298450" lvl="5" marL="2743200" rtl="0">
              <a:spcBef>
                <a:spcPts val="0"/>
              </a:spcBef>
              <a:spcAft>
                <a:spcPts val="0"/>
              </a:spcAft>
              <a:buSzPts val="1100"/>
              <a:buAutoNum type="romanLcPeriod"/>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pic>
        <p:nvPicPr>
          <p:cNvPr id="40" name="Google Shape;40;p6"/>
          <p:cNvPicPr preferRelativeResize="0"/>
          <p:nvPr/>
        </p:nvPicPr>
        <p:blipFill>
          <a:blip r:embed="rId3">
            <a:alphaModFix/>
          </a:blip>
          <a:stretch>
            <a:fillRect/>
          </a:stretch>
        </p:blipFill>
        <p:spPr>
          <a:xfrm>
            <a:off x="8543742" y="4348342"/>
            <a:ext cx="214525" cy="349000"/>
          </a:xfrm>
          <a:prstGeom prst="rect">
            <a:avLst/>
          </a:prstGeom>
          <a:noFill/>
          <a:ln>
            <a:noFill/>
          </a:ln>
        </p:spPr>
      </p:pic>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 type="secHead">
  <p:cSld name="SECTION_HEADER">
    <p:spTree>
      <p:nvGrpSpPr>
        <p:cNvPr id="41" name="Shape 41"/>
        <p:cNvGrpSpPr/>
        <p:nvPr/>
      </p:nvGrpSpPr>
      <p:grpSpPr>
        <a:xfrm>
          <a:off x="0" y="0"/>
          <a:ext cx="0" cy="0"/>
          <a:chOff x="0" y="0"/>
          <a:chExt cx="0" cy="0"/>
        </a:xfrm>
      </p:grpSpPr>
      <p:pic>
        <p:nvPicPr>
          <p:cNvPr id="42" name="Google Shape;42;p7"/>
          <p:cNvPicPr preferRelativeResize="0"/>
          <p:nvPr/>
        </p:nvPicPr>
        <p:blipFill>
          <a:blip r:embed="rId2">
            <a:alphaModFix/>
          </a:blip>
          <a:stretch>
            <a:fillRect/>
          </a:stretch>
        </p:blipFill>
        <p:spPr>
          <a:xfrm>
            <a:off x="0" y="0"/>
            <a:ext cx="9143994" cy="5143500"/>
          </a:xfrm>
          <a:prstGeom prst="rect">
            <a:avLst/>
          </a:prstGeom>
          <a:noFill/>
          <a:ln>
            <a:noFill/>
          </a:ln>
        </p:spPr>
      </p:pic>
      <p:sp>
        <p:nvSpPr>
          <p:cNvPr id="43" name="Google Shape;43;p7"/>
          <p:cNvSpPr txBox="1"/>
          <p:nvPr>
            <p:ph type="title"/>
          </p:nvPr>
        </p:nvSpPr>
        <p:spPr>
          <a:xfrm>
            <a:off x="629875" y="3042700"/>
            <a:ext cx="6024600" cy="1031400"/>
          </a:xfrm>
          <a:prstGeom prst="rect">
            <a:avLst/>
          </a:prstGeom>
        </p:spPr>
        <p:txBody>
          <a:bodyPr anchorCtr="0" anchor="ctr" bIns="91425" lIns="91425" spcFirstLastPara="1" rIns="91425" wrap="square" tIns="91425">
            <a:noAutofit/>
          </a:bodyPr>
          <a:lstStyle>
            <a:lvl1pPr lvl="0">
              <a:spcBef>
                <a:spcPts val="0"/>
              </a:spcBef>
              <a:spcAft>
                <a:spcPts val="0"/>
              </a:spcAft>
              <a:buSzPts val="5500"/>
              <a:buNone/>
              <a:defRPr sz="5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44" name="Google Shape;44;p7"/>
          <p:cNvPicPr preferRelativeResize="0"/>
          <p:nvPr/>
        </p:nvPicPr>
        <p:blipFill>
          <a:blip r:embed="rId3">
            <a:alphaModFix/>
          </a:blip>
          <a:stretch>
            <a:fillRect/>
          </a:stretch>
        </p:blipFill>
        <p:spPr>
          <a:xfrm>
            <a:off x="8634807" y="210086"/>
            <a:ext cx="293775" cy="477924"/>
          </a:xfrm>
          <a:prstGeom prst="rect">
            <a:avLst/>
          </a:prstGeom>
          <a:noFill/>
          <a:ln>
            <a:noFill/>
          </a:ln>
        </p:spPr>
      </p:pic>
      <p:sp>
        <p:nvSpPr>
          <p:cNvPr id="45" name="Google Shape;45;p7"/>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671E75"/>
              </a:buClr>
              <a:buSzPts val="2300"/>
              <a:buFont typeface="Raleway"/>
              <a:buNone/>
              <a:defRPr sz="2300">
                <a:solidFill>
                  <a:srgbClr val="671E75"/>
                </a:solidFill>
                <a:latin typeface="Raleway"/>
                <a:ea typeface="Raleway"/>
                <a:cs typeface="Raleway"/>
                <a:sym typeface="Raleway"/>
              </a:defRPr>
            </a:lvl1pPr>
            <a:lvl2pPr lvl="1" rtl="0">
              <a:spcBef>
                <a:spcPts val="0"/>
              </a:spcBef>
              <a:spcAft>
                <a:spcPts val="0"/>
              </a:spcAft>
              <a:buClr>
                <a:srgbClr val="671E75"/>
              </a:buClr>
              <a:buSzPts val="1100"/>
              <a:buNone/>
              <a:defRPr>
                <a:solidFill>
                  <a:srgbClr val="671E75"/>
                </a:solidFill>
              </a:defRPr>
            </a:lvl2pPr>
            <a:lvl3pPr lvl="2" rtl="0">
              <a:spcBef>
                <a:spcPts val="0"/>
              </a:spcBef>
              <a:spcAft>
                <a:spcPts val="0"/>
              </a:spcAft>
              <a:buClr>
                <a:srgbClr val="671E75"/>
              </a:buClr>
              <a:buSzPts val="1100"/>
              <a:buNone/>
              <a:defRPr>
                <a:solidFill>
                  <a:srgbClr val="671E75"/>
                </a:solidFill>
              </a:defRPr>
            </a:lvl3pPr>
            <a:lvl4pPr lvl="3" rtl="0">
              <a:spcBef>
                <a:spcPts val="0"/>
              </a:spcBef>
              <a:spcAft>
                <a:spcPts val="0"/>
              </a:spcAft>
              <a:buClr>
                <a:srgbClr val="671E75"/>
              </a:buClr>
              <a:buSzPts val="1100"/>
              <a:buNone/>
              <a:defRPr>
                <a:solidFill>
                  <a:srgbClr val="671E75"/>
                </a:solidFill>
              </a:defRPr>
            </a:lvl4pPr>
            <a:lvl5pPr lvl="4" rtl="0">
              <a:spcBef>
                <a:spcPts val="0"/>
              </a:spcBef>
              <a:spcAft>
                <a:spcPts val="0"/>
              </a:spcAft>
              <a:buClr>
                <a:srgbClr val="671E75"/>
              </a:buClr>
              <a:buSzPts val="1100"/>
              <a:buNone/>
              <a:defRPr>
                <a:solidFill>
                  <a:srgbClr val="671E75"/>
                </a:solidFill>
              </a:defRPr>
            </a:lvl5pPr>
            <a:lvl6pPr lvl="5" rtl="0">
              <a:spcBef>
                <a:spcPts val="0"/>
              </a:spcBef>
              <a:spcAft>
                <a:spcPts val="0"/>
              </a:spcAft>
              <a:buClr>
                <a:srgbClr val="671E75"/>
              </a:buClr>
              <a:buSzPts val="1100"/>
              <a:buNone/>
              <a:defRPr>
                <a:solidFill>
                  <a:srgbClr val="671E75"/>
                </a:solidFill>
              </a:defRPr>
            </a:lvl6pPr>
            <a:lvl7pPr lvl="6" rtl="0">
              <a:spcBef>
                <a:spcPts val="0"/>
              </a:spcBef>
              <a:spcAft>
                <a:spcPts val="0"/>
              </a:spcAft>
              <a:buClr>
                <a:srgbClr val="671E75"/>
              </a:buClr>
              <a:buSzPts val="1100"/>
              <a:buNone/>
              <a:defRPr>
                <a:solidFill>
                  <a:srgbClr val="671E75"/>
                </a:solidFill>
              </a:defRPr>
            </a:lvl7pPr>
            <a:lvl8pPr lvl="7" rtl="0">
              <a:spcBef>
                <a:spcPts val="0"/>
              </a:spcBef>
              <a:spcAft>
                <a:spcPts val="0"/>
              </a:spcAft>
              <a:buClr>
                <a:srgbClr val="671E75"/>
              </a:buClr>
              <a:buSzPts val="1100"/>
              <a:buNone/>
              <a:defRPr>
                <a:solidFill>
                  <a:srgbClr val="671E75"/>
                </a:solidFill>
              </a:defRPr>
            </a:lvl8pPr>
            <a:lvl9pPr lvl="8" rtl="0">
              <a:spcBef>
                <a:spcPts val="0"/>
              </a:spcBef>
              <a:spcAft>
                <a:spcPts val="0"/>
              </a:spcAft>
              <a:buClr>
                <a:srgbClr val="671E75"/>
              </a:buClr>
              <a:buSzPts val="1100"/>
              <a:buNone/>
              <a:defRPr>
                <a:solidFill>
                  <a:srgbClr val="671E75"/>
                </a:solidFill>
              </a:defRPr>
            </a:lvl9pPr>
          </a:lstStyle>
          <a:p/>
        </p:txBody>
      </p:sp>
      <p:sp>
        <p:nvSpPr>
          <p:cNvPr id="46" name="Google Shape;46;p7"/>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7B2A8D"/>
              </a:buClr>
              <a:buSzPts val="1600"/>
              <a:buFont typeface="Raleway"/>
              <a:buNone/>
              <a:defRPr sz="1600">
                <a:solidFill>
                  <a:srgbClr val="7B2A8D"/>
                </a:solidFill>
                <a:latin typeface="Raleway"/>
                <a:ea typeface="Raleway"/>
                <a:cs typeface="Raleway"/>
                <a:sym typeface="Raleway"/>
              </a:defRPr>
            </a:lvl1pPr>
            <a:lvl2pPr lvl="1" rtl="0">
              <a:spcBef>
                <a:spcPts val="0"/>
              </a:spcBef>
              <a:spcAft>
                <a:spcPts val="0"/>
              </a:spcAft>
              <a:buSzPts val="1600"/>
              <a:buFont typeface="Raleway"/>
              <a:buNone/>
              <a:defRPr sz="1600">
                <a:latin typeface="Raleway"/>
                <a:ea typeface="Raleway"/>
                <a:cs typeface="Raleway"/>
                <a:sym typeface="Raleway"/>
              </a:defRPr>
            </a:lvl2pPr>
            <a:lvl3pPr lvl="2" rtl="0">
              <a:spcBef>
                <a:spcPts val="0"/>
              </a:spcBef>
              <a:spcAft>
                <a:spcPts val="0"/>
              </a:spcAft>
              <a:buSzPts val="1600"/>
              <a:buFont typeface="Raleway"/>
              <a:buNone/>
              <a:defRPr sz="1600">
                <a:latin typeface="Raleway"/>
                <a:ea typeface="Raleway"/>
                <a:cs typeface="Raleway"/>
                <a:sym typeface="Raleway"/>
              </a:defRPr>
            </a:lvl3pPr>
            <a:lvl4pPr lvl="3" rtl="0">
              <a:spcBef>
                <a:spcPts val="0"/>
              </a:spcBef>
              <a:spcAft>
                <a:spcPts val="0"/>
              </a:spcAft>
              <a:buSzPts val="1600"/>
              <a:buFont typeface="Raleway"/>
              <a:buNone/>
              <a:defRPr sz="1600">
                <a:latin typeface="Raleway"/>
                <a:ea typeface="Raleway"/>
                <a:cs typeface="Raleway"/>
                <a:sym typeface="Raleway"/>
              </a:defRPr>
            </a:lvl4pPr>
            <a:lvl5pPr lvl="4" rtl="0">
              <a:spcBef>
                <a:spcPts val="0"/>
              </a:spcBef>
              <a:spcAft>
                <a:spcPts val="0"/>
              </a:spcAft>
              <a:buSzPts val="1600"/>
              <a:buFont typeface="Raleway"/>
              <a:buNone/>
              <a:defRPr sz="1600">
                <a:latin typeface="Raleway"/>
                <a:ea typeface="Raleway"/>
                <a:cs typeface="Raleway"/>
                <a:sym typeface="Raleway"/>
              </a:defRPr>
            </a:lvl5pPr>
            <a:lvl6pPr lvl="5" rtl="0">
              <a:spcBef>
                <a:spcPts val="0"/>
              </a:spcBef>
              <a:spcAft>
                <a:spcPts val="0"/>
              </a:spcAft>
              <a:buSzPts val="1600"/>
              <a:buFont typeface="Raleway"/>
              <a:buNone/>
              <a:defRPr sz="1600">
                <a:latin typeface="Raleway"/>
                <a:ea typeface="Raleway"/>
                <a:cs typeface="Raleway"/>
                <a:sym typeface="Raleway"/>
              </a:defRPr>
            </a:lvl6pPr>
            <a:lvl7pPr lvl="6" rtl="0">
              <a:spcBef>
                <a:spcPts val="0"/>
              </a:spcBef>
              <a:spcAft>
                <a:spcPts val="0"/>
              </a:spcAft>
              <a:buSzPts val="1600"/>
              <a:buFont typeface="Raleway"/>
              <a:buNone/>
              <a:defRPr sz="1600">
                <a:latin typeface="Raleway"/>
                <a:ea typeface="Raleway"/>
                <a:cs typeface="Raleway"/>
                <a:sym typeface="Raleway"/>
              </a:defRPr>
            </a:lvl7pPr>
            <a:lvl8pPr lvl="7" rtl="0">
              <a:spcBef>
                <a:spcPts val="0"/>
              </a:spcBef>
              <a:spcAft>
                <a:spcPts val="0"/>
              </a:spcAft>
              <a:buSzPts val="1600"/>
              <a:buFont typeface="Raleway"/>
              <a:buNone/>
              <a:defRPr sz="1600">
                <a:latin typeface="Raleway"/>
                <a:ea typeface="Raleway"/>
                <a:cs typeface="Raleway"/>
                <a:sym typeface="Raleway"/>
              </a:defRPr>
            </a:lvl8pPr>
            <a:lvl9pPr lvl="8" rtl="0">
              <a:spcBef>
                <a:spcPts val="0"/>
              </a:spcBef>
              <a:spcAft>
                <a:spcPts val="0"/>
              </a:spcAft>
              <a:buSzPts val="1600"/>
              <a:buFont typeface="Raleway"/>
              <a:buNone/>
              <a:defRPr sz="1600">
                <a:latin typeface="Raleway"/>
                <a:ea typeface="Raleway"/>
                <a:cs typeface="Raleway"/>
                <a:sym typeface="Raleway"/>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B]" type="tx">
  <p:cSld name="TITLE_AND_BODY">
    <p:spTree>
      <p:nvGrpSpPr>
        <p:cNvPr id="47" name="Shape 47"/>
        <p:cNvGrpSpPr/>
        <p:nvPr/>
      </p:nvGrpSpPr>
      <p:grpSpPr>
        <a:xfrm>
          <a:off x="0" y="0"/>
          <a:ext cx="0" cy="0"/>
          <a:chOff x="0" y="0"/>
          <a:chExt cx="0" cy="0"/>
        </a:xfrm>
      </p:grpSpPr>
      <p:pic>
        <p:nvPicPr>
          <p:cNvPr id="48" name="Google Shape;48;p8"/>
          <p:cNvPicPr preferRelativeResize="0"/>
          <p:nvPr/>
        </p:nvPicPr>
        <p:blipFill>
          <a:blip r:embed="rId2">
            <a:alphaModFix/>
          </a:blip>
          <a:stretch>
            <a:fillRect/>
          </a:stretch>
        </p:blipFill>
        <p:spPr>
          <a:xfrm>
            <a:off x="0" y="0"/>
            <a:ext cx="9143994" cy="5143500"/>
          </a:xfrm>
          <a:prstGeom prst="rect">
            <a:avLst/>
          </a:prstGeom>
          <a:noFill/>
          <a:ln>
            <a:noFill/>
          </a:ln>
        </p:spPr>
      </p:pic>
      <p:pic>
        <p:nvPicPr>
          <p:cNvPr id="49" name="Google Shape;49;p8"/>
          <p:cNvPicPr preferRelativeResize="0"/>
          <p:nvPr/>
        </p:nvPicPr>
        <p:blipFill>
          <a:blip r:embed="rId3">
            <a:alphaModFix/>
          </a:blip>
          <a:stretch>
            <a:fillRect/>
          </a:stretch>
        </p:blipFill>
        <p:spPr>
          <a:xfrm>
            <a:off x="-1" y="35718"/>
            <a:ext cx="9144003" cy="5072064"/>
          </a:xfrm>
          <a:prstGeom prst="rect">
            <a:avLst/>
          </a:prstGeom>
          <a:noFill/>
          <a:ln>
            <a:noFill/>
          </a:ln>
        </p:spPr>
      </p:pic>
      <p:sp>
        <p:nvSpPr>
          <p:cNvPr id="50" name="Google Shape;50;p8"/>
          <p:cNvSpPr txBox="1"/>
          <p:nvPr>
            <p:ph type="title"/>
          </p:nvPr>
        </p:nvSpPr>
        <p:spPr>
          <a:xfrm>
            <a:off x="464525" y="937425"/>
            <a:ext cx="81825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1" name="Google Shape;51;p8"/>
          <p:cNvSpPr txBox="1"/>
          <p:nvPr>
            <p:ph idx="1" type="body"/>
          </p:nvPr>
        </p:nvSpPr>
        <p:spPr>
          <a:xfrm>
            <a:off x="468450" y="1462175"/>
            <a:ext cx="8182500" cy="310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pic>
        <p:nvPicPr>
          <p:cNvPr id="52" name="Google Shape;52;p8"/>
          <p:cNvPicPr preferRelativeResize="0"/>
          <p:nvPr/>
        </p:nvPicPr>
        <p:blipFill>
          <a:blip r:embed="rId4">
            <a:alphaModFix/>
          </a:blip>
          <a:stretch>
            <a:fillRect/>
          </a:stretch>
        </p:blipFill>
        <p:spPr>
          <a:xfrm>
            <a:off x="8543742" y="4348342"/>
            <a:ext cx="214525" cy="349000"/>
          </a:xfrm>
          <a:prstGeom prst="rect">
            <a:avLst/>
          </a:prstGeom>
          <a:noFill/>
          <a:ln>
            <a:noFill/>
          </a:ln>
        </p:spPr>
      </p:pic>
      <p:sp>
        <p:nvSpPr>
          <p:cNvPr id="53" name="Google Shape;53;p8"/>
          <p:cNvSpPr txBox="1"/>
          <p:nvPr>
            <p:ph idx="2" type="subTitle"/>
          </p:nvPr>
        </p:nvSpPr>
        <p:spPr>
          <a:xfrm>
            <a:off x="468450" y="664675"/>
            <a:ext cx="4180200" cy="487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B]" type="twoColTx">
  <p:cSld name="TITLE_AND_TWO_COLUMNS">
    <p:spTree>
      <p:nvGrpSpPr>
        <p:cNvPr id="54" name="Shape 54"/>
        <p:cNvGrpSpPr/>
        <p:nvPr/>
      </p:nvGrpSpPr>
      <p:grpSpPr>
        <a:xfrm>
          <a:off x="0" y="0"/>
          <a:ext cx="0" cy="0"/>
          <a:chOff x="0" y="0"/>
          <a:chExt cx="0" cy="0"/>
        </a:xfrm>
      </p:grpSpPr>
      <p:pic>
        <p:nvPicPr>
          <p:cNvPr id="55" name="Google Shape;55;p9"/>
          <p:cNvPicPr preferRelativeResize="0"/>
          <p:nvPr/>
        </p:nvPicPr>
        <p:blipFill>
          <a:blip r:embed="rId2">
            <a:alphaModFix/>
          </a:blip>
          <a:stretch>
            <a:fillRect/>
          </a:stretch>
        </p:blipFill>
        <p:spPr>
          <a:xfrm>
            <a:off x="0" y="0"/>
            <a:ext cx="9143994" cy="5143500"/>
          </a:xfrm>
          <a:prstGeom prst="rect">
            <a:avLst/>
          </a:prstGeom>
          <a:noFill/>
          <a:ln>
            <a:noFill/>
          </a:ln>
        </p:spPr>
      </p:pic>
      <p:pic>
        <p:nvPicPr>
          <p:cNvPr id="56" name="Google Shape;56;p9"/>
          <p:cNvPicPr preferRelativeResize="0"/>
          <p:nvPr/>
        </p:nvPicPr>
        <p:blipFill>
          <a:blip r:embed="rId3">
            <a:alphaModFix/>
          </a:blip>
          <a:stretch>
            <a:fillRect/>
          </a:stretch>
        </p:blipFill>
        <p:spPr>
          <a:xfrm>
            <a:off x="-1" y="35718"/>
            <a:ext cx="9144003" cy="5072064"/>
          </a:xfrm>
          <a:prstGeom prst="rect">
            <a:avLst/>
          </a:prstGeom>
          <a:noFill/>
          <a:ln>
            <a:noFill/>
          </a:ln>
        </p:spPr>
      </p:pic>
      <p:sp>
        <p:nvSpPr>
          <p:cNvPr id="57" name="Google Shape;57;p9"/>
          <p:cNvSpPr txBox="1"/>
          <p:nvPr>
            <p:ph type="title"/>
          </p:nvPr>
        </p:nvSpPr>
        <p:spPr>
          <a:xfrm>
            <a:off x="464525" y="937425"/>
            <a:ext cx="81864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9"/>
          <p:cNvSpPr txBox="1"/>
          <p:nvPr>
            <p:ph idx="1" type="body"/>
          </p:nvPr>
        </p:nvSpPr>
        <p:spPr>
          <a:xfrm>
            <a:off x="468450" y="1462175"/>
            <a:ext cx="4083300" cy="31068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SzPts val="11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AutoNum type="arabicPeriod"/>
              <a:defRPr/>
            </a:lvl4pPr>
            <a:lvl5pPr indent="-298450" lvl="4" marL="2286000" rtl="0">
              <a:spcBef>
                <a:spcPts val="0"/>
              </a:spcBef>
              <a:spcAft>
                <a:spcPts val="0"/>
              </a:spcAft>
              <a:buSzPts val="1100"/>
              <a:buAutoNum type="alphaLcPeriod"/>
              <a:defRPr/>
            </a:lvl5pPr>
            <a:lvl6pPr indent="-298450" lvl="5" marL="2743200" rtl="0">
              <a:spcBef>
                <a:spcPts val="0"/>
              </a:spcBef>
              <a:spcAft>
                <a:spcPts val="0"/>
              </a:spcAft>
              <a:buSzPts val="1100"/>
              <a:buAutoNum type="romanLcPeriod"/>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pic>
        <p:nvPicPr>
          <p:cNvPr id="59" name="Google Shape;59;p9"/>
          <p:cNvPicPr preferRelativeResize="0"/>
          <p:nvPr/>
        </p:nvPicPr>
        <p:blipFill>
          <a:blip r:embed="rId4">
            <a:alphaModFix/>
          </a:blip>
          <a:stretch>
            <a:fillRect/>
          </a:stretch>
        </p:blipFill>
        <p:spPr>
          <a:xfrm>
            <a:off x="8543742" y="4348342"/>
            <a:ext cx="214525" cy="349000"/>
          </a:xfrm>
          <a:prstGeom prst="rect">
            <a:avLst/>
          </a:prstGeom>
          <a:noFill/>
          <a:ln>
            <a:noFill/>
          </a:ln>
        </p:spPr>
      </p:pic>
      <p:sp>
        <p:nvSpPr>
          <p:cNvPr id="60" name="Google Shape;60;p9"/>
          <p:cNvSpPr txBox="1"/>
          <p:nvPr>
            <p:ph idx="2" type="subTitle"/>
          </p:nvPr>
        </p:nvSpPr>
        <p:spPr>
          <a:xfrm>
            <a:off x="468450" y="664675"/>
            <a:ext cx="4180200" cy="487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sp>
        <p:nvSpPr>
          <p:cNvPr id="61" name="Google Shape;61;p9"/>
          <p:cNvSpPr txBox="1"/>
          <p:nvPr>
            <p:ph idx="3" type="body"/>
          </p:nvPr>
        </p:nvSpPr>
        <p:spPr>
          <a:xfrm>
            <a:off x="4567500" y="1462175"/>
            <a:ext cx="4083300" cy="31068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SzPts val="11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AutoNum type="arabicPeriod"/>
              <a:defRPr/>
            </a:lvl4pPr>
            <a:lvl5pPr indent="-298450" lvl="4" marL="2286000" rtl="0">
              <a:spcBef>
                <a:spcPts val="0"/>
              </a:spcBef>
              <a:spcAft>
                <a:spcPts val="0"/>
              </a:spcAft>
              <a:buSzPts val="1100"/>
              <a:buAutoNum type="alphaLcPeriod"/>
              <a:defRPr/>
            </a:lvl5pPr>
            <a:lvl6pPr indent="-298450" lvl="5" marL="2743200" rtl="0">
              <a:spcBef>
                <a:spcPts val="0"/>
              </a:spcBef>
              <a:spcAft>
                <a:spcPts val="0"/>
              </a:spcAft>
              <a:buSzPts val="1100"/>
              <a:buAutoNum type="romanLcPeriod"/>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 type="titleOnly">
  <p:cSld name="TITLE_ONLY">
    <p:spTree>
      <p:nvGrpSpPr>
        <p:cNvPr id="62" name="Shape 62"/>
        <p:cNvGrpSpPr/>
        <p:nvPr/>
      </p:nvGrpSpPr>
      <p:grpSpPr>
        <a:xfrm>
          <a:off x="0" y="0"/>
          <a:ext cx="0" cy="0"/>
          <a:chOff x="0" y="0"/>
          <a:chExt cx="0" cy="0"/>
        </a:xfrm>
      </p:grpSpPr>
      <p:pic>
        <p:nvPicPr>
          <p:cNvPr id="63" name="Google Shape;63;p10"/>
          <p:cNvPicPr preferRelativeResize="0"/>
          <p:nvPr/>
        </p:nvPicPr>
        <p:blipFill>
          <a:blip r:embed="rId2">
            <a:alphaModFix/>
          </a:blip>
          <a:stretch>
            <a:fillRect/>
          </a:stretch>
        </p:blipFill>
        <p:spPr>
          <a:xfrm>
            <a:off x="0" y="0"/>
            <a:ext cx="9143994" cy="5143500"/>
          </a:xfrm>
          <a:prstGeom prst="rect">
            <a:avLst/>
          </a:prstGeom>
          <a:noFill/>
          <a:ln>
            <a:noFill/>
          </a:ln>
        </p:spPr>
      </p:pic>
      <p:pic>
        <p:nvPicPr>
          <p:cNvPr id="64" name="Google Shape;64;p10"/>
          <p:cNvPicPr preferRelativeResize="0"/>
          <p:nvPr/>
        </p:nvPicPr>
        <p:blipFill>
          <a:blip r:embed="rId3">
            <a:alphaModFix/>
          </a:blip>
          <a:stretch>
            <a:fillRect/>
          </a:stretch>
        </p:blipFill>
        <p:spPr>
          <a:xfrm>
            <a:off x="-1" y="35718"/>
            <a:ext cx="9144003" cy="5072064"/>
          </a:xfrm>
          <a:prstGeom prst="rect">
            <a:avLst/>
          </a:prstGeom>
          <a:noFill/>
          <a:ln>
            <a:noFill/>
          </a:ln>
        </p:spPr>
      </p:pic>
      <p:sp>
        <p:nvSpPr>
          <p:cNvPr id="65" name="Google Shape;65;p10"/>
          <p:cNvSpPr txBox="1"/>
          <p:nvPr>
            <p:ph type="title"/>
          </p:nvPr>
        </p:nvSpPr>
        <p:spPr>
          <a:xfrm>
            <a:off x="464525" y="404025"/>
            <a:ext cx="81864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6" name="Google Shape;66;p10"/>
          <p:cNvPicPr preferRelativeResize="0"/>
          <p:nvPr/>
        </p:nvPicPr>
        <p:blipFill>
          <a:blip r:embed="rId4">
            <a:alphaModFix/>
          </a:blip>
          <a:stretch>
            <a:fillRect/>
          </a:stretch>
        </p:blipFill>
        <p:spPr>
          <a:xfrm>
            <a:off x="8543742" y="4348342"/>
            <a:ext cx="214525" cy="349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Jagged) [B]">
  <p:cSld name="CUSTOM_1">
    <p:spTree>
      <p:nvGrpSpPr>
        <p:cNvPr id="67" name="Shape 67"/>
        <p:cNvGrpSpPr/>
        <p:nvPr/>
      </p:nvGrpSpPr>
      <p:grpSpPr>
        <a:xfrm>
          <a:off x="0" y="0"/>
          <a:ext cx="0" cy="0"/>
          <a:chOff x="0" y="0"/>
          <a:chExt cx="0" cy="0"/>
        </a:xfrm>
      </p:grpSpPr>
      <p:pic>
        <p:nvPicPr>
          <p:cNvPr id="68" name="Google Shape;68;p11"/>
          <p:cNvPicPr preferRelativeResize="0"/>
          <p:nvPr/>
        </p:nvPicPr>
        <p:blipFill>
          <a:blip r:embed="rId2">
            <a:alphaModFix/>
          </a:blip>
          <a:stretch>
            <a:fillRect/>
          </a:stretch>
        </p:blipFill>
        <p:spPr>
          <a:xfrm>
            <a:off x="0" y="0"/>
            <a:ext cx="9144008" cy="5143501"/>
          </a:xfrm>
          <a:prstGeom prst="rect">
            <a:avLst/>
          </a:prstGeom>
          <a:noFill/>
          <a:ln>
            <a:noFill/>
          </a:ln>
        </p:spPr>
      </p:pic>
      <p:pic>
        <p:nvPicPr>
          <p:cNvPr id="69" name="Google Shape;69;p11"/>
          <p:cNvPicPr preferRelativeResize="0"/>
          <p:nvPr/>
        </p:nvPicPr>
        <p:blipFill>
          <a:blip r:embed="rId3">
            <a:alphaModFix/>
          </a:blip>
          <a:stretch>
            <a:fillRect/>
          </a:stretch>
        </p:blipFill>
        <p:spPr>
          <a:xfrm>
            <a:off x="-1" y="151800"/>
            <a:ext cx="9144003" cy="4839900"/>
          </a:xfrm>
          <a:prstGeom prst="rect">
            <a:avLst/>
          </a:prstGeom>
          <a:noFill/>
          <a:ln>
            <a:noFill/>
          </a:ln>
        </p:spPr>
      </p:pic>
      <p:sp>
        <p:nvSpPr>
          <p:cNvPr id="70" name="Google Shape;70;p11"/>
          <p:cNvSpPr txBox="1"/>
          <p:nvPr>
            <p:ph type="title"/>
          </p:nvPr>
        </p:nvSpPr>
        <p:spPr>
          <a:xfrm>
            <a:off x="464525" y="785025"/>
            <a:ext cx="81825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 name="Google Shape;71;p11"/>
          <p:cNvSpPr txBox="1"/>
          <p:nvPr>
            <p:ph idx="1" type="body"/>
          </p:nvPr>
        </p:nvSpPr>
        <p:spPr>
          <a:xfrm>
            <a:off x="468450" y="1309775"/>
            <a:ext cx="8182500" cy="30735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SzPts val="11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AutoNum type="arabicPeriod"/>
              <a:defRPr/>
            </a:lvl4pPr>
            <a:lvl5pPr indent="-298450" lvl="4" marL="2286000" rtl="0">
              <a:spcBef>
                <a:spcPts val="0"/>
              </a:spcBef>
              <a:spcAft>
                <a:spcPts val="0"/>
              </a:spcAft>
              <a:buSzPts val="1100"/>
              <a:buAutoNum type="alphaLcPeriod"/>
              <a:defRPr/>
            </a:lvl5pPr>
            <a:lvl6pPr indent="-298450" lvl="5" marL="2743200" rtl="0">
              <a:spcBef>
                <a:spcPts val="0"/>
              </a:spcBef>
              <a:spcAft>
                <a:spcPts val="0"/>
              </a:spcAft>
              <a:buSzPts val="1100"/>
              <a:buAutoNum type="romanLcPeriod"/>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2" name="Google Shape;72;p11"/>
          <p:cNvSpPr txBox="1"/>
          <p:nvPr>
            <p:ph idx="2" type="subTitle"/>
          </p:nvPr>
        </p:nvSpPr>
        <p:spPr>
          <a:xfrm>
            <a:off x="468450" y="512275"/>
            <a:ext cx="4180200" cy="487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rt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pic>
        <p:nvPicPr>
          <p:cNvPr id="73" name="Google Shape;73;p11"/>
          <p:cNvPicPr preferRelativeResize="0"/>
          <p:nvPr/>
        </p:nvPicPr>
        <p:blipFill>
          <a:blip r:embed="rId4">
            <a:alphaModFix/>
          </a:blip>
          <a:stretch>
            <a:fillRect/>
          </a:stretch>
        </p:blipFill>
        <p:spPr>
          <a:xfrm>
            <a:off x="8543742" y="4348342"/>
            <a:ext cx="214525" cy="3490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C]">
  <p:cSld name="CAPTION_ONLY">
    <p:spTree>
      <p:nvGrpSpPr>
        <p:cNvPr id="74" name="Shape 74"/>
        <p:cNvGrpSpPr/>
        <p:nvPr/>
      </p:nvGrpSpPr>
      <p:grpSpPr>
        <a:xfrm>
          <a:off x="0" y="0"/>
          <a:ext cx="0" cy="0"/>
          <a:chOff x="0" y="0"/>
          <a:chExt cx="0" cy="0"/>
        </a:xfrm>
      </p:grpSpPr>
      <p:pic>
        <p:nvPicPr>
          <p:cNvPr id="75" name="Google Shape;75;p12"/>
          <p:cNvPicPr preferRelativeResize="0"/>
          <p:nvPr/>
        </p:nvPicPr>
        <p:blipFill>
          <a:blip r:embed="rId2">
            <a:alphaModFix/>
          </a:blip>
          <a:stretch>
            <a:fillRect/>
          </a:stretch>
        </p:blipFill>
        <p:spPr>
          <a:xfrm>
            <a:off x="-9000" y="-5513"/>
            <a:ext cx="9161999" cy="5154526"/>
          </a:xfrm>
          <a:prstGeom prst="rect">
            <a:avLst/>
          </a:prstGeom>
          <a:noFill/>
          <a:ln>
            <a:noFill/>
          </a:ln>
        </p:spPr>
      </p:pic>
      <p:pic>
        <p:nvPicPr>
          <p:cNvPr id="76" name="Google Shape;76;p12"/>
          <p:cNvPicPr preferRelativeResize="0"/>
          <p:nvPr/>
        </p:nvPicPr>
        <p:blipFill>
          <a:blip r:embed="rId3">
            <a:alphaModFix/>
          </a:blip>
          <a:stretch>
            <a:fillRect/>
          </a:stretch>
        </p:blipFill>
        <p:spPr>
          <a:xfrm>
            <a:off x="143999" y="143550"/>
            <a:ext cx="8856003" cy="4856400"/>
          </a:xfrm>
          <a:prstGeom prst="rect">
            <a:avLst/>
          </a:prstGeom>
          <a:noFill/>
          <a:ln>
            <a:noFill/>
          </a:ln>
        </p:spPr>
      </p:pic>
      <p:pic>
        <p:nvPicPr>
          <p:cNvPr id="77" name="Google Shape;77;p12"/>
          <p:cNvPicPr preferRelativeResize="0"/>
          <p:nvPr/>
        </p:nvPicPr>
        <p:blipFill>
          <a:blip r:embed="rId4">
            <a:alphaModFix/>
          </a:blip>
          <a:stretch>
            <a:fillRect/>
          </a:stretch>
        </p:blipFill>
        <p:spPr>
          <a:xfrm>
            <a:off x="5754375" y="550400"/>
            <a:ext cx="3009901" cy="2826749"/>
          </a:xfrm>
          <a:prstGeom prst="rect">
            <a:avLst/>
          </a:prstGeom>
          <a:noFill/>
          <a:ln>
            <a:noFill/>
          </a:ln>
        </p:spPr>
      </p:pic>
      <p:pic>
        <p:nvPicPr>
          <p:cNvPr id="78" name="Google Shape;78;p12"/>
          <p:cNvPicPr preferRelativeResize="0"/>
          <p:nvPr/>
        </p:nvPicPr>
        <p:blipFill>
          <a:blip r:embed="rId5">
            <a:alphaModFix/>
          </a:blip>
          <a:stretch>
            <a:fillRect/>
          </a:stretch>
        </p:blipFill>
        <p:spPr>
          <a:xfrm>
            <a:off x="8482407" y="362486"/>
            <a:ext cx="293775" cy="477924"/>
          </a:xfrm>
          <a:prstGeom prst="rect">
            <a:avLst/>
          </a:prstGeom>
          <a:noFill/>
          <a:ln>
            <a:noFill/>
          </a:ln>
        </p:spPr>
      </p:pic>
      <p:pic>
        <p:nvPicPr>
          <p:cNvPr id="79" name="Google Shape;79;p12"/>
          <p:cNvPicPr preferRelativeResize="0"/>
          <p:nvPr/>
        </p:nvPicPr>
        <p:blipFill>
          <a:blip r:embed="rId6">
            <a:alphaModFix/>
          </a:blip>
          <a:stretch>
            <a:fillRect/>
          </a:stretch>
        </p:blipFill>
        <p:spPr>
          <a:xfrm>
            <a:off x="0" y="3690500"/>
            <a:ext cx="6242426" cy="602850"/>
          </a:xfrm>
          <a:prstGeom prst="rect">
            <a:avLst/>
          </a:prstGeom>
          <a:noFill/>
          <a:ln>
            <a:noFill/>
          </a:ln>
        </p:spPr>
      </p:pic>
      <p:sp>
        <p:nvSpPr>
          <p:cNvPr id="80" name="Google Shape;80;p12"/>
          <p:cNvSpPr txBox="1"/>
          <p:nvPr>
            <p:ph type="title"/>
          </p:nvPr>
        </p:nvSpPr>
        <p:spPr>
          <a:xfrm>
            <a:off x="144000" y="3681950"/>
            <a:ext cx="58779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800"/>
              <a:buNone/>
              <a:defRPr>
                <a:solidFill>
                  <a:schemeClr val="lt1"/>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p:txBody>
      </p:sp>
    </p:spTree>
  </p:cSld>
  <p:clrMapOvr>
    <a:masterClrMapping/>
  </p:clrMapOvr>
  <p:extLst>
    <p:ext uri="{DCECCB84-F9BA-43D5-87BE-67443E8EF086}">
      <p15:sldGuideLst>
        <p15:guide id="1" pos="91">
          <p15:clr>
            <a:srgbClr val="E46962"/>
          </p15:clr>
        </p15:guide>
        <p15:guide id="2" pos="5669">
          <p15:clr>
            <a:srgbClr val="E46962"/>
          </p15:clr>
        </p15:guide>
        <p15:guide id="3" orient="horz" pos="91">
          <p15:clr>
            <a:srgbClr val="E46962"/>
          </p15:clr>
        </p15:guide>
        <p15:guide id="4" orient="horz" pos="315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Body [C]">
  <p:cSld name="CAPTION_ONLY_1">
    <p:spTree>
      <p:nvGrpSpPr>
        <p:cNvPr id="81" name="Shape 81"/>
        <p:cNvGrpSpPr/>
        <p:nvPr/>
      </p:nvGrpSpPr>
      <p:grpSpPr>
        <a:xfrm>
          <a:off x="0" y="0"/>
          <a:ext cx="0" cy="0"/>
          <a:chOff x="0" y="0"/>
          <a:chExt cx="0" cy="0"/>
        </a:xfrm>
      </p:grpSpPr>
      <p:pic>
        <p:nvPicPr>
          <p:cNvPr id="82" name="Google Shape;82;p13"/>
          <p:cNvPicPr preferRelativeResize="0"/>
          <p:nvPr/>
        </p:nvPicPr>
        <p:blipFill>
          <a:blip r:embed="rId2">
            <a:alphaModFix/>
          </a:blip>
          <a:stretch>
            <a:fillRect/>
          </a:stretch>
        </p:blipFill>
        <p:spPr>
          <a:xfrm>
            <a:off x="-9000" y="-5513"/>
            <a:ext cx="9161999" cy="5154526"/>
          </a:xfrm>
          <a:prstGeom prst="rect">
            <a:avLst/>
          </a:prstGeom>
          <a:noFill/>
          <a:ln>
            <a:noFill/>
          </a:ln>
        </p:spPr>
      </p:pic>
      <p:pic>
        <p:nvPicPr>
          <p:cNvPr id="83" name="Google Shape;83;p13"/>
          <p:cNvPicPr preferRelativeResize="0"/>
          <p:nvPr/>
        </p:nvPicPr>
        <p:blipFill>
          <a:blip r:embed="rId3">
            <a:alphaModFix/>
          </a:blip>
          <a:stretch>
            <a:fillRect/>
          </a:stretch>
        </p:blipFill>
        <p:spPr>
          <a:xfrm>
            <a:off x="143999" y="143550"/>
            <a:ext cx="8856003" cy="4856400"/>
          </a:xfrm>
          <a:prstGeom prst="rect">
            <a:avLst/>
          </a:prstGeom>
          <a:noFill/>
          <a:ln>
            <a:noFill/>
          </a:ln>
        </p:spPr>
      </p:pic>
      <p:pic>
        <p:nvPicPr>
          <p:cNvPr id="84" name="Google Shape;84;p13"/>
          <p:cNvPicPr preferRelativeResize="0"/>
          <p:nvPr/>
        </p:nvPicPr>
        <p:blipFill>
          <a:blip r:embed="rId4">
            <a:alphaModFix/>
          </a:blip>
          <a:stretch>
            <a:fillRect/>
          </a:stretch>
        </p:blipFill>
        <p:spPr>
          <a:xfrm>
            <a:off x="-9000" y="452600"/>
            <a:ext cx="6242427" cy="585200"/>
          </a:xfrm>
          <a:prstGeom prst="rect">
            <a:avLst/>
          </a:prstGeom>
          <a:noFill/>
          <a:ln>
            <a:noFill/>
          </a:ln>
        </p:spPr>
      </p:pic>
      <p:sp>
        <p:nvSpPr>
          <p:cNvPr id="85" name="Google Shape;85;p13"/>
          <p:cNvSpPr txBox="1"/>
          <p:nvPr>
            <p:ph type="title"/>
          </p:nvPr>
        </p:nvSpPr>
        <p:spPr>
          <a:xfrm>
            <a:off x="144000" y="436838"/>
            <a:ext cx="58779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800"/>
              <a:buNone/>
              <a:defRPr>
                <a:solidFill>
                  <a:schemeClr val="lt1"/>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p:txBody>
      </p:sp>
      <p:sp>
        <p:nvSpPr>
          <p:cNvPr id="86" name="Google Shape;86;p13"/>
          <p:cNvSpPr txBox="1"/>
          <p:nvPr>
            <p:ph idx="1" type="body"/>
          </p:nvPr>
        </p:nvSpPr>
        <p:spPr>
          <a:xfrm>
            <a:off x="468450" y="1228025"/>
            <a:ext cx="8182500" cy="34872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SzPts val="11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AutoNum type="arabicPeriod"/>
              <a:defRPr/>
            </a:lvl4pPr>
            <a:lvl5pPr indent="-298450" lvl="4" marL="2286000" rtl="0">
              <a:spcBef>
                <a:spcPts val="0"/>
              </a:spcBef>
              <a:spcAft>
                <a:spcPts val="0"/>
              </a:spcAft>
              <a:buSzPts val="1100"/>
              <a:buAutoNum type="alphaLcPeriod"/>
              <a:defRPr/>
            </a:lvl5pPr>
            <a:lvl6pPr indent="-298450" lvl="5" marL="2743200" rtl="0">
              <a:spcBef>
                <a:spcPts val="0"/>
              </a:spcBef>
              <a:spcAft>
                <a:spcPts val="0"/>
              </a:spcAft>
              <a:buSzPts val="1100"/>
              <a:buAutoNum type="romanLcPeriod"/>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pic>
        <p:nvPicPr>
          <p:cNvPr id="87" name="Google Shape;87;p13"/>
          <p:cNvPicPr preferRelativeResize="0"/>
          <p:nvPr/>
        </p:nvPicPr>
        <p:blipFill>
          <a:blip r:embed="rId5">
            <a:alphaModFix/>
          </a:blip>
          <a:stretch>
            <a:fillRect/>
          </a:stretch>
        </p:blipFill>
        <p:spPr>
          <a:xfrm>
            <a:off x="8561642" y="362467"/>
            <a:ext cx="214525" cy="349000"/>
          </a:xfrm>
          <a:prstGeom prst="rect">
            <a:avLst/>
          </a:prstGeom>
          <a:noFill/>
          <a:ln>
            <a:noFill/>
          </a:ln>
        </p:spPr>
      </p:pic>
    </p:spTree>
  </p:cSld>
  <p:clrMapOvr>
    <a:masterClrMapping/>
  </p:clrMapOvr>
  <p:extLst>
    <p:ext uri="{DCECCB84-F9BA-43D5-87BE-67443E8EF086}">
      <p15:sldGuideLst>
        <p15:guide id="1" pos="91">
          <p15:clr>
            <a:srgbClr val="E46962"/>
          </p15:clr>
        </p15:guide>
        <p15:guide id="2" pos="5669">
          <p15:clr>
            <a:srgbClr val="E46962"/>
          </p15:clr>
        </p15:guide>
        <p15:guide id="3" orient="horz" pos="91">
          <p15:clr>
            <a:srgbClr val="E46962"/>
          </p15:clr>
        </p15:guide>
        <p15:guide id="4" orient="horz" pos="315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
  <p:cSld name="CAPTION_ONLY_1_1">
    <p:spTree>
      <p:nvGrpSpPr>
        <p:cNvPr id="88" name="Shape 88"/>
        <p:cNvGrpSpPr/>
        <p:nvPr/>
      </p:nvGrpSpPr>
      <p:grpSpPr>
        <a:xfrm>
          <a:off x="0" y="0"/>
          <a:ext cx="0" cy="0"/>
          <a:chOff x="0" y="0"/>
          <a:chExt cx="0" cy="0"/>
        </a:xfrm>
      </p:grpSpPr>
      <p:pic>
        <p:nvPicPr>
          <p:cNvPr id="89" name="Google Shape;89;p14"/>
          <p:cNvPicPr preferRelativeResize="0"/>
          <p:nvPr/>
        </p:nvPicPr>
        <p:blipFill>
          <a:blip r:embed="rId2">
            <a:alphaModFix/>
          </a:blip>
          <a:stretch>
            <a:fillRect/>
          </a:stretch>
        </p:blipFill>
        <p:spPr>
          <a:xfrm>
            <a:off x="-9000" y="-5513"/>
            <a:ext cx="9161999" cy="5154526"/>
          </a:xfrm>
          <a:prstGeom prst="rect">
            <a:avLst/>
          </a:prstGeom>
          <a:noFill/>
          <a:ln>
            <a:noFill/>
          </a:ln>
        </p:spPr>
      </p:pic>
      <p:pic>
        <p:nvPicPr>
          <p:cNvPr id="90" name="Google Shape;90;p14"/>
          <p:cNvPicPr preferRelativeResize="0"/>
          <p:nvPr/>
        </p:nvPicPr>
        <p:blipFill>
          <a:blip r:embed="rId3">
            <a:alphaModFix/>
          </a:blip>
          <a:stretch>
            <a:fillRect/>
          </a:stretch>
        </p:blipFill>
        <p:spPr>
          <a:xfrm>
            <a:off x="143999" y="143550"/>
            <a:ext cx="8856003" cy="4856400"/>
          </a:xfrm>
          <a:prstGeom prst="rect">
            <a:avLst/>
          </a:prstGeom>
          <a:noFill/>
          <a:ln>
            <a:noFill/>
          </a:ln>
        </p:spPr>
      </p:pic>
      <p:pic>
        <p:nvPicPr>
          <p:cNvPr id="91" name="Google Shape;91;p14"/>
          <p:cNvPicPr preferRelativeResize="0"/>
          <p:nvPr/>
        </p:nvPicPr>
        <p:blipFill>
          <a:blip r:embed="rId4">
            <a:alphaModFix/>
          </a:blip>
          <a:stretch>
            <a:fillRect/>
          </a:stretch>
        </p:blipFill>
        <p:spPr>
          <a:xfrm>
            <a:off x="8561642" y="362467"/>
            <a:ext cx="214525" cy="349000"/>
          </a:xfrm>
          <a:prstGeom prst="rect">
            <a:avLst/>
          </a:prstGeom>
          <a:noFill/>
          <a:ln>
            <a:noFill/>
          </a:ln>
        </p:spPr>
      </p:pic>
    </p:spTree>
  </p:cSld>
  <p:clrMapOvr>
    <a:masterClrMapping/>
  </p:clrMapOvr>
  <p:extLst>
    <p:ext uri="{DCECCB84-F9BA-43D5-87BE-67443E8EF086}">
      <p15:sldGuideLst>
        <p15:guide id="1" pos="91">
          <p15:clr>
            <a:srgbClr val="E46962"/>
          </p15:clr>
        </p15:guide>
        <p15:guide id="2" pos="5669">
          <p15:clr>
            <a:srgbClr val="E46962"/>
          </p15:clr>
        </p15:guide>
        <p15:guide id="3" orient="horz" pos="91">
          <p15:clr>
            <a:srgbClr val="E46962"/>
          </p15:clr>
        </p15:guide>
        <p15:guide id="4" orient="horz" pos="315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atterned)">
  <p:cSld name="BLANK_1_1">
    <p:spTree>
      <p:nvGrpSpPr>
        <p:cNvPr id="92" name="Shape 92"/>
        <p:cNvGrpSpPr/>
        <p:nvPr/>
      </p:nvGrpSpPr>
      <p:grpSpPr>
        <a:xfrm>
          <a:off x="0" y="0"/>
          <a:ext cx="0" cy="0"/>
          <a:chOff x="0" y="0"/>
          <a:chExt cx="0" cy="0"/>
        </a:xfrm>
      </p:grpSpPr>
      <p:pic>
        <p:nvPicPr>
          <p:cNvPr id="93" name="Google Shape;93;p15"/>
          <p:cNvPicPr preferRelativeResize="0"/>
          <p:nvPr/>
        </p:nvPicPr>
        <p:blipFill>
          <a:blip r:embed="rId2">
            <a:alphaModFix/>
          </a:blip>
          <a:stretch>
            <a:fillRect/>
          </a:stretch>
        </p:blipFill>
        <p:spPr>
          <a:xfrm>
            <a:off x="0" y="0"/>
            <a:ext cx="9144008" cy="5143501"/>
          </a:xfrm>
          <a:prstGeom prst="rect">
            <a:avLst/>
          </a:prstGeom>
          <a:noFill/>
          <a:ln>
            <a:noFill/>
          </a:ln>
        </p:spPr>
      </p:pic>
      <p:pic>
        <p:nvPicPr>
          <p:cNvPr id="94" name="Google Shape;94;p15"/>
          <p:cNvPicPr preferRelativeResize="0"/>
          <p:nvPr/>
        </p:nvPicPr>
        <p:blipFill>
          <a:blip r:embed="rId3">
            <a:alphaModFix/>
          </a:blip>
          <a:stretch>
            <a:fillRect/>
          </a:stretch>
        </p:blipFill>
        <p:spPr>
          <a:xfrm>
            <a:off x="8561642" y="362467"/>
            <a:ext cx="214525" cy="349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SECTION_HEADER_2_1_1">
    <p:spTree>
      <p:nvGrpSpPr>
        <p:cNvPr id="95" name="Shape 95"/>
        <p:cNvGrpSpPr/>
        <p:nvPr/>
      </p:nvGrpSpPr>
      <p:grpSpPr>
        <a:xfrm>
          <a:off x="0" y="0"/>
          <a:ext cx="0" cy="0"/>
          <a:chOff x="0" y="0"/>
          <a:chExt cx="0" cy="0"/>
        </a:xfrm>
      </p:grpSpPr>
      <p:pic>
        <p:nvPicPr>
          <p:cNvPr id="96" name="Google Shape;96;p16"/>
          <p:cNvPicPr preferRelativeResize="0"/>
          <p:nvPr/>
        </p:nvPicPr>
        <p:blipFill>
          <a:blip r:embed="rId2">
            <a:alphaModFix/>
          </a:blip>
          <a:stretch>
            <a:fillRect/>
          </a:stretch>
        </p:blipFill>
        <p:spPr>
          <a:xfrm>
            <a:off x="8543742" y="4348342"/>
            <a:ext cx="214525" cy="3490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7">
    <p:spTree>
      <p:nvGrpSpPr>
        <p:cNvPr id="97" name="Shape 97"/>
        <p:cNvGrpSpPr/>
        <p:nvPr/>
      </p:nvGrpSpPr>
      <p:grpSpPr>
        <a:xfrm>
          <a:off x="0" y="0"/>
          <a:ext cx="0" cy="0"/>
          <a:chOff x="0" y="0"/>
          <a:chExt cx="0" cy="0"/>
        </a:xfrm>
      </p:grpSpPr>
      <p:sp>
        <p:nvSpPr>
          <p:cNvPr id="98" name="Google Shape;98;p17"/>
          <p:cNvSpPr txBox="1"/>
          <p:nvPr>
            <p:ph idx="1" type="subTitle"/>
          </p:nvPr>
        </p:nvSpPr>
        <p:spPr>
          <a:xfrm>
            <a:off x="3905700" y="3380175"/>
            <a:ext cx="1923600" cy="10293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1100"/>
              <a:buFont typeface="Poppins"/>
              <a:buNone/>
              <a:defRPr sz="1600">
                <a:latin typeface="Poppins"/>
                <a:ea typeface="Poppins"/>
                <a:cs typeface="Poppins"/>
                <a:sym typeface="Poppins"/>
              </a:defRPr>
            </a:lvl1pPr>
            <a:lvl2pPr lvl="1" algn="ctr">
              <a:spcBef>
                <a:spcPts val="0"/>
              </a:spcBef>
              <a:spcAft>
                <a:spcPts val="0"/>
              </a:spcAft>
              <a:buSzPts val="1100"/>
              <a:buFont typeface="Poppins"/>
              <a:buNone/>
              <a:defRPr>
                <a:latin typeface="Poppins"/>
                <a:ea typeface="Poppins"/>
                <a:cs typeface="Poppins"/>
                <a:sym typeface="Poppins"/>
              </a:defRPr>
            </a:lvl2pPr>
            <a:lvl3pPr lvl="2" algn="ctr">
              <a:spcBef>
                <a:spcPts val="0"/>
              </a:spcBef>
              <a:spcAft>
                <a:spcPts val="0"/>
              </a:spcAft>
              <a:buSzPts val="1100"/>
              <a:buFont typeface="Poppins"/>
              <a:buNone/>
              <a:defRPr>
                <a:latin typeface="Poppins"/>
                <a:ea typeface="Poppins"/>
                <a:cs typeface="Poppins"/>
                <a:sym typeface="Poppins"/>
              </a:defRPr>
            </a:lvl3pPr>
            <a:lvl4pPr lvl="3" algn="ctr">
              <a:spcBef>
                <a:spcPts val="0"/>
              </a:spcBef>
              <a:spcAft>
                <a:spcPts val="0"/>
              </a:spcAft>
              <a:buSzPts val="1100"/>
              <a:buFont typeface="Poppins"/>
              <a:buNone/>
              <a:defRPr>
                <a:latin typeface="Poppins"/>
                <a:ea typeface="Poppins"/>
                <a:cs typeface="Poppins"/>
                <a:sym typeface="Poppins"/>
              </a:defRPr>
            </a:lvl4pPr>
            <a:lvl5pPr lvl="4" algn="ctr">
              <a:spcBef>
                <a:spcPts val="0"/>
              </a:spcBef>
              <a:spcAft>
                <a:spcPts val="0"/>
              </a:spcAft>
              <a:buSzPts val="1100"/>
              <a:buFont typeface="Poppins"/>
              <a:buNone/>
              <a:defRPr>
                <a:latin typeface="Poppins"/>
                <a:ea typeface="Poppins"/>
                <a:cs typeface="Poppins"/>
                <a:sym typeface="Poppins"/>
              </a:defRPr>
            </a:lvl5pPr>
            <a:lvl6pPr lvl="5" algn="ctr">
              <a:spcBef>
                <a:spcPts val="0"/>
              </a:spcBef>
              <a:spcAft>
                <a:spcPts val="0"/>
              </a:spcAft>
              <a:buSzPts val="1100"/>
              <a:buFont typeface="Poppins"/>
              <a:buNone/>
              <a:defRPr>
                <a:latin typeface="Poppins"/>
                <a:ea typeface="Poppins"/>
                <a:cs typeface="Poppins"/>
                <a:sym typeface="Poppins"/>
              </a:defRPr>
            </a:lvl6pPr>
            <a:lvl7pPr lvl="6" algn="ctr">
              <a:spcBef>
                <a:spcPts val="0"/>
              </a:spcBef>
              <a:spcAft>
                <a:spcPts val="0"/>
              </a:spcAft>
              <a:buSzPts val="1100"/>
              <a:buFont typeface="Poppins"/>
              <a:buNone/>
              <a:defRPr>
                <a:latin typeface="Poppins"/>
                <a:ea typeface="Poppins"/>
                <a:cs typeface="Poppins"/>
                <a:sym typeface="Poppins"/>
              </a:defRPr>
            </a:lvl7pPr>
            <a:lvl8pPr lvl="7" algn="ctr">
              <a:spcBef>
                <a:spcPts val="0"/>
              </a:spcBef>
              <a:spcAft>
                <a:spcPts val="0"/>
              </a:spcAft>
              <a:buSzPts val="1100"/>
              <a:buFont typeface="Poppins"/>
              <a:buNone/>
              <a:defRPr>
                <a:latin typeface="Poppins"/>
                <a:ea typeface="Poppins"/>
                <a:cs typeface="Poppins"/>
                <a:sym typeface="Poppins"/>
              </a:defRPr>
            </a:lvl8pPr>
            <a:lvl9pPr lvl="8" algn="ctr">
              <a:spcBef>
                <a:spcPts val="0"/>
              </a:spcBef>
              <a:spcAft>
                <a:spcPts val="0"/>
              </a:spcAft>
              <a:buSzPts val="1100"/>
              <a:buFont typeface="Poppins"/>
              <a:buNone/>
              <a:defRPr>
                <a:latin typeface="Poppins"/>
                <a:ea typeface="Poppins"/>
                <a:cs typeface="Poppins"/>
                <a:sym typeface="Poppins"/>
              </a:defRPr>
            </a:lvl9pPr>
          </a:lstStyle>
          <a:p/>
        </p:txBody>
      </p:sp>
      <p:sp>
        <p:nvSpPr>
          <p:cNvPr id="99" name="Google Shape;99;p17"/>
          <p:cNvSpPr txBox="1"/>
          <p:nvPr>
            <p:ph idx="2" type="subTitle"/>
          </p:nvPr>
        </p:nvSpPr>
        <p:spPr>
          <a:xfrm>
            <a:off x="1391100" y="3380175"/>
            <a:ext cx="1923600" cy="10293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1100"/>
              <a:buFont typeface="Poppins"/>
              <a:buNone/>
              <a:defRPr sz="1600">
                <a:latin typeface="Poppins"/>
                <a:ea typeface="Poppins"/>
                <a:cs typeface="Poppins"/>
                <a:sym typeface="Poppins"/>
              </a:defRPr>
            </a:lvl1pPr>
            <a:lvl2pPr lvl="1" algn="ctr">
              <a:spcBef>
                <a:spcPts val="0"/>
              </a:spcBef>
              <a:spcAft>
                <a:spcPts val="0"/>
              </a:spcAft>
              <a:buSzPts val="1100"/>
              <a:buFont typeface="Poppins"/>
              <a:buNone/>
              <a:defRPr>
                <a:latin typeface="Poppins"/>
                <a:ea typeface="Poppins"/>
                <a:cs typeface="Poppins"/>
                <a:sym typeface="Poppins"/>
              </a:defRPr>
            </a:lvl2pPr>
            <a:lvl3pPr lvl="2" algn="ctr">
              <a:spcBef>
                <a:spcPts val="0"/>
              </a:spcBef>
              <a:spcAft>
                <a:spcPts val="0"/>
              </a:spcAft>
              <a:buSzPts val="1100"/>
              <a:buFont typeface="Poppins"/>
              <a:buNone/>
              <a:defRPr>
                <a:latin typeface="Poppins"/>
                <a:ea typeface="Poppins"/>
                <a:cs typeface="Poppins"/>
                <a:sym typeface="Poppins"/>
              </a:defRPr>
            </a:lvl3pPr>
            <a:lvl4pPr lvl="3" algn="ctr">
              <a:spcBef>
                <a:spcPts val="0"/>
              </a:spcBef>
              <a:spcAft>
                <a:spcPts val="0"/>
              </a:spcAft>
              <a:buSzPts val="1100"/>
              <a:buFont typeface="Poppins"/>
              <a:buNone/>
              <a:defRPr>
                <a:latin typeface="Poppins"/>
                <a:ea typeface="Poppins"/>
                <a:cs typeface="Poppins"/>
                <a:sym typeface="Poppins"/>
              </a:defRPr>
            </a:lvl4pPr>
            <a:lvl5pPr lvl="4" algn="ctr">
              <a:spcBef>
                <a:spcPts val="0"/>
              </a:spcBef>
              <a:spcAft>
                <a:spcPts val="0"/>
              </a:spcAft>
              <a:buSzPts val="1100"/>
              <a:buFont typeface="Poppins"/>
              <a:buNone/>
              <a:defRPr>
                <a:latin typeface="Poppins"/>
                <a:ea typeface="Poppins"/>
                <a:cs typeface="Poppins"/>
                <a:sym typeface="Poppins"/>
              </a:defRPr>
            </a:lvl5pPr>
            <a:lvl6pPr lvl="5" algn="ctr">
              <a:spcBef>
                <a:spcPts val="0"/>
              </a:spcBef>
              <a:spcAft>
                <a:spcPts val="0"/>
              </a:spcAft>
              <a:buSzPts val="1100"/>
              <a:buFont typeface="Poppins"/>
              <a:buNone/>
              <a:defRPr>
                <a:latin typeface="Poppins"/>
                <a:ea typeface="Poppins"/>
                <a:cs typeface="Poppins"/>
                <a:sym typeface="Poppins"/>
              </a:defRPr>
            </a:lvl6pPr>
            <a:lvl7pPr lvl="6" algn="ctr">
              <a:spcBef>
                <a:spcPts val="0"/>
              </a:spcBef>
              <a:spcAft>
                <a:spcPts val="0"/>
              </a:spcAft>
              <a:buSzPts val="1100"/>
              <a:buFont typeface="Poppins"/>
              <a:buNone/>
              <a:defRPr>
                <a:latin typeface="Poppins"/>
                <a:ea typeface="Poppins"/>
                <a:cs typeface="Poppins"/>
                <a:sym typeface="Poppins"/>
              </a:defRPr>
            </a:lvl7pPr>
            <a:lvl8pPr lvl="7" algn="ctr">
              <a:spcBef>
                <a:spcPts val="0"/>
              </a:spcBef>
              <a:spcAft>
                <a:spcPts val="0"/>
              </a:spcAft>
              <a:buSzPts val="1100"/>
              <a:buFont typeface="Poppins"/>
              <a:buNone/>
              <a:defRPr>
                <a:latin typeface="Poppins"/>
                <a:ea typeface="Poppins"/>
                <a:cs typeface="Poppins"/>
                <a:sym typeface="Poppins"/>
              </a:defRPr>
            </a:lvl8pPr>
            <a:lvl9pPr lvl="8" algn="ctr">
              <a:spcBef>
                <a:spcPts val="0"/>
              </a:spcBef>
              <a:spcAft>
                <a:spcPts val="0"/>
              </a:spcAft>
              <a:buSzPts val="1100"/>
              <a:buFont typeface="Poppins"/>
              <a:buNone/>
              <a:defRPr>
                <a:latin typeface="Poppins"/>
                <a:ea typeface="Poppins"/>
                <a:cs typeface="Poppins"/>
                <a:sym typeface="Poppins"/>
              </a:defRPr>
            </a:lvl9pPr>
          </a:lstStyle>
          <a:p/>
        </p:txBody>
      </p:sp>
      <p:sp>
        <p:nvSpPr>
          <p:cNvPr id="100" name="Google Shape;100;p17"/>
          <p:cNvSpPr txBox="1"/>
          <p:nvPr>
            <p:ph type="title"/>
          </p:nvPr>
        </p:nvSpPr>
        <p:spPr>
          <a:xfrm>
            <a:off x="713250" y="523025"/>
            <a:ext cx="7717500" cy="541500"/>
          </a:xfrm>
          <a:prstGeom prst="rect">
            <a:avLst/>
          </a:prstGeom>
        </p:spPr>
        <p:txBody>
          <a:bodyPr anchorCtr="0" anchor="b" bIns="91425" lIns="91425" spcFirstLastPara="1" rIns="91425" wrap="square" tIns="91425">
            <a:normAutofit/>
          </a:bodyPr>
          <a:lstStyle>
            <a:lvl1pPr lvl="0" algn="ctr">
              <a:spcBef>
                <a:spcPts val="0"/>
              </a:spcBef>
              <a:spcAft>
                <a:spcPts val="0"/>
              </a:spcAft>
              <a:buSzPts val="2400"/>
              <a:buFont typeface="Poppins"/>
              <a:buNone/>
              <a:defRPr>
                <a:solidFill>
                  <a:schemeClr val="accent2"/>
                </a:solidFill>
                <a:latin typeface="Poppins"/>
                <a:ea typeface="Poppins"/>
                <a:cs typeface="Poppins"/>
                <a:sym typeface="Poppins"/>
              </a:defRPr>
            </a:lvl1pPr>
            <a:lvl2pPr lvl="1">
              <a:spcBef>
                <a:spcPts val="0"/>
              </a:spcBef>
              <a:spcAft>
                <a:spcPts val="0"/>
              </a:spcAft>
              <a:buSzPts val="2400"/>
              <a:buFont typeface="Poppins"/>
              <a:buNone/>
              <a:defRPr sz="2400">
                <a:latin typeface="Poppins"/>
                <a:ea typeface="Poppins"/>
                <a:cs typeface="Poppins"/>
                <a:sym typeface="Poppins"/>
              </a:defRPr>
            </a:lvl2pPr>
            <a:lvl3pPr lvl="2">
              <a:spcBef>
                <a:spcPts val="0"/>
              </a:spcBef>
              <a:spcAft>
                <a:spcPts val="0"/>
              </a:spcAft>
              <a:buSzPts val="2400"/>
              <a:buFont typeface="Poppins"/>
              <a:buNone/>
              <a:defRPr sz="2400">
                <a:latin typeface="Poppins"/>
                <a:ea typeface="Poppins"/>
                <a:cs typeface="Poppins"/>
                <a:sym typeface="Poppins"/>
              </a:defRPr>
            </a:lvl3pPr>
            <a:lvl4pPr lvl="3">
              <a:spcBef>
                <a:spcPts val="0"/>
              </a:spcBef>
              <a:spcAft>
                <a:spcPts val="0"/>
              </a:spcAft>
              <a:buSzPts val="2400"/>
              <a:buFont typeface="Poppins"/>
              <a:buNone/>
              <a:defRPr sz="2400">
                <a:latin typeface="Poppins"/>
                <a:ea typeface="Poppins"/>
                <a:cs typeface="Poppins"/>
                <a:sym typeface="Poppins"/>
              </a:defRPr>
            </a:lvl4pPr>
            <a:lvl5pPr lvl="4">
              <a:spcBef>
                <a:spcPts val="0"/>
              </a:spcBef>
              <a:spcAft>
                <a:spcPts val="0"/>
              </a:spcAft>
              <a:buSzPts val="2400"/>
              <a:buFont typeface="Poppins"/>
              <a:buNone/>
              <a:defRPr sz="2400">
                <a:latin typeface="Poppins"/>
                <a:ea typeface="Poppins"/>
                <a:cs typeface="Poppins"/>
                <a:sym typeface="Poppins"/>
              </a:defRPr>
            </a:lvl5pPr>
            <a:lvl6pPr lvl="5">
              <a:spcBef>
                <a:spcPts val="0"/>
              </a:spcBef>
              <a:spcAft>
                <a:spcPts val="0"/>
              </a:spcAft>
              <a:buSzPts val="2400"/>
              <a:buFont typeface="Poppins"/>
              <a:buNone/>
              <a:defRPr sz="2400">
                <a:latin typeface="Poppins"/>
                <a:ea typeface="Poppins"/>
                <a:cs typeface="Poppins"/>
                <a:sym typeface="Poppins"/>
              </a:defRPr>
            </a:lvl6pPr>
            <a:lvl7pPr lvl="6">
              <a:spcBef>
                <a:spcPts val="0"/>
              </a:spcBef>
              <a:spcAft>
                <a:spcPts val="0"/>
              </a:spcAft>
              <a:buSzPts val="2400"/>
              <a:buFont typeface="Poppins"/>
              <a:buNone/>
              <a:defRPr sz="2400">
                <a:latin typeface="Poppins"/>
                <a:ea typeface="Poppins"/>
                <a:cs typeface="Poppins"/>
                <a:sym typeface="Poppins"/>
              </a:defRPr>
            </a:lvl7pPr>
            <a:lvl8pPr lvl="7">
              <a:spcBef>
                <a:spcPts val="0"/>
              </a:spcBef>
              <a:spcAft>
                <a:spcPts val="0"/>
              </a:spcAft>
              <a:buSzPts val="2400"/>
              <a:buFont typeface="Poppins"/>
              <a:buNone/>
              <a:defRPr sz="2400">
                <a:latin typeface="Poppins"/>
                <a:ea typeface="Poppins"/>
                <a:cs typeface="Poppins"/>
                <a:sym typeface="Poppins"/>
              </a:defRPr>
            </a:lvl8pPr>
            <a:lvl9pPr lvl="8">
              <a:spcBef>
                <a:spcPts val="0"/>
              </a:spcBef>
              <a:spcAft>
                <a:spcPts val="0"/>
              </a:spcAft>
              <a:buSzPts val="2400"/>
              <a:buFont typeface="Poppins"/>
              <a:buNone/>
              <a:defRPr sz="2400">
                <a:latin typeface="Poppins"/>
                <a:ea typeface="Poppins"/>
                <a:cs typeface="Poppins"/>
                <a:sym typeface="Poppins"/>
              </a:defRPr>
            </a:lvl9pPr>
          </a:lstStyle>
          <a:p/>
        </p:txBody>
      </p:sp>
      <p:sp>
        <p:nvSpPr>
          <p:cNvPr id="101" name="Google Shape;101;p17"/>
          <p:cNvSpPr txBox="1"/>
          <p:nvPr>
            <p:ph idx="3" type="subTitle"/>
          </p:nvPr>
        </p:nvSpPr>
        <p:spPr>
          <a:xfrm>
            <a:off x="1391100" y="1434475"/>
            <a:ext cx="1923600" cy="4545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Hammersmith One"/>
              <a:buNone/>
              <a:defRPr sz="2000">
                <a:latin typeface="Hammersmith One"/>
                <a:ea typeface="Hammersmith One"/>
                <a:cs typeface="Hammersmith One"/>
                <a:sym typeface="Hammersmith One"/>
              </a:defRPr>
            </a:lvl2pPr>
            <a:lvl3pPr lvl="2">
              <a:spcBef>
                <a:spcPts val="0"/>
              </a:spcBef>
              <a:spcAft>
                <a:spcPts val="0"/>
              </a:spcAft>
              <a:buSzPts val="2000"/>
              <a:buFont typeface="Hammersmith One"/>
              <a:buNone/>
              <a:defRPr sz="2000">
                <a:latin typeface="Hammersmith One"/>
                <a:ea typeface="Hammersmith One"/>
                <a:cs typeface="Hammersmith One"/>
                <a:sym typeface="Hammersmith One"/>
              </a:defRPr>
            </a:lvl3pPr>
            <a:lvl4pPr lvl="3">
              <a:spcBef>
                <a:spcPts val="0"/>
              </a:spcBef>
              <a:spcAft>
                <a:spcPts val="0"/>
              </a:spcAft>
              <a:buSzPts val="2000"/>
              <a:buFont typeface="Hammersmith One"/>
              <a:buNone/>
              <a:defRPr sz="2000">
                <a:latin typeface="Hammersmith One"/>
                <a:ea typeface="Hammersmith One"/>
                <a:cs typeface="Hammersmith One"/>
                <a:sym typeface="Hammersmith One"/>
              </a:defRPr>
            </a:lvl4pPr>
            <a:lvl5pPr lvl="4">
              <a:spcBef>
                <a:spcPts val="0"/>
              </a:spcBef>
              <a:spcAft>
                <a:spcPts val="0"/>
              </a:spcAft>
              <a:buSzPts val="2000"/>
              <a:buFont typeface="Hammersmith One"/>
              <a:buNone/>
              <a:defRPr sz="2000">
                <a:latin typeface="Hammersmith One"/>
                <a:ea typeface="Hammersmith One"/>
                <a:cs typeface="Hammersmith One"/>
                <a:sym typeface="Hammersmith One"/>
              </a:defRPr>
            </a:lvl5pPr>
            <a:lvl6pPr lvl="5">
              <a:spcBef>
                <a:spcPts val="0"/>
              </a:spcBef>
              <a:spcAft>
                <a:spcPts val="0"/>
              </a:spcAft>
              <a:buSzPts val="2000"/>
              <a:buFont typeface="Hammersmith One"/>
              <a:buNone/>
              <a:defRPr sz="2000">
                <a:latin typeface="Hammersmith One"/>
                <a:ea typeface="Hammersmith One"/>
                <a:cs typeface="Hammersmith One"/>
                <a:sym typeface="Hammersmith One"/>
              </a:defRPr>
            </a:lvl6pPr>
            <a:lvl7pPr lvl="6">
              <a:spcBef>
                <a:spcPts val="0"/>
              </a:spcBef>
              <a:spcAft>
                <a:spcPts val="0"/>
              </a:spcAft>
              <a:buSzPts val="2000"/>
              <a:buFont typeface="Hammersmith One"/>
              <a:buNone/>
              <a:defRPr sz="2000">
                <a:latin typeface="Hammersmith One"/>
                <a:ea typeface="Hammersmith One"/>
                <a:cs typeface="Hammersmith One"/>
                <a:sym typeface="Hammersmith One"/>
              </a:defRPr>
            </a:lvl7pPr>
            <a:lvl8pPr lvl="7">
              <a:spcBef>
                <a:spcPts val="0"/>
              </a:spcBef>
              <a:spcAft>
                <a:spcPts val="0"/>
              </a:spcAft>
              <a:buSzPts val="2000"/>
              <a:buFont typeface="Hammersmith One"/>
              <a:buNone/>
              <a:defRPr sz="2000">
                <a:latin typeface="Hammersmith One"/>
                <a:ea typeface="Hammersmith One"/>
                <a:cs typeface="Hammersmith One"/>
                <a:sym typeface="Hammersmith One"/>
              </a:defRPr>
            </a:lvl8pPr>
            <a:lvl9pPr lvl="8">
              <a:spcBef>
                <a:spcPts val="0"/>
              </a:spcBef>
              <a:spcAft>
                <a:spcPts val="0"/>
              </a:spcAft>
              <a:buSzPts val="2000"/>
              <a:buFont typeface="Hammersmith One"/>
              <a:buNone/>
              <a:defRPr sz="2000">
                <a:latin typeface="Hammersmith One"/>
                <a:ea typeface="Hammersmith One"/>
                <a:cs typeface="Hammersmith One"/>
                <a:sym typeface="Hammersmith One"/>
              </a:defRPr>
            </a:lvl9pPr>
          </a:lstStyle>
          <a:p/>
        </p:txBody>
      </p:sp>
      <p:sp>
        <p:nvSpPr>
          <p:cNvPr id="102" name="Google Shape;102;p17"/>
          <p:cNvSpPr txBox="1"/>
          <p:nvPr>
            <p:ph idx="4" type="subTitle"/>
          </p:nvPr>
        </p:nvSpPr>
        <p:spPr>
          <a:xfrm>
            <a:off x="3905700" y="1434475"/>
            <a:ext cx="1923600" cy="4545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Hammersmith One"/>
              <a:buNone/>
              <a:defRPr sz="2000">
                <a:latin typeface="Hammersmith One"/>
                <a:ea typeface="Hammersmith One"/>
                <a:cs typeface="Hammersmith One"/>
                <a:sym typeface="Hammersmith One"/>
              </a:defRPr>
            </a:lvl2pPr>
            <a:lvl3pPr lvl="2">
              <a:spcBef>
                <a:spcPts val="0"/>
              </a:spcBef>
              <a:spcAft>
                <a:spcPts val="0"/>
              </a:spcAft>
              <a:buSzPts val="2000"/>
              <a:buFont typeface="Hammersmith One"/>
              <a:buNone/>
              <a:defRPr sz="2000">
                <a:latin typeface="Hammersmith One"/>
                <a:ea typeface="Hammersmith One"/>
                <a:cs typeface="Hammersmith One"/>
                <a:sym typeface="Hammersmith One"/>
              </a:defRPr>
            </a:lvl3pPr>
            <a:lvl4pPr lvl="3">
              <a:spcBef>
                <a:spcPts val="0"/>
              </a:spcBef>
              <a:spcAft>
                <a:spcPts val="0"/>
              </a:spcAft>
              <a:buSzPts val="2000"/>
              <a:buFont typeface="Hammersmith One"/>
              <a:buNone/>
              <a:defRPr sz="2000">
                <a:latin typeface="Hammersmith One"/>
                <a:ea typeface="Hammersmith One"/>
                <a:cs typeface="Hammersmith One"/>
                <a:sym typeface="Hammersmith One"/>
              </a:defRPr>
            </a:lvl4pPr>
            <a:lvl5pPr lvl="4">
              <a:spcBef>
                <a:spcPts val="0"/>
              </a:spcBef>
              <a:spcAft>
                <a:spcPts val="0"/>
              </a:spcAft>
              <a:buSzPts val="2000"/>
              <a:buFont typeface="Hammersmith One"/>
              <a:buNone/>
              <a:defRPr sz="2000">
                <a:latin typeface="Hammersmith One"/>
                <a:ea typeface="Hammersmith One"/>
                <a:cs typeface="Hammersmith One"/>
                <a:sym typeface="Hammersmith One"/>
              </a:defRPr>
            </a:lvl5pPr>
            <a:lvl6pPr lvl="5">
              <a:spcBef>
                <a:spcPts val="0"/>
              </a:spcBef>
              <a:spcAft>
                <a:spcPts val="0"/>
              </a:spcAft>
              <a:buSzPts val="2000"/>
              <a:buFont typeface="Hammersmith One"/>
              <a:buNone/>
              <a:defRPr sz="2000">
                <a:latin typeface="Hammersmith One"/>
                <a:ea typeface="Hammersmith One"/>
                <a:cs typeface="Hammersmith One"/>
                <a:sym typeface="Hammersmith One"/>
              </a:defRPr>
            </a:lvl6pPr>
            <a:lvl7pPr lvl="6">
              <a:spcBef>
                <a:spcPts val="0"/>
              </a:spcBef>
              <a:spcAft>
                <a:spcPts val="0"/>
              </a:spcAft>
              <a:buSzPts val="2000"/>
              <a:buFont typeface="Hammersmith One"/>
              <a:buNone/>
              <a:defRPr sz="2000">
                <a:latin typeface="Hammersmith One"/>
                <a:ea typeface="Hammersmith One"/>
                <a:cs typeface="Hammersmith One"/>
                <a:sym typeface="Hammersmith One"/>
              </a:defRPr>
            </a:lvl7pPr>
            <a:lvl8pPr lvl="7">
              <a:spcBef>
                <a:spcPts val="0"/>
              </a:spcBef>
              <a:spcAft>
                <a:spcPts val="0"/>
              </a:spcAft>
              <a:buSzPts val="2000"/>
              <a:buFont typeface="Hammersmith One"/>
              <a:buNone/>
              <a:defRPr sz="2000">
                <a:latin typeface="Hammersmith One"/>
                <a:ea typeface="Hammersmith One"/>
                <a:cs typeface="Hammersmith One"/>
                <a:sym typeface="Hammersmith One"/>
              </a:defRPr>
            </a:lvl8pPr>
            <a:lvl9pPr lvl="8">
              <a:spcBef>
                <a:spcPts val="0"/>
              </a:spcBef>
              <a:spcAft>
                <a:spcPts val="0"/>
              </a:spcAft>
              <a:buSzPts val="2000"/>
              <a:buFont typeface="Hammersmith One"/>
              <a:buNone/>
              <a:defRPr sz="2000">
                <a:latin typeface="Hammersmith One"/>
                <a:ea typeface="Hammersmith One"/>
                <a:cs typeface="Hammersmith One"/>
                <a:sym typeface="Hammersmith One"/>
              </a:defRPr>
            </a:lvl9pPr>
          </a:lstStyle>
          <a:p/>
        </p:txBody>
      </p:sp>
      <p:sp>
        <p:nvSpPr>
          <p:cNvPr id="103" name="Google Shape;103;p17"/>
          <p:cNvSpPr txBox="1"/>
          <p:nvPr>
            <p:ph idx="5" type="subTitle"/>
          </p:nvPr>
        </p:nvSpPr>
        <p:spPr>
          <a:xfrm>
            <a:off x="1391100" y="2992287"/>
            <a:ext cx="1923600" cy="4545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Hammersmith One"/>
              <a:buNone/>
              <a:defRPr sz="2000">
                <a:latin typeface="Hammersmith One"/>
                <a:ea typeface="Hammersmith One"/>
                <a:cs typeface="Hammersmith One"/>
                <a:sym typeface="Hammersmith One"/>
              </a:defRPr>
            </a:lvl2pPr>
            <a:lvl3pPr lvl="2">
              <a:spcBef>
                <a:spcPts val="0"/>
              </a:spcBef>
              <a:spcAft>
                <a:spcPts val="0"/>
              </a:spcAft>
              <a:buSzPts val="2000"/>
              <a:buFont typeface="Hammersmith One"/>
              <a:buNone/>
              <a:defRPr sz="2000">
                <a:latin typeface="Hammersmith One"/>
                <a:ea typeface="Hammersmith One"/>
                <a:cs typeface="Hammersmith One"/>
                <a:sym typeface="Hammersmith One"/>
              </a:defRPr>
            </a:lvl3pPr>
            <a:lvl4pPr lvl="3">
              <a:spcBef>
                <a:spcPts val="0"/>
              </a:spcBef>
              <a:spcAft>
                <a:spcPts val="0"/>
              </a:spcAft>
              <a:buSzPts val="2000"/>
              <a:buFont typeface="Hammersmith One"/>
              <a:buNone/>
              <a:defRPr sz="2000">
                <a:latin typeface="Hammersmith One"/>
                <a:ea typeface="Hammersmith One"/>
                <a:cs typeface="Hammersmith One"/>
                <a:sym typeface="Hammersmith One"/>
              </a:defRPr>
            </a:lvl4pPr>
            <a:lvl5pPr lvl="4">
              <a:spcBef>
                <a:spcPts val="0"/>
              </a:spcBef>
              <a:spcAft>
                <a:spcPts val="0"/>
              </a:spcAft>
              <a:buSzPts val="2000"/>
              <a:buFont typeface="Hammersmith One"/>
              <a:buNone/>
              <a:defRPr sz="2000">
                <a:latin typeface="Hammersmith One"/>
                <a:ea typeface="Hammersmith One"/>
                <a:cs typeface="Hammersmith One"/>
                <a:sym typeface="Hammersmith One"/>
              </a:defRPr>
            </a:lvl5pPr>
            <a:lvl6pPr lvl="5">
              <a:spcBef>
                <a:spcPts val="0"/>
              </a:spcBef>
              <a:spcAft>
                <a:spcPts val="0"/>
              </a:spcAft>
              <a:buSzPts val="2000"/>
              <a:buFont typeface="Hammersmith One"/>
              <a:buNone/>
              <a:defRPr sz="2000">
                <a:latin typeface="Hammersmith One"/>
                <a:ea typeface="Hammersmith One"/>
                <a:cs typeface="Hammersmith One"/>
                <a:sym typeface="Hammersmith One"/>
              </a:defRPr>
            </a:lvl6pPr>
            <a:lvl7pPr lvl="6">
              <a:spcBef>
                <a:spcPts val="0"/>
              </a:spcBef>
              <a:spcAft>
                <a:spcPts val="0"/>
              </a:spcAft>
              <a:buSzPts val="2000"/>
              <a:buFont typeface="Hammersmith One"/>
              <a:buNone/>
              <a:defRPr sz="2000">
                <a:latin typeface="Hammersmith One"/>
                <a:ea typeface="Hammersmith One"/>
                <a:cs typeface="Hammersmith One"/>
                <a:sym typeface="Hammersmith One"/>
              </a:defRPr>
            </a:lvl7pPr>
            <a:lvl8pPr lvl="7">
              <a:spcBef>
                <a:spcPts val="0"/>
              </a:spcBef>
              <a:spcAft>
                <a:spcPts val="0"/>
              </a:spcAft>
              <a:buSzPts val="2000"/>
              <a:buFont typeface="Hammersmith One"/>
              <a:buNone/>
              <a:defRPr sz="2000">
                <a:latin typeface="Hammersmith One"/>
                <a:ea typeface="Hammersmith One"/>
                <a:cs typeface="Hammersmith One"/>
                <a:sym typeface="Hammersmith One"/>
              </a:defRPr>
            </a:lvl8pPr>
            <a:lvl9pPr lvl="8">
              <a:spcBef>
                <a:spcPts val="0"/>
              </a:spcBef>
              <a:spcAft>
                <a:spcPts val="0"/>
              </a:spcAft>
              <a:buSzPts val="2000"/>
              <a:buFont typeface="Hammersmith One"/>
              <a:buNone/>
              <a:defRPr sz="2000">
                <a:latin typeface="Hammersmith One"/>
                <a:ea typeface="Hammersmith One"/>
                <a:cs typeface="Hammersmith One"/>
                <a:sym typeface="Hammersmith One"/>
              </a:defRPr>
            </a:lvl9pPr>
          </a:lstStyle>
          <a:p/>
        </p:txBody>
      </p:sp>
      <p:sp>
        <p:nvSpPr>
          <p:cNvPr id="104" name="Google Shape;104;p17"/>
          <p:cNvSpPr txBox="1"/>
          <p:nvPr>
            <p:ph idx="6" type="subTitle"/>
          </p:nvPr>
        </p:nvSpPr>
        <p:spPr>
          <a:xfrm>
            <a:off x="3905700" y="2992287"/>
            <a:ext cx="1923600" cy="4545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Hammersmith One"/>
              <a:buNone/>
              <a:defRPr sz="2000">
                <a:latin typeface="Hammersmith One"/>
                <a:ea typeface="Hammersmith One"/>
                <a:cs typeface="Hammersmith One"/>
                <a:sym typeface="Hammersmith One"/>
              </a:defRPr>
            </a:lvl2pPr>
            <a:lvl3pPr lvl="2">
              <a:spcBef>
                <a:spcPts val="0"/>
              </a:spcBef>
              <a:spcAft>
                <a:spcPts val="0"/>
              </a:spcAft>
              <a:buSzPts val="2000"/>
              <a:buFont typeface="Hammersmith One"/>
              <a:buNone/>
              <a:defRPr sz="2000">
                <a:latin typeface="Hammersmith One"/>
                <a:ea typeface="Hammersmith One"/>
                <a:cs typeface="Hammersmith One"/>
                <a:sym typeface="Hammersmith One"/>
              </a:defRPr>
            </a:lvl3pPr>
            <a:lvl4pPr lvl="3">
              <a:spcBef>
                <a:spcPts val="0"/>
              </a:spcBef>
              <a:spcAft>
                <a:spcPts val="0"/>
              </a:spcAft>
              <a:buSzPts val="2000"/>
              <a:buFont typeface="Hammersmith One"/>
              <a:buNone/>
              <a:defRPr sz="2000">
                <a:latin typeface="Hammersmith One"/>
                <a:ea typeface="Hammersmith One"/>
                <a:cs typeface="Hammersmith One"/>
                <a:sym typeface="Hammersmith One"/>
              </a:defRPr>
            </a:lvl4pPr>
            <a:lvl5pPr lvl="4">
              <a:spcBef>
                <a:spcPts val="0"/>
              </a:spcBef>
              <a:spcAft>
                <a:spcPts val="0"/>
              </a:spcAft>
              <a:buSzPts val="2000"/>
              <a:buFont typeface="Hammersmith One"/>
              <a:buNone/>
              <a:defRPr sz="2000">
                <a:latin typeface="Hammersmith One"/>
                <a:ea typeface="Hammersmith One"/>
                <a:cs typeface="Hammersmith One"/>
                <a:sym typeface="Hammersmith One"/>
              </a:defRPr>
            </a:lvl5pPr>
            <a:lvl6pPr lvl="5">
              <a:spcBef>
                <a:spcPts val="0"/>
              </a:spcBef>
              <a:spcAft>
                <a:spcPts val="0"/>
              </a:spcAft>
              <a:buSzPts val="2000"/>
              <a:buFont typeface="Hammersmith One"/>
              <a:buNone/>
              <a:defRPr sz="2000">
                <a:latin typeface="Hammersmith One"/>
                <a:ea typeface="Hammersmith One"/>
                <a:cs typeface="Hammersmith One"/>
                <a:sym typeface="Hammersmith One"/>
              </a:defRPr>
            </a:lvl6pPr>
            <a:lvl7pPr lvl="6">
              <a:spcBef>
                <a:spcPts val="0"/>
              </a:spcBef>
              <a:spcAft>
                <a:spcPts val="0"/>
              </a:spcAft>
              <a:buSzPts val="2000"/>
              <a:buFont typeface="Hammersmith One"/>
              <a:buNone/>
              <a:defRPr sz="2000">
                <a:latin typeface="Hammersmith One"/>
                <a:ea typeface="Hammersmith One"/>
                <a:cs typeface="Hammersmith One"/>
                <a:sym typeface="Hammersmith One"/>
              </a:defRPr>
            </a:lvl7pPr>
            <a:lvl8pPr lvl="7">
              <a:spcBef>
                <a:spcPts val="0"/>
              </a:spcBef>
              <a:spcAft>
                <a:spcPts val="0"/>
              </a:spcAft>
              <a:buSzPts val="2000"/>
              <a:buFont typeface="Hammersmith One"/>
              <a:buNone/>
              <a:defRPr sz="2000">
                <a:latin typeface="Hammersmith One"/>
                <a:ea typeface="Hammersmith One"/>
                <a:cs typeface="Hammersmith One"/>
                <a:sym typeface="Hammersmith One"/>
              </a:defRPr>
            </a:lvl8pPr>
            <a:lvl9pPr lvl="8">
              <a:spcBef>
                <a:spcPts val="0"/>
              </a:spcBef>
              <a:spcAft>
                <a:spcPts val="0"/>
              </a:spcAft>
              <a:buSzPts val="2000"/>
              <a:buFont typeface="Hammersmith One"/>
              <a:buNone/>
              <a:defRPr sz="2000">
                <a:latin typeface="Hammersmith One"/>
                <a:ea typeface="Hammersmith One"/>
                <a:cs typeface="Hammersmith One"/>
                <a:sym typeface="Hammersmith One"/>
              </a:defRPr>
            </a:lvl9pPr>
          </a:lstStyle>
          <a:p/>
        </p:txBody>
      </p:sp>
      <p:sp>
        <p:nvSpPr>
          <p:cNvPr id="105" name="Google Shape;105;p17"/>
          <p:cNvSpPr txBox="1"/>
          <p:nvPr>
            <p:ph idx="7" type="subTitle"/>
          </p:nvPr>
        </p:nvSpPr>
        <p:spPr>
          <a:xfrm>
            <a:off x="1391100" y="1825209"/>
            <a:ext cx="1923600" cy="10293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1100"/>
              <a:buFont typeface="Poppins"/>
              <a:buNone/>
              <a:defRPr sz="1600">
                <a:latin typeface="Poppins"/>
                <a:ea typeface="Poppins"/>
                <a:cs typeface="Poppins"/>
                <a:sym typeface="Poppins"/>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6" name="Google Shape;106;p17"/>
          <p:cNvSpPr txBox="1"/>
          <p:nvPr>
            <p:ph idx="8" type="subTitle"/>
          </p:nvPr>
        </p:nvSpPr>
        <p:spPr>
          <a:xfrm>
            <a:off x="3905700" y="1825209"/>
            <a:ext cx="1923600" cy="10293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1100"/>
              <a:buFont typeface="Poppins"/>
              <a:buNone/>
              <a:defRPr sz="1600">
                <a:latin typeface="Poppins"/>
                <a:ea typeface="Poppins"/>
                <a:cs typeface="Poppins"/>
                <a:sym typeface="Poppins"/>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7" name="Google Shape;107;p17"/>
          <p:cNvSpPr txBox="1"/>
          <p:nvPr>
            <p:ph hasCustomPrompt="1" idx="9" type="title"/>
          </p:nvPr>
        </p:nvSpPr>
        <p:spPr>
          <a:xfrm>
            <a:off x="792175" y="1434475"/>
            <a:ext cx="596400" cy="411300"/>
          </a:xfrm>
          <a:prstGeom prst="rect">
            <a:avLst/>
          </a:prstGeom>
          <a:ln>
            <a:noFill/>
          </a:ln>
        </p:spPr>
        <p:txBody>
          <a:bodyPr anchorCtr="0" anchor="ctr" bIns="91425" lIns="91425" spcFirstLastPara="1" rIns="91425" wrap="square" tIns="91425">
            <a:norm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08" name="Google Shape;108;p17"/>
          <p:cNvSpPr txBox="1"/>
          <p:nvPr>
            <p:ph hasCustomPrompt="1" idx="13" type="title"/>
          </p:nvPr>
        </p:nvSpPr>
        <p:spPr>
          <a:xfrm>
            <a:off x="3314700" y="1434475"/>
            <a:ext cx="596400" cy="411300"/>
          </a:xfrm>
          <a:prstGeom prst="rect">
            <a:avLst/>
          </a:prstGeom>
          <a:ln>
            <a:noFill/>
          </a:ln>
        </p:spPr>
        <p:txBody>
          <a:bodyPr anchorCtr="0" anchor="ctr" bIns="91425" lIns="91425" spcFirstLastPara="1" rIns="91425" wrap="square" tIns="91425">
            <a:norm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09" name="Google Shape;109;p17"/>
          <p:cNvSpPr txBox="1"/>
          <p:nvPr>
            <p:ph hasCustomPrompt="1" idx="14" type="title"/>
          </p:nvPr>
        </p:nvSpPr>
        <p:spPr>
          <a:xfrm>
            <a:off x="792175" y="2992276"/>
            <a:ext cx="596400" cy="411300"/>
          </a:xfrm>
          <a:prstGeom prst="rect">
            <a:avLst/>
          </a:prstGeom>
          <a:ln>
            <a:noFill/>
          </a:ln>
        </p:spPr>
        <p:txBody>
          <a:bodyPr anchorCtr="0" anchor="ctr" bIns="91425" lIns="91425" spcFirstLastPara="1" rIns="91425" wrap="square" tIns="91425">
            <a:norm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10" name="Google Shape;110;p17"/>
          <p:cNvSpPr txBox="1"/>
          <p:nvPr>
            <p:ph hasCustomPrompt="1" idx="15" type="title"/>
          </p:nvPr>
        </p:nvSpPr>
        <p:spPr>
          <a:xfrm>
            <a:off x="3314700" y="2992276"/>
            <a:ext cx="596400" cy="411300"/>
          </a:xfrm>
          <a:prstGeom prst="rect">
            <a:avLst/>
          </a:prstGeom>
          <a:ln>
            <a:noFill/>
          </a:ln>
        </p:spPr>
        <p:txBody>
          <a:bodyPr anchorCtr="0" anchor="ctr" bIns="91425" lIns="91425" spcFirstLastPara="1" rIns="91425" wrap="square" tIns="91425">
            <a:norm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11" name="Google Shape;111;p17"/>
          <p:cNvSpPr txBox="1"/>
          <p:nvPr>
            <p:ph idx="16" type="subTitle"/>
          </p:nvPr>
        </p:nvSpPr>
        <p:spPr>
          <a:xfrm>
            <a:off x="6428225" y="3380175"/>
            <a:ext cx="1923600" cy="10293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1100"/>
              <a:buFont typeface="Poppins"/>
              <a:buNone/>
              <a:defRPr sz="1600">
                <a:latin typeface="Poppins"/>
                <a:ea typeface="Poppins"/>
                <a:cs typeface="Poppins"/>
                <a:sym typeface="Poppins"/>
              </a:defRPr>
            </a:lvl1pPr>
            <a:lvl2pPr lvl="1" algn="ctr">
              <a:spcBef>
                <a:spcPts val="0"/>
              </a:spcBef>
              <a:spcAft>
                <a:spcPts val="0"/>
              </a:spcAft>
              <a:buSzPts val="1100"/>
              <a:buFont typeface="Poppins"/>
              <a:buNone/>
              <a:defRPr>
                <a:latin typeface="Poppins"/>
                <a:ea typeface="Poppins"/>
                <a:cs typeface="Poppins"/>
                <a:sym typeface="Poppins"/>
              </a:defRPr>
            </a:lvl2pPr>
            <a:lvl3pPr lvl="2" algn="ctr">
              <a:spcBef>
                <a:spcPts val="0"/>
              </a:spcBef>
              <a:spcAft>
                <a:spcPts val="0"/>
              </a:spcAft>
              <a:buSzPts val="1100"/>
              <a:buFont typeface="Poppins"/>
              <a:buNone/>
              <a:defRPr>
                <a:latin typeface="Poppins"/>
                <a:ea typeface="Poppins"/>
                <a:cs typeface="Poppins"/>
                <a:sym typeface="Poppins"/>
              </a:defRPr>
            </a:lvl3pPr>
            <a:lvl4pPr lvl="3" algn="ctr">
              <a:spcBef>
                <a:spcPts val="0"/>
              </a:spcBef>
              <a:spcAft>
                <a:spcPts val="0"/>
              </a:spcAft>
              <a:buSzPts val="1100"/>
              <a:buFont typeface="Poppins"/>
              <a:buNone/>
              <a:defRPr>
                <a:latin typeface="Poppins"/>
                <a:ea typeface="Poppins"/>
                <a:cs typeface="Poppins"/>
                <a:sym typeface="Poppins"/>
              </a:defRPr>
            </a:lvl4pPr>
            <a:lvl5pPr lvl="4" algn="ctr">
              <a:spcBef>
                <a:spcPts val="0"/>
              </a:spcBef>
              <a:spcAft>
                <a:spcPts val="0"/>
              </a:spcAft>
              <a:buSzPts val="1100"/>
              <a:buFont typeface="Poppins"/>
              <a:buNone/>
              <a:defRPr>
                <a:latin typeface="Poppins"/>
                <a:ea typeface="Poppins"/>
                <a:cs typeface="Poppins"/>
                <a:sym typeface="Poppins"/>
              </a:defRPr>
            </a:lvl5pPr>
            <a:lvl6pPr lvl="5" algn="ctr">
              <a:spcBef>
                <a:spcPts val="0"/>
              </a:spcBef>
              <a:spcAft>
                <a:spcPts val="0"/>
              </a:spcAft>
              <a:buSzPts val="1100"/>
              <a:buFont typeface="Poppins"/>
              <a:buNone/>
              <a:defRPr>
                <a:latin typeface="Poppins"/>
                <a:ea typeface="Poppins"/>
                <a:cs typeface="Poppins"/>
                <a:sym typeface="Poppins"/>
              </a:defRPr>
            </a:lvl6pPr>
            <a:lvl7pPr lvl="6" algn="ctr">
              <a:spcBef>
                <a:spcPts val="0"/>
              </a:spcBef>
              <a:spcAft>
                <a:spcPts val="0"/>
              </a:spcAft>
              <a:buSzPts val="1100"/>
              <a:buFont typeface="Poppins"/>
              <a:buNone/>
              <a:defRPr>
                <a:latin typeface="Poppins"/>
                <a:ea typeface="Poppins"/>
                <a:cs typeface="Poppins"/>
                <a:sym typeface="Poppins"/>
              </a:defRPr>
            </a:lvl7pPr>
            <a:lvl8pPr lvl="7" algn="ctr">
              <a:spcBef>
                <a:spcPts val="0"/>
              </a:spcBef>
              <a:spcAft>
                <a:spcPts val="0"/>
              </a:spcAft>
              <a:buSzPts val="1100"/>
              <a:buFont typeface="Poppins"/>
              <a:buNone/>
              <a:defRPr>
                <a:latin typeface="Poppins"/>
                <a:ea typeface="Poppins"/>
                <a:cs typeface="Poppins"/>
                <a:sym typeface="Poppins"/>
              </a:defRPr>
            </a:lvl8pPr>
            <a:lvl9pPr lvl="8" algn="ctr">
              <a:spcBef>
                <a:spcPts val="0"/>
              </a:spcBef>
              <a:spcAft>
                <a:spcPts val="0"/>
              </a:spcAft>
              <a:buSzPts val="1100"/>
              <a:buFont typeface="Poppins"/>
              <a:buNone/>
              <a:defRPr>
                <a:latin typeface="Poppins"/>
                <a:ea typeface="Poppins"/>
                <a:cs typeface="Poppins"/>
                <a:sym typeface="Poppins"/>
              </a:defRPr>
            </a:lvl9pPr>
          </a:lstStyle>
          <a:p/>
        </p:txBody>
      </p:sp>
      <p:sp>
        <p:nvSpPr>
          <p:cNvPr id="112" name="Google Shape;112;p17"/>
          <p:cNvSpPr txBox="1"/>
          <p:nvPr>
            <p:ph idx="17" type="subTitle"/>
          </p:nvPr>
        </p:nvSpPr>
        <p:spPr>
          <a:xfrm>
            <a:off x="6428225" y="1434475"/>
            <a:ext cx="1923600" cy="4545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Poppins"/>
              <a:buNone/>
              <a:defRPr sz="2000">
                <a:latin typeface="Poppins"/>
                <a:ea typeface="Poppins"/>
                <a:cs typeface="Poppins"/>
                <a:sym typeface="Poppins"/>
              </a:defRPr>
            </a:lvl2pPr>
            <a:lvl3pPr lvl="2">
              <a:spcBef>
                <a:spcPts val="0"/>
              </a:spcBef>
              <a:spcAft>
                <a:spcPts val="0"/>
              </a:spcAft>
              <a:buSzPts val="2000"/>
              <a:buFont typeface="Poppins"/>
              <a:buNone/>
              <a:defRPr sz="2000">
                <a:latin typeface="Poppins"/>
                <a:ea typeface="Poppins"/>
                <a:cs typeface="Poppins"/>
                <a:sym typeface="Poppins"/>
              </a:defRPr>
            </a:lvl3pPr>
            <a:lvl4pPr lvl="3">
              <a:spcBef>
                <a:spcPts val="0"/>
              </a:spcBef>
              <a:spcAft>
                <a:spcPts val="0"/>
              </a:spcAft>
              <a:buSzPts val="2000"/>
              <a:buFont typeface="Poppins"/>
              <a:buNone/>
              <a:defRPr sz="2000">
                <a:latin typeface="Poppins"/>
                <a:ea typeface="Poppins"/>
                <a:cs typeface="Poppins"/>
                <a:sym typeface="Poppins"/>
              </a:defRPr>
            </a:lvl4pPr>
            <a:lvl5pPr lvl="4">
              <a:spcBef>
                <a:spcPts val="0"/>
              </a:spcBef>
              <a:spcAft>
                <a:spcPts val="0"/>
              </a:spcAft>
              <a:buSzPts val="2000"/>
              <a:buFont typeface="Poppins"/>
              <a:buNone/>
              <a:defRPr sz="2000">
                <a:latin typeface="Poppins"/>
                <a:ea typeface="Poppins"/>
                <a:cs typeface="Poppins"/>
                <a:sym typeface="Poppins"/>
              </a:defRPr>
            </a:lvl5pPr>
            <a:lvl6pPr lvl="5">
              <a:spcBef>
                <a:spcPts val="0"/>
              </a:spcBef>
              <a:spcAft>
                <a:spcPts val="0"/>
              </a:spcAft>
              <a:buSzPts val="2000"/>
              <a:buFont typeface="Poppins"/>
              <a:buNone/>
              <a:defRPr sz="2000">
                <a:latin typeface="Poppins"/>
                <a:ea typeface="Poppins"/>
                <a:cs typeface="Poppins"/>
                <a:sym typeface="Poppins"/>
              </a:defRPr>
            </a:lvl6pPr>
            <a:lvl7pPr lvl="6">
              <a:spcBef>
                <a:spcPts val="0"/>
              </a:spcBef>
              <a:spcAft>
                <a:spcPts val="0"/>
              </a:spcAft>
              <a:buSzPts val="2000"/>
              <a:buFont typeface="Poppins"/>
              <a:buNone/>
              <a:defRPr sz="2000">
                <a:latin typeface="Poppins"/>
                <a:ea typeface="Poppins"/>
                <a:cs typeface="Poppins"/>
                <a:sym typeface="Poppins"/>
              </a:defRPr>
            </a:lvl7pPr>
            <a:lvl8pPr lvl="7">
              <a:spcBef>
                <a:spcPts val="0"/>
              </a:spcBef>
              <a:spcAft>
                <a:spcPts val="0"/>
              </a:spcAft>
              <a:buSzPts val="2000"/>
              <a:buFont typeface="Poppins"/>
              <a:buNone/>
              <a:defRPr sz="2000">
                <a:latin typeface="Poppins"/>
                <a:ea typeface="Poppins"/>
                <a:cs typeface="Poppins"/>
                <a:sym typeface="Poppins"/>
              </a:defRPr>
            </a:lvl8pPr>
            <a:lvl9pPr lvl="8">
              <a:spcBef>
                <a:spcPts val="0"/>
              </a:spcBef>
              <a:spcAft>
                <a:spcPts val="0"/>
              </a:spcAft>
              <a:buSzPts val="2000"/>
              <a:buFont typeface="Poppins"/>
              <a:buNone/>
              <a:defRPr sz="2000">
                <a:latin typeface="Poppins"/>
                <a:ea typeface="Poppins"/>
                <a:cs typeface="Poppins"/>
                <a:sym typeface="Poppins"/>
              </a:defRPr>
            </a:lvl9pPr>
          </a:lstStyle>
          <a:p/>
        </p:txBody>
      </p:sp>
      <p:sp>
        <p:nvSpPr>
          <p:cNvPr id="113" name="Google Shape;113;p17"/>
          <p:cNvSpPr txBox="1"/>
          <p:nvPr>
            <p:ph idx="18" type="subTitle"/>
          </p:nvPr>
        </p:nvSpPr>
        <p:spPr>
          <a:xfrm>
            <a:off x="6428225" y="2992287"/>
            <a:ext cx="1923600" cy="4545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Poppins"/>
              <a:buNone/>
              <a:defRPr sz="2000">
                <a:latin typeface="Poppins"/>
                <a:ea typeface="Poppins"/>
                <a:cs typeface="Poppins"/>
                <a:sym typeface="Poppins"/>
              </a:defRPr>
            </a:lvl2pPr>
            <a:lvl3pPr lvl="2">
              <a:spcBef>
                <a:spcPts val="0"/>
              </a:spcBef>
              <a:spcAft>
                <a:spcPts val="0"/>
              </a:spcAft>
              <a:buSzPts val="2000"/>
              <a:buFont typeface="Poppins"/>
              <a:buNone/>
              <a:defRPr sz="2000">
                <a:latin typeface="Poppins"/>
                <a:ea typeface="Poppins"/>
                <a:cs typeface="Poppins"/>
                <a:sym typeface="Poppins"/>
              </a:defRPr>
            </a:lvl3pPr>
            <a:lvl4pPr lvl="3">
              <a:spcBef>
                <a:spcPts val="0"/>
              </a:spcBef>
              <a:spcAft>
                <a:spcPts val="0"/>
              </a:spcAft>
              <a:buSzPts val="2000"/>
              <a:buFont typeface="Poppins"/>
              <a:buNone/>
              <a:defRPr sz="2000">
                <a:latin typeface="Poppins"/>
                <a:ea typeface="Poppins"/>
                <a:cs typeface="Poppins"/>
                <a:sym typeface="Poppins"/>
              </a:defRPr>
            </a:lvl4pPr>
            <a:lvl5pPr lvl="4">
              <a:spcBef>
                <a:spcPts val="0"/>
              </a:spcBef>
              <a:spcAft>
                <a:spcPts val="0"/>
              </a:spcAft>
              <a:buSzPts val="2000"/>
              <a:buFont typeface="Poppins"/>
              <a:buNone/>
              <a:defRPr sz="2000">
                <a:latin typeface="Poppins"/>
                <a:ea typeface="Poppins"/>
                <a:cs typeface="Poppins"/>
                <a:sym typeface="Poppins"/>
              </a:defRPr>
            </a:lvl5pPr>
            <a:lvl6pPr lvl="5">
              <a:spcBef>
                <a:spcPts val="0"/>
              </a:spcBef>
              <a:spcAft>
                <a:spcPts val="0"/>
              </a:spcAft>
              <a:buSzPts val="2000"/>
              <a:buFont typeface="Poppins"/>
              <a:buNone/>
              <a:defRPr sz="2000">
                <a:latin typeface="Poppins"/>
                <a:ea typeface="Poppins"/>
                <a:cs typeface="Poppins"/>
                <a:sym typeface="Poppins"/>
              </a:defRPr>
            </a:lvl6pPr>
            <a:lvl7pPr lvl="6">
              <a:spcBef>
                <a:spcPts val="0"/>
              </a:spcBef>
              <a:spcAft>
                <a:spcPts val="0"/>
              </a:spcAft>
              <a:buSzPts val="2000"/>
              <a:buFont typeface="Poppins"/>
              <a:buNone/>
              <a:defRPr sz="2000">
                <a:latin typeface="Poppins"/>
                <a:ea typeface="Poppins"/>
                <a:cs typeface="Poppins"/>
                <a:sym typeface="Poppins"/>
              </a:defRPr>
            </a:lvl7pPr>
            <a:lvl8pPr lvl="7">
              <a:spcBef>
                <a:spcPts val="0"/>
              </a:spcBef>
              <a:spcAft>
                <a:spcPts val="0"/>
              </a:spcAft>
              <a:buSzPts val="2000"/>
              <a:buFont typeface="Poppins"/>
              <a:buNone/>
              <a:defRPr sz="2000">
                <a:latin typeface="Poppins"/>
                <a:ea typeface="Poppins"/>
                <a:cs typeface="Poppins"/>
                <a:sym typeface="Poppins"/>
              </a:defRPr>
            </a:lvl8pPr>
            <a:lvl9pPr lvl="8">
              <a:spcBef>
                <a:spcPts val="0"/>
              </a:spcBef>
              <a:spcAft>
                <a:spcPts val="0"/>
              </a:spcAft>
              <a:buSzPts val="2000"/>
              <a:buFont typeface="Poppins"/>
              <a:buNone/>
              <a:defRPr sz="2000">
                <a:latin typeface="Poppins"/>
                <a:ea typeface="Poppins"/>
                <a:cs typeface="Poppins"/>
                <a:sym typeface="Poppins"/>
              </a:defRPr>
            </a:lvl9pPr>
          </a:lstStyle>
          <a:p/>
        </p:txBody>
      </p:sp>
      <p:sp>
        <p:nvSpPr>
          <p:cNvPr id="114" name="Google Shape;114;p17"/>
          <p:cNvSpPr txBox="1"/>
          <p:nvPr>
            <p:ph idx="19" type="subTitle"/>
          </p:nvPr>
        </p:nvSpPr>
        <p:spPr>
          <a:xfrm>
            <a:off x="6428225" y="1825209"/>
            <a:ext cx="1923600" cy="1029300"/>
          </a:xfrm>
          <a:prstGeom prst="rect">
            <a:avLst/>
          </a:prstGeom>
          <a:ln>
            <a:noFill/>
          </a:ln>
        </p:spPr>
        <p:txBody>
          <a:bodyPr anchorCtr="0" anchor="t" bIns="91425" lIns="91425" spcFirstLastPara="1" rIns="91425" wrap="square" tIns="91425">
            <a:normAutofit/>
          </a:bodyPr>
          <a:lstStyle>
            <a:lvl1pPr lvl="0">
              <a:spcBef>
                <a:spcPts val="0"/>
              </a:spcBef>
              <a:spcAft>
                <a:spcPts val="0"/>
              </a:spcAft>
              <a:buSzPts val="1100"/>
              <a:buFont typeface="Poppins"/>
              <a:buNone/>
              <a:defRPr sz="1600">
                <a:latin typeface="Poppins"/>
                <a:ea typeface="Poppins"/>
                <a:cs typeface="Poppins"/>
                <a:sym typeface="Poppins"/>
              </a:defRPr>
            </a:lvl1pPr>
            <a:lvl2pPr lvl="1" algn="ctr">
              <a:spcBef>
                <a:spcPts val="0"/>
              </a:spcBef>
              <a:spcAft>
                <a:spcPts val="0"/>
              </a:spcAft>
              <a:buSzPts val="1100"/>
              <a:buFont typeface="Poppins"/>
              <a:buNone/>
              <a:defRPr>
                <a:latin typeface="Poppins"/>
                <a:ea typeface="Poppins"/>
                <a:cs typeface="Poppins"/>
                <a:sym typeface="Poppins"/>
              </a:defRPr>
            </a:lvl2pPr>
            <a:lvl3pPr lvl="2" algn="ctr">
              <a:spcBef>
                <a:spcPts val="0"/>
              </a:spcBef>
              <a:spcAft>
                <a:spcPts val="0"/>
              </a:spcAft>
              <a:buSzPts val="1100"/>
              <a:buFont typeface="Poppins"/>
              <a:buNone/>
              <a:defRPr>
                <a:latin typeface="Poppins"/>
                <a:ea typeface="Poppins"/>
                <a:cs typeface="Poppins"/>
                <a:sym typeface="Poppins"/>
              </a:defRPr>
            </a:lvl3pPr>
            <a:lvl4pPr lvl="3" algn="ctr">
              <a:spcBef>
                <a:spcPts val="0"/>
              </a:spcBef>
              <a:spcAft>
                <a:spcPts val="0"/>
              </a:spcAft>
              <a:buSzPts val="1100"/>
              <a:buFont typeface="Poppins"/>
              <a:buNone/>
              <a:defRPr>
                <a:latin typeface="Poppins"/>
                <a:ea typeface="Poppins"/>
                <a:cs typeface="Poppins"/>
                <a:sym typeface="Poppins"/>
              </a:defRPr>
            </a:lvl4pPr>
            <a:lvl5pPr lvl="4" algn="ctr">
              <a:spcBef>
                <a:spcPts val="0"/>
              </a:spcBef>
              <a:spcAft>
                <a:spcPts val="0"/>
              </a:spcAft>
              <a:buSzPts val="1100"/>
              <a:buFont typeface="Poppins"/>
              <a:buNone/>
              <a:defRPr>
                <a:latin typeface="Poppins"/>
                <a:ea typeface="Poppins"/>
                <a:cs typeface="Poppins"/>
                <a:sym typeface="Poppins"/>
              </a:defRPr>
            </a:lvl5pPr>
            <a:lvl6pPr lvl="5" algn="ctr">
              <a:spcBef>
                <a:spcPts val="0"/>
              </a:spcBef>
              <a:spcAft>
                <a:spcPts val="0"/>
              </a:spcAft>
              <a:buSzPts val="1100"/>
              <a:buFont typeface="Poppins"/>
              <a:buNone/>
              <a:defRPr>
                <a:latin typeface="Poppins"/>
                <a:ea typeface="Poppins"/>
                <a:cs typeface="Poppins"/>
                <a:sym typeface="Poppins"/>
              </a:defRPr>
            </a:lvl6pPr>
            <a:lvl7pPr lvl="6" algn="ctr">
              <a:spcBef>
                <a:spcPts val="0"/>
              </a:spcBef>
              <a:spcAft>
                <a:spcPts val="0"/>
              </a:spcAft>
              <a:buSzPts val="1100"/>
              <a:buFont typeface="Poppins"/>
              <a:buNone/>
              <a:defRPr>
                <a:latin typeface="Poppins"/>
                <a:ea typeface="Poppins"/>
                <a:cs typeface="Poppins"/>
                <a:sym typeface="Poppins"/>
              </a:defRPr>
            </a:lvl7pPr>
            <a:lvl8pPr lvl="7" algn="ctr">
              <a:spcBef>
                <a:spcPts val="0"/>
              </a:spcBef>
              <a:spcAft>
                <a:spcPts val="0"/>
              </a:spcAft>
              <a:buSzPts val="1100"/>
              <a:buFont typeface="Poppins"/>
              <a:buNone/>
              <a:defRPr>
                <a:latin typeface="Poppins"/>
                <a:ea typeface="Poppins"/>
                <a:cs typeface="Poppins"/>
                <a:sym typeface="Poppins"/>
              </a:defRPr>
            </a:lvl8pPr>
            <a:lvl9pPr lvl="8" algn="ctr">
              <a:spcBef>
                <a:spcPts val="0"/>
              </a:spcBef>
              <a:spcAft>
                <a:spcPts val="0"/>
              </a:spcAft>
              <a:buSzPts val="1100"/>
              <a:buFont typeface="Poppins"/>
              <a:buNone/>
              <a:defRPr>
                <a:latin typeface="Poppins"/>
                <a:ea typeface="Poppins"/>
                <a:cs typeface="Poppins"/>
                <a:sym typeface="Poppins"/>
              </a:defRPr>
            </a:lvl9pPr>
          </a:lstStyle>
          <a:p/>
        </p:txBody>
      </p:sp>
      <p:sp>
        <p:nvSpPr>
          <p:cNvPr id="115" name="Google Shape;115;p17"/>
          <p:cNvSpPr txBox="1"/>
          <p:nvPr>
            <p:ph hasCustomPrompt="1" idx="20" type="title"/>
          </p:nvPr>
        </p:nvSpPr>
        <p:spPr>
          <a:xfrm>
            <a:off x="5837225" y="1434475"/>
            <a:ext cx="596400" cy="411300"/>
          </a:xfrm>
          <a:prstGeom prst="rect">
            <a:avLst/>
          </a:prstGeom>
          <a:ln>
            <a:noFill/>
          </a:ln>
        </p:spPr>
        <p:txBody>
          <a:bodyPr anchorCtr="0" anchor="ctr" bIns="91425" lIns="91425" spcFirstLastPara="1" rIns="91425" wrap="square" tIns="91425">
            <a:norm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16" name="Google Shape;116;p17"/>
          <p:cNvSpPr txBox="1"/>
          <p:nvPr>
            <p:ph hasCustomPrompt="1" idx="21" type="title"/>
          </p:nvPr>
        </p:nvSpPr>
        <p:spPr>
          <a:xfrm>
            <a:off x="5837225" y="2992276"/>
            <a:ext cx="596400" cy="411300"/>
          </a:xfrm>
          <a:prstGeom prst="rect">
            <a:avLst/>
          </a:prstGeom>
          <a:ln>
            <a:noFill/>
          </a:ln>
        </p:spPr>
        <p:txBody>
          <a:bodyPr anchorCtr="0" anchor="ctr" bIns="91425" lIns="91425" spcFirstLastPara="1" rIns="91425" wrap="square" tIns="91425">
            <a:norm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pic>
        <p:nvPicPr>
          <p:cNvPr id="117" name="Google Shape;117;p17"/>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118" name="Google Shape;118;p17"/>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119" name="Google Shape;119;p17"/>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671E75"/>
              </a:buClr>
              <a:buSzPts val="2800"/>
              <a:buFont typeface="Roboto"/>
              <a:buNone/>
              <a:defRPr b="1" sz="2800">
                <a:solidFill>
                  <a:srgbClr val="671E75"/>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298450" lvl="0" marL="4572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1pPr>
            <a:lvl2pPr indent="-298450" lvl="1" marL="9144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2pPr>
            <a:lvl3pPr indent="-298450" lvl="2" marL="13716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3pPr>
            <a:lvl4pPr indent="-298450" lvl="3" marL="1828800">
              <a:lnSpc>
                <a:spcPct val="115000"/>
              </a:lnSpc>
              <a:spcBef>
                <a:spcPts val="0"/>
              </a:spcBef>
              <a:spcAft>
                <a:spcPts val="0"/>
              </a:spcAft>
              <a:buClr>
                <a:schemeClr val="dk1"/>
              </a:buClr>
              <a:buSzPts val="1100"/>
              <a:buFont typeface="Roboto"/>
              <a:buAutoNum type="arabicPeriod"/>
              <a:defRPr sz="1100">
                <a:solidFill>
                  <a:schemeClr val="dk1"/>
                </a:solidFill>
                <a:latin typeface="Roboto"/>
                <a:ea typeface="Roboto"/>
                <a:cs typeface="Roboto"/>
                <a:sym typeface="Roboto"/>
              </a:defRPr>
            </a:lvl4pPr>
            <a:lvl5pPr indent="-298450" lvl="4" marL="2286000">
              <a:lnSpc>
                <a:spcPct val="115000"/>
              </a:lnSpc>
              <a:spcBef>
                <a:spcPts val="0"/>
              </a:spcBef>
              <a:spcAft>
                <a:spcPts val="0"/>
              </a:spcAft>
              <a:buClr>
                <a:schemeClr val="dk1"/>
              </a:buClr>
              <a:buSzPts val="1100"/>
              <a:buFont typeface="Roboto"/>
              <a:buAutoNum type="alphaLcPeriod"/>
              <a:defRPr sz="1100">
                <a:solidFill>
                  <a:schemeClr val="dk1"/>
                </a:solidFill>
                <a:latin typeface="Roboto"/>
                <a:ea typeface="Roboto"/>
                <a:cs typeface="Roboto"/>
                <a:sym typeface="Roboto"/>
              </a:defRPr>
            </a:lvl5pPr>
            <a:lvl6pPr indent="-298450" lvl="5" marL="2743200">
              <a:lnSpc>
                <a:spcPct val="115000"/>
              </a:lnSpc>
              <a:spcBef>
                <a:spcPts val="0"/>
              </a:spcBef>
              <a:spcAft>
                <a:spcPts val="0"/>
              </a:spcAft>
              <a:buClr>
                <a:schemeClr val="dk1"/>
              </a:buClr>
              <a:buSzPts val="1100"/>
              <a:buFont typeface="Roboto"/>
              <a:buAutoNum type="romanLcPeriod"/>
              <a:defRPr sz="1100">
                <a:solidFill>
                  <a:schemeClr val="dk1"/>
                </a:solidFill>
                <a:latin typeface="Roboto"/>
                <a:ea typeface="Roboto"/>
                <a:cs typeface="Roboto"/>
                <a:sym typeface="Roboto"/>
              </a:defRPr>
            </a:lvl6pPr>
            <a:lvl7pPr indent="-298450" lvl="6" marL="32004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7pPr>
            <a:lvl8pPr indent="-298450" lvl="7" marL="36576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8pPr>
            <a:lvl9pPr indent="-298450" lvl="8" marL="41148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image" Target="../media/image40.jpg"/><Relationship Id="rId10" Type="http://schemas.openxmlformats.org/officeDocument/2006/relationships/image" Target="../media/image33.jpg"/><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27.jpg"/><Relationship Id="rId5" Type="http://schemas.openxmlformats.org/officeDocument/2006/relationships/image" Target="../media/image38.jpg"/><Relationship Id="rId6" Type="http://schemas.openxmlformats.org/officeDocument/2006/relationships/image" Target="../media/image39.jpg"/><Relationship Id="rId7" Type="http://schemas.openxmlformats.org/officeDocument/2006/relationships/image" Target="../media/image29.jpg"/><Relationship Id="rId8" Type="http://schemas.openxmlformats.org/officeDocument/2006/relationships/image" Target="../media/image3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19.png"/><Relationship Id="rId5"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0" Type="http://schemas.openxmlformats.org/officeDocument/2006/relationships/image" Target="../media/image32.png"/><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4.png"/><Relationship Id="rId9" Type="http://schemas.openxmlformats.org/officeDocument/2006/relationships/image" Target="../media/image31.png"/><Relationship Id="rId5" Type="http://schemas.openxmlformats.org/officeDocument/2006/relationships/image" Target="../media/image21.png"/><Relationship Id="rId6" Type="http://schemas.openxmlformats.org/officeDocument/2006/relationships/image" Target="../media/image28.png"/><Relationship Id="rId7" Type="http://schemas.openxmlformats.org/officeDocument/2006/relationships/image" Target="../media/image23.png"/><Relationship Id="rId8"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comments" Target="../comments/commen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comments" Target="../comments/comment3.xml"/><Relationship Id="rId4" Type="http://schemas.openxmlformats.org/officeDocument/2006/relationships/hyperlink" Target="http://drive.google.com/file/d/1JFN_8N0uL_xYYjSsTTJxZGzN9HcOne2q/view" TargetMode="External"/><Relationship Id="rId5" Type="http://schemas.openxmlformats.org/officeDocument/2006/relationships/image" Target="../media/image3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comments" Target="../comments/commen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drive.google.com/file/d/1XQpunj9mtJznkUqLgursIR0m0As426L4/view" TargetMode="External"/><Relationship Id="rId4" Type="http://schemas.openxmlformats.org/officeDocument/2006/relationships/image" Target="../media/image2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comments" Target="../comments/comment5.xml"/><Relationship Id="rId4" Type="http://schemas.openxmlformats.org/officeDocument/2006/relationships/hyperlink" Target="http://drive.google.com/file/d/1VdvFiIGDiVfUJyc3wN05I5U59Zum3dEA/view" TargetMode="External"/><Relationship Id="rId5"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drive.google.com/file/d/1xe0XMZ4jOEjVndeL3L2e4b9sHTEMKvWD/view" TargetMode="External"/><Relationship Id="rId4" Type="http://schemas.openxmlformats.org/officeDocument/2006/relationships/image" Target="../media/image3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comments" Target="../comments/comment6.xml"/><Relationship Id="rId4" Type="http://schemas.openxmlformats.org/officeDocument/2006/relationships/hyperlink" Target="http://drive.google.com/file/d/1jAUA_VTpKvFxf1wENxM4SCx370eSMzSi/view" TargetMode="External"/><Relationship Id="rId5" Type="http://schemas.openxmlformats.org/officeDocument/2006/relationships/image" Target="../media/image3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p:nvPr/>
        </p:nvSpPr>
        <p:spPr>
          <a:xfrm>
            <a:off x="632175" y="3289200"/>
            <a:ext cx="2472300" cy="562800"/>
          </a:xfrm>
          <a:prstGeom prst="rect">
            <a:avLst/>
          </a:prstGeom>
          <a:solidFill>
            <a:srgbClr val="FEF5F4"/>
          </a:solidFill>
          <a:ln cap="flat" cmpd="sng" w="9525">
            <a:solidFill>
              <a:srgbClr val="FEF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5" name="Google Shape;125;p18"/>
          <p:cNvSpPr txBox="1"/>
          <p:nvPr/>
        </p:nvSpPr>
        <p:spPr>
          <a:xfrm>
            <a:off x="438225" y="1600625"/>
            <a:ext cx="4886400" cy="10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4400">
                <a:solidFill>
                  <a:schemeClr val="dk2"/>
                </a:solidFill>
                <a:latin typeface="Roboto"/>
                <a:ea typeface="Roboto"/>
                <a:cs typeface="Roboto"/>
                <a:sym typeface="Roboto"/>
              </a:rPr>
              <a:t>Scholarly </a:t>
            </a:r>
            <a:endParaRPr b="1" sz="4400">
              <a:solidFill>
                <a:schemeClr val="dk2"/>
              </a:solidFill>
              <a:latin typeface="Roboto"/>
              <a:ea typeface="Roboto"/>
              <a:cs typeface="Roboto"/>
              <a:sym typeface="Roboto"/>
            </a:endParaRPr>
          </a:p>
          <a:p>
            <a:pPr indent="0" lvl="0" marL="0" rtl="0" algn="l">
              <a:spcBef>
                <a:spcPts val="0"/>
              </a:spcBef>
              <a:spcAft>
                <a:spcPts val="0"/>
              </a:spcAft>
              <a:buNone/>
            </a:pPr>
            <a:r>
              <a:t/>
            </a:r>
            <a:endParaRPr b="1" sz="3100">
              <a:solidFill>
                <a:schemeClr val="dk2"/>
              </a:solidFill>
              <a:latin typeface="Roboto"/>
              <a:ea typeface="Roboto"/>
              <a:cs typeface="Roboto"/>
              <a:sym typeface="Roboto"/>
            </a:endParaRPr>
          </a:p>
        </p:txBody>
      </p:sp>
      <p:sp>
        <p:nvSpPr>
          <p:cNvPr id="126" name="Google Shape;126;p18"/>
          <p:cNvSpPr txBox="1"/>
          <p:nvPr/>
        </p:nvSpPr>
        <p:spPr>
          <a:xfrm>
            <a:off x="438225" y="3242700"/>
            <a:ext cx="1631400" cy="3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Spring 2026 </a:t>
            </a:r>
            <a:endParaRPr sz="1100">
              <a:solidFill>
                <a:schemeClr val="dk2"/>
              </a:solidFill>
              <a:latin typeface="Roboto"/>
              <a:ea typeface="Roboto"/>
              <a:cs typeface="Roboto"/>
              <a:sym typeface="Roboto"/>
            </a:endParaRPr>
          </a:p>
        </p:txBody>
      </p:sp>
      <p:sp>
        <p:nvSpPr>
          <p:cNvPr id="127" name="Google Shape;127;p18"/>
          <p:cNvSpPr txBox="1"/>
          <p:nvPr/>
        </p:nvSpPr>
        <p:spPr>
          <a:xfrm>
            <a:off x="438225" y="2276000"/>
            <a:ext cx="4125900" cy="56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000">
                <a:solidFill>
                  <a:schemeClr val="dk2"/>
                </a:solidFill>
                <a:latin typeface="Roboto"/>
                <a:ea typeface="Roboto"/>
                <a:cs typeface="Roboto"/>
                <a:sym typeface="Roboto"/>
              </a:rPr>
              <a:t>Final Presentation</a:t>
            </a:r>
            <a:endParaRPr b="1" sz="3000">
              <a:solidFill>
                <a:schemeClr val="dk2"/>
              </a:solidFill>
              <a:latin typeface="Roboto"/>
              <a:ea typeface="Roboto"/>
              <a:cs typeface="Roboto"/>
              <a:sym typeface="Roboto"/>
            </a:endParaRPr>
          </a:p>
          <a:p>
            <a:pPr indent="0" lvl="0" marL="0" rtl="0" algn="l">
              <a:spcBef>
                <a:spcPts val="0"/>
              </a:spcBef>
              <a:spcAft>
                <a:spcPts val="0"/>
              </a:spcAft>
              <a:buNone/>
            </a:pPr>
            <a:r>
              <a:t/>
            </a:r>
            <a:endParaRPr b="1" sz="3100">
              <a:solidFill>
                <a:schemeClr val="dk2"/>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9" title="Screenshot 2026-04-24 at 6.16.27 PM.png"/>
          <p:cNvPicPr preferRelativeResize="0"/>
          <p:nvPr/>
        </p:nvPicPr>
        <p:blipFill rotWithShape="1">
          <a:blip r:embed="rId3">
            <a:alphaModFix/>
          </a:blip>
          <a:srcRect b="8187" l="0" r="0" t="8187"/>
          <a:stretch/>
        </p:blipFill>
        <p:spPr>
          <a:xfrm>
            <a:off x="2977971" y="1147707"/>
            <a:ext cx="1214400" cy="1248900"/>
          </a:xfrm>
          <a:prstGeom prst="ellipse">
            <a:avLst/>
          </a:prstGeom>
          <a:noFill/>
          <a:ln cap="flat" cmpd="sng" w="32050">
            <a:solidFill>
              <a:schemeClr val="lt2"/>
            </a:solidFill>
            <a:prstDash val="solid"/>
            <a:round/>
            <a:headEnd len="sm" w="sm" type="none"/>
            <a:tailEnd len="sm" w="sm" type="none"/>
          </a:ln>
        </p:spPr>
      </p:pic>
      <p:pic>
        <p:nvPicPr>
          <p:cNvPr id="133" name="Google Shape;133;p19"/>
          <p:cNvPicPr preferRelativeResize="0"/>
          <p:nvPr/>
        </p:nvPicPr>
        <p:blipFill rotWithShape="1">
          <a:blip r:embed="rId4">
            <a:alphaModFix/>
          </a:blip>
          <a:srcRect b="39654" l="13786" r="0" t="0"/>
          <a:stretch/>
        </p:blipFill>
        <p:spPr>
          <a:xfrm>
            <a:off x="0" y="-253550"/>
            <a:ext cx="9144000" cy="1168025"/>
          </a:xfrm>
          <a:prstGeom prst="rect">
            <a:avLst/>
          </a:prstGeom>
          <a:noFill/>
          <a:ln>
            <a:noFill/>
          </a:ln>
        </p:spPr>
      </p:pic>
      <p:sp>
        <p:nvSpPr>
          <p:cNvPr id="134" name="Google Shape;134;p19"/>
          <p:cNvSpPr txBox="1"/>
          <p:nvPr>
            <p:ph type="title"/>
          </p:nvPr>
        </p:nvSpPr>
        <p:spPr>
          <a:xfrm>
            <a:off x="678225" y="218155"/>
            <a:ext cx="7717500" cy="541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sz="4600">
                <a:solidFill>
                  <a:srgbClr val="662380"/>
                </a:solidFill>
              </a:rPr>
              <a:t>Meet the Team</a:t>
            </a:r>
            <a:endParaRPr sz="4600">
              <a:solidFill>
                <a:srgbClr val="662380"/>
              </a:solidFill>
              <a:latin typeface="Poppins"/>
              <a:ea typeface="Poppins"/>
              <a:cs typeface="Poppins"/>
              <a:sym typeface="Poppins"/>
            </a:endParaRPr>
          </a:p>
        </p:txBody>
      </p:sp>
      <p:sp>
        <p:nvSpPr>
          <p:cNvPr id="135" name="Google Shape;135;p19"/>
          <p:cNvSpPr txBox="1"/>
          <p:nvPr/>
        </p:nvSpPr>
        <p:spPr>
          <a:xfrm>
            <a:off x="6695650" y="2425492"/>
            <a:ext cx="1487100" cy="310800"/>
          </a:xfrm>
          <a:prstGeom prst="rect">
            <a:avLst/>
          </a:prstGeom>
          <a:noFill/>
          <a:ln>
            <a:noFill/>
          </a:ln>
        </p:spPr>
        <p:txBody>
          <a:bodyPr anchorCtr="0" anchor="t" bIns="76900" lIns="76900" spcFirstLastPara="1" rIns="76900" wrap="square" tIns="76900">
            <a:spAutoFit/>
          </a:bodyPr>
          <a:lstStyle/>
          <a:p>
            <a:pPr indent="0" lvl="0" marL="0" rtl="0" algn="ctr">
              <a:spcBef>
                <a:spcPts val="0"/>
              </a:spcBef>
              <a:spcAft>
                <a:spcPts val="0"/>
              </a:spcAft>
              <a:buNone/>
            </a:pPr>
            <a:r>
              <a:rPr b="1" lang="en-GB" sz="1009">
                <a:solidFill>
                  <a:srgbClr val="434343"/>
                </a:solidFill>
                <a:latin typeface="Poppins"/>
                <a:ea typeface="Poppins"/>
                <a:cs typeface="Poppins"/>
                <a:sym typeface="Poppins"/>
              </a:rPr>
              <a:t>Anika Lippke</a:t>
            </a:r>
            <a:endParaRPr b="1" sz="1009">
              <a:solidFill>
                <a:srgbClr val="434343"/>
              </a:solidFill>
              <a:latin typeface="Poppins"/>
              <a:ea typeface="Poppins"/>
              <a:cs typeface="Poppins"/>
              <a:sym typeface="Poppins"/>
            </a:endParaRPr>
          </a:p>
        </p:txBody>
      </p:sp>
      <p:sp>
        <p:nvSpPr>
          <p:cNvPr id="136" name="Google Shape;136;p19"/>
          <p:cNvSpPr txBox="1"/>
          <p:nvPr/>
        </p:nvSpPr>
        <p:spPr>
          <a:xfrm>
            <a:off x="1986563" y="4172341"/>
            <a:ext cx="1487100" cy="310800"/>
          </a:xfrm>
          <a:prstGeom prst="rect">
            <a:avLst/>
          </a:prstGeom>
          <a:noFill/>
          <a:ln>
            <a:noFill/>
          </a:ln>
        </p:spPr>
        <p:txBody>
          <a:bodyPr anchorCtr="0" anchor="t" bIns="76900" lIns="76900" spcFirstLastPara="1" rIns="76900" wrap="square" tIns="76900">
            <a:spAutoFit/>
          </a:bodyPr>
          <a:lstStyle/>
          <a:p>
            <a:pPr indent="0" lvl="0" marL="0" rtl="0" algn="ctr">
              <a:spcBef>
                <a:spcPts val="0"/>
              </a:spcBef>
              <a:spcAft>
                <a:spcPts val="0"/>
              </a:spcAft>
              <a:buNone/>
            </a:pPr>
            <a:r>
              <a:rPr b="1" lang="en-GB" sz="1009">
                <a:solidFill>
                  <a:srgbClr val="434343"/>
                </a:solidFill>
                <a:latin typeface="Poppins"/>
                <a:ea typeface="Poppins"/>
                <a:cs typeface="Poppins"/>
                <a:sym typeface="Poppins"/>
              </a:rPr>
              <a:t>Catalin Wong</a:t>
            </a:r>
            <a:endParaRPr b="1" sz="1009">
              <a:solidFill>
                <a:srgbClr val="434343"/>
              </a:solidFill>
              <a:latin typeface="Poppins"/>
              <a:ea typeface="Poppins"/>
              <a:cs typeface="Poppins"/>
              <a:sym typeface="Poppins"/>
            </a:endParaRPr>
          </a:p>
        </p:txBody>
      </p:sp>
      <p:sp>
        <p:nvSpPr>
          <p:cNvPr id="137" name="Google Shape;137;p19"/>
          <p:cNvSpPr txBox="1"/>
          <p:nvPr/>
        </p:nvSpPr>
        <p:spPr>
          <a:xfrm>
            <a:off x="3866663" y="4172362"/>
            <a:ext cx="1487100" cy="310800"/>
          </a:xfrm>
          <a:prstGeom prst="rect">
            <a:avLst/>
          </a:prstGeom>
          <a:noFill/>
          <a:ln>
            <a:noFill/>
          </a:ln>
        </p:spPr>
        <p:txBody>
          <a:bodyPr anchorCtr="0" anchor="t" bIns="76900" lIns="76900" spcFirstLastPara="1" rIns="76900" wrap="square" tIns="76900">
            <a:spAutoFit/>
          </a:bodyPr>
          <a:lstStyle/>
          <a:p>
            <a:pPr indent="0" lvl="0" marL="0" rtl="0" algn="ctr">
              <a:spcBef>
                <a:spcPts val="0"/>
              </a:spcBef>
              <a:spcAft>
                <a:spcPts val="0"/>
              </a:spcAft>
              <a:buNone/>
            </a:pPr>
            <a:r>
              <a:rPr b="1" lang="en-GB" sz="1009">
                <a:solidFill>
                  <a:srgbClr val="434343"/>
                </a:solidFill>
                <a:latin typeface="Poppins"/>
                <a:ea typeface="Poppins"/>
                <a:cs typeface="Poppins"/>
                <a:sym typeface="Poppins"/>
              </a:rPr>
              <a:t>Zarin Rizvi</a:t>
            </a:r>
            <a:endParaRPr b="1" sz="1009">
              <a:solidFill>
                <a:srgbClr val="434343"/>
              </a:solidFill>
              <a:latin typeface="Poppins"/>
              <a:ea typeface="Poppins"/>
              <a:cs typeface="Poppins"/>
              <a:sym typeface="Poppins"/>
            </a:endParaRPr>
          </a:p>
        </p:txBody>
      </p:sp>
      <p:sp>
        <p:nvSpPr>
          <p:cNvPr id="138" name="Google Shape;138;p19"/>
          <p:cNvSpPr txBox="1"/>
          <p:nvPr/>
        </p:nvSpPr>
        <p:spPr>
          <a:xfrm>
            <a:off x="6023017" y="4182792"/>
            <a:ext cx="1122900" cy="310800"/>
          </a:xfrm>
          <a:prstGeom prst="rect">
            <a:avLst/>
          </a:prstGeom>
          <a:noFill/>
          <a:ln>
            <a:noFill/>
          </a:ln>
        </p:spPr>
        <p:txBody>
          <a:bodyPr anchorCtr="0" anchor="t" bIns="76900" lIns="76900" spcFirstLastPara="1" rIns="76900" wrap="square" tIns="76900">
            <a:spAutoFit/>
          </a:bodyPr>
          <a:lstStyle/>
          <a:p>
            <a:pPr indent="0" lvl="0" marL="0" rtl="0" algn="ctr">
              <a:spcBef>
                <a:spcPts val="0"/>
              </a:spcBef>
              <a:spcAft>
                <a:spcPts val="0"/>
              </a:spcAft>
              <a:buNone/>
            </a:pPr>
            <a:r>
              <a:rPr b="1" lang="en-GB" sz="1009">
                <a:solidFill>
                  <a:srgbClr val="434343"/>
                </a:solidFill>
                <a:latin typeface="Poppins"/>
                <a:ea typeface="Poppins"/>
                <a:cs typeface="Poppins"/>
                <a:sym typeface="Poppins"/>
              </a:rPr>
              <a:t>Aniya Jain</a:t>
            </a:r>
            <a:endParaRPr b="1" sz="1009">
              <a:solidFill>
                <a:srgbClr val="434343"/>
              </a:solidFill>
              <a:latin typeface="Poppins"/>
              <a:ea typeface="Poppins"/>
              <a:cs typeface="Poppins"/>
              <a:sym typeface="Poppins"/>
            </a:endParaRPr>
          </a:p>
        </p:txBody>
      </p:sp>
      <p:sp>
        <p:nvSpPr>
          <p:cNvPr id="139" name="Google Shape;139;p19"/>
          <p:cNvSpPr txBox="1"/>
          <p:nvPr/>
        </p:nvSpPr>
        <p:spPr>
          <a:xfrm>
            <a:off x="2841484" y="2447725"/>
            <a:ext cx="1487100" cy="310500"/>
          </a:xfrm>
          <a:prstGeom prst="rect">
            <a:avLst/>
          </a:prstGeom>
          <a:noFill/>
          <a:ln>
            <a:noFill/>
          </a:ln>
        </p:spPr>
        <p:txBody>
          <a:bodyPr anchorCtr="0" anchor="t" bIns="76875" lIns="76875" spcFirstLastPara="1" rIns="76875" wrap="square" tIns="76875">
            <a:spAutoFit/>
          </a:bodyPr>
          <a:lstStyle/>
          <a:p>
            <a:pPr indent="0" lvl="0" marL="0" rtl="0" algn="ctr">
              <a:spcBef>
                <a:spcPts val="0"/>
              </a:spcBef>
              <a:spcAft>
                <a:spcPts val="0"/>
              </a:spcAft>
              <a:buNone/>
            </a:pPr>
            <a:r>
              <a:rPr b="1" lang="en-GB" sz="1009">
                <a:solidFill>
                  <a:srgbClr val="434343"/>
                </a:solidFill>
                <a:latin typeface="Poppins"/>
                <a:ea typeface="Poppins"/>
                <a:cs typeface="Poppins"/>
                <a:sym typeface="Poppins"/>
              </a:rPr>
              <a:t>Jesse Najera</a:t>
            </a:r>
            <a:endParaRPr b="1" sz="1009">
              <a:solidFill>
                <a:srgbClr val="434343"/>
              </a:solidFill>
              <a:latin typeface="Poppins"/>
              <a:ea typeface="Poppins"/>
              <a:cs typeface="Poppins"/>
              <a:sym typeface="Poppins"/>
            </a:endParaRPr>
          </a:p>
        </p:txBody>
      </p:sp>
      <p:sp>
        <p:nvSpPr>
          <p:cNvPr id="140" name="Google Shape;140;p19"/>
          <p:cNvSpPr txBox="1"/>
          <p:nvPr/>
        </p:nvSpPr>
        <p:spPr>
          <a:xfrm>
            <a:off x="4721706" y="2447561"/>
            <a:ext cx="1487100" cy="310800"/>
          </a:xfrm>
          <a:prstGeom prst="rect">
            <a:avLst/>
          </a:prstGeom>
          <a:noFill/>
          <a:ln>
            <a:noFill/>
          </a:ln>
        </p:spPr>
        <p:txBody>
          <a:bodyPr anchorCtr="0" anchor="t" bIns="76900" lIns="76900" spcFirstLastPara="1" rIns="76900" wrap="square" tIns="76900">
            <a:spAutoFit/>
          </a:bodyPr>
          <a:lstStyle/>
          <a:p>
            <a:pPr indent="0" lvl="0" marL="0" rtl="0" algn="ctr">
              <a:spcBef>
                <a:spcPts val="0"/>
              </a:spcBef>
              <a:spcAft>
                <a:spcPts val="0"/>
              </a:spcAft>
              <a:buNone/>
            </a:pPr>
            <a:r>
              <a:rPr b="1" lang="en-GB" sz="1009">
                <a:solidFill>
                  <a:srgbClr val="434343"/>
                </a:solidFill>
                <a:latin typeface="Poppins"/>
                <a:ea typeface="Poppins"/>
                <a:cs typeface="Poppins"/>
                <a:sym typeface="Poppins"/>
              </a:rPr>
              <a:t>Isabella Delach</a:t>
            </a:r>
            <a:endParaRPr b="1" sz="1009">
              <a:solidFill>
                <a:srgbClr val="434343"/>
              </a:solidFill>
              <a:latin typeface="Poppins"/>
              <a:ea typeface="Poppins"/>
              <a:cs typeface="Poppins"/>
              <a:sym typeface="Poppins"/>
            </a:endParaRPr>
          </a:p>
        </p:txBody>
      </p:sp>
      <p:pic>
        <p:nvPicPr>
          <p:cNvPr id="141" name="Google Shape;141;p19" title="IMG_8537.JPG"/>
          <p:cNvPicPr preferRelativeResize="0"/>
          <p:nvPr/>
        </p:nvPicPr>
        <p:blipFill rotWithShape="1">
          <a:blip r:embed="rId5">
            <a:alphaModFix/>
          </a:blip>
          <a:srcRect b="25797" l="17108" r="6140" t="21599"/>
          <a:stretch/>
        </p:blipFill>
        <p:spPr>
          <a:xfrm>
            <a:off x="2122924" y="2906026"/>
            <a:ext cx="1214400" cy="1248900"/>
          </a:xfrm>
          <a:prstGeom prst="ellipse">
            <a:avLst/>
          </a:prstGeom>
          <a:noFill/>
          <a:ln cap="flat" cmpd="sng" w="32050">
            <a:solidFill>
              <a:schemeClr val="lt2"/>
            </a:solidFill>
            <a:prstDash val="solid"/>
            <a:round/>
            <a:headEnd len="sm" w="sm" type="none"/>
            <a:tailEnd len="sm" w="sm" type="none"/>
          </a:ln>
        </p:spPr>
      </p:pic>
      <p:pic>
        <p:nvPicPr>
          <p:cNvPr id="142" name="Google Shape;142;p19" title="DSC_0106 (1).JPG"/>
          <p:cNvPicPr preferRelativeResize="0"/>
          <p:nvPr/>
        </p:nvPicPr>
        <p:blipFill rotWithShape="1">
          <a:blip r:embed="rId6">
            <a:alphaModFix/>
          </a:blip>
          <a:srcRect b="10233" l="27502" r="14318" t="0"/>
          <a:stretch/>
        </p:blipFill>
        <p:spPr>
          <a:xfrm rot="-5400000">
            <a:off x="4858196" y="1147707"/>
            <a:ext cx="1214400" cy="1248900"/>
          </a:xfrm>
          <a:prstGeom prst="ellipse">
            <a:avLst/>
          </a:prstGeom>
          <a:noFill/>
          <a:ln cap="flat" cmpd="sng" w="32050">
            <a:solidFill>
              <a:schemeClr val="lt2"/>
            </a:solidFill>
            <a:prstDash val="solid"/>
            <a:round/>
            <a:headEnd len="sm" w="sm" type="none"/>
            <a:tailEnd len="sm" w="sm" type="none"/>
          </a:ln>
        </p:spPr>
      </p:pic>
      <p:pic>
        <p:nvPicPr>
          <p:cNvPr id="143" name="Google Shape;143;p19" title="IMG_7693.jpg"/>
          <p:cNvPicPr preferRelativeResize="0"/>
          <p:nvPr/>
        </p:nvPicPr>
        <p:blipFill rotWithShape="1">
          <a:blip r:embed="rId7">
            <a:alphaModFix/>
          </a:blip>
          <a:srcRect b="19394" l="9170" r="9170" t="11464"/>
          <a:stretch/>
        </p:blipFill>
        <p:spPr>
          <a:xfrm>
            <a:off x="4003159" y="2884393"/>
            <a:ext cx="1214400" cy="1277700"/>
          </a:xfrm>
          <a:prstGeom prst="ellipse">
            <a:avLst/>
          </a:prstGeom>
          <a:noFill/>
          <a:ln cap="flat" cmpd="sng" w="32050">
            <a:solidFill>
              <a:schemeClr val="lt2"/>
            </a:solidFill>
            <a:prstDash val="solid"/>
            <a:round/>
            <a:headEnd len="sm" w="sm" type="none"/>
            <a:tailEnd len="sm" w="sm" type="none"/>
          </a:ln>
        </p:spPr>
      </p:pic>
      <p:pic>
        <p:nvPicPr>
          <p:cNvPr id="144" name="Google Shape;144;p19" title="Screenshot 2026-03-09 at 10.54.54 PM.png"/>
          <p:cNvPicPr preferRelativeResize="0"/>
          <p:nvPr/>
        </p:nvPicPr>
        <p:blipFill rotWithShape="1">
          <a:blip r:embed="rId8">
            <a:alphaModFix/>
          </a:blip>
          <a:srcRect b="0" l="5721" r="5721" t="0"/>
          <a:stretch/>
        </p:blipFill>
        <p:spPr>
          <a:xfrm>
            <a:off x="1097747" y="1133303"/>
            <a:ext cx="1214400" cy="1277700"/>
          </a:xfrm>
          <a:prstGeom prst="ellipse">
            <a:avLst/>
          </a:prstGeom>
          <a:noFill/>
          <a:ln cap="flat" cmpd="sng" w="32050">
            <a:solidFill>
              <a:schemeClr val="lt2"/>
            </a:solidFill>
            <a:prstDash val="solid"/>
            <a:round/>
            <a:headEnd len="sm" w="sm" type="none"/>
            <a:tailEnd len="sm" w="sm" type="none"/>
          </a:ln>
        </p:spPr>
      </p:pic>
      <p:sp>
        <p:nvSpPr>
          <p:cNvPr id="145" name="Google Shape;145;p19"/>
          <p:cNvSpPr txBox="1"/>
          <p:nvPr/>
        </p:nvSpPr>
        <p:spPr>
          <a:xfrm>
            <a:off x="961259" y="2447713"/>
            <a:ext cx="1487100" cy="310500"/>
          </a:xfrm>
          <a:prstGeom prst="rect">
            <a:avLst/>
          </a:prstGeom>
          <a:noFill/>
          <a:ln>
            <a:noFill/>
          </a:ln>
        </p:spPr>
        <p:txBody>
          <a:bodyPr anchorCtr="0" anchor="t" bIns="76875" lIns="76875" spcFirstLastPara="1" rIns="76875" wrap="square" tIns="76875">
            <a:spAutoFit/>
          </a:bodyPr>
          <a:lstStyle/>
          <a:p>
            <a:pPr indent="0" lvl="0" marL="0" rtl="0" algn="ctr">
              <a:spcBef>
                <a:spcPts val="0"/>
              </a:spcBef>
              <a:spcAft>
                <a:spcPts val="0"/>
              </a:spcAft>
              <a:buNone/>
            </a:pPr>
            <a:r>
              <a:rPr b="1" lang="en-GB" sz="1009">
                <a:solidFill>
                  <a:srgbClr val="434343"/>
                </a:solidFill>
                <a:latin typeface="Poppins"/>
                <a:ea typeface="Poppins"/>
                <a:cs typeface="Poppins"/>
                <a:sym typeface="Poppins"/>
              </a:rPr>
              <a:t>Ella Hong </a:t>
            </a:r>
            <a:endParaRPr b="1" sz="1009">
              <a:solidFill>
                <a:srgbClr val="434343"/>
              </a:solidFill>
              <a:latin typeface="Poppins"/>
              <a:ea typeface="Poppins"/>
              <a:cs typeface="Poppins"/>
              <a:sym typeface="Poppins"/>
            </a:endParaRPr>
          </a:p>
        </p:txBody>
      </p:sp>
      <p:pic>
        <p:nvPicPr>
          <p:cNvPr id="146" name="Google Shape;146;p19" title="smiley-one.JPG"/>
          <p:cNvPicPr preferRelativeResize="0"/>
          <p:nvPr/>
        </p:nvPicPr>
        <p:blipFill rotWithShape="1">
          <a:blip r:embed="rId9">
            <a:alphaModFix/>
          </a:blip>
          <a:srcRect b="16428" l="22984" r="30585" t="14108"/>
          <a:stretch/>
        </p:blipFill>
        <p:spPr>
          <a:xfrm>
            <a:off x="2977975" y="1156400"/>
            <a:ext cx="1214400" cy="1231500"/>
          </a:xfrm>
          <a:prstGeom prst="ellipse">
            <a:avLst/>
          </a:prstGeom>
          <a:noFill/>
          <a:ln>
            <a:noFill/>
          </a:ln>
        </p:spPr>
      </p:pic>
      <p:pic>
        <p:nvPicPr>
          <p:cNvPr id="147" name="Google Shape;147;p19" title="P1054958.JPEG"/>
          <p:cNvPicPr preferRelativeResize="0"/>
          <p:nvPr/>
        </p:nvPicPr>
        <p:blipFill rotWithShape="1">
          <a:blip r:embed="rId10">
            <a:alphaModFix/>
          </a:blip>
          <a:srcRect b="15724" l="0" r="0" t="15731"/>
          <a:stretch/>
        </p:blipFill>
        <p:spPr>
          <a:xfrm>
            <a:off x="6738421" y="1152419"/>
            <a:ext cx="1214400" cy="1248900"/>
          </a:xfrm>
          <a:prstGeom prst="ellipse">
            <a:avLst/>
          </a:prstGeom>
          <a:noFill/>
          <a:ln cap="flat" cmpd="sng" w="32050">
            <a:solidFill>
              <a:schemeClr val="lt2"/>
            </a:solidFill>
            <a:prstDash val="solid"/>
            <a:round/>
            <a:headEnd len="sm" w="sm" type="none"/>
            <a:tailEnd len="sm" w="sm" type="none"/>
          </a:ln>
        </p:spPr>
      </p:pic>
      <p:pic>
        <p:nvPicPr>
          <p:cNvPr id="148" name="Google Shape;148;p19" title="IMG_9422.JPG"/>
          <p:cNvPicPr preferRelativeResize="0"/>
          <p:nvPr/>
        </p:nvPicPr>
        <p:blipFill rotWithShape="1">
          <a:blip r:embed="rId11">
            <a:alphaModFix/>
          </a:blip>
          <a:srcRect b="12005" l="21933" r="31706" t="19319"/>
          <a:stretch/>
        </p:blipFill>
        <p:spPr>
          <a:xfrm>
            <a:off x="5969600" y="2891625"/>
            <a:ext cx="1293900" cy="1277700"/>
          </a:xfrm>
          <a:prstGeom prst="ellipse">
            <a:avLst/>
          </a:prstGeom>
          <a:noFill/>
          <a:ln cap="flat" cmpd="sng" w="32050">
            <a:solidFill>
              <a:schemeClr val="lt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0"/>
          <p:cNvPicPr preferRelativeResize="0"/>
          <p:nvPr/>
        </p:nvPicPr>
        <p:blipFill rotWithShape="1">
          <a:blip r:embed="rId3">
            <a:alphaModFix/>
          </a:blip>
          <a:srcRect b="39654" l="13786" r="0" t="0"/>
          <a:stretch/>
        </p:blipFill>
        <p:spPr>
          <a:xfrm>
            <a:off x="0" y="-253550"/>
            <a:ext cx="9144000" cy="1168025"/>
          </a:xfrm>
          <a:prstGeom prst="rect">
            <a:avLst/>
          </a:prstGeom>
          <a:noFill/>
          <a:ln>
            <a:noFill/>
          </a:ln>
        </p:spPr>
      </p:pic>
      <p:sp>
        <p:nvSpPr>
          <p:cNvPr id="154" name="Google Shape;154;p20"/>
          <p:cNvSpPr txBox="1"/>
          <p:nvPr>
            <p:ph type="title"/>
          </p:nvPr>
        </p:nvSpPr>
        <p:spPr>
          <a:xfrm>
            <a:off x="678225" y="218155"/>
            <a:ext cx="7717500" cy="541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sz="4600">
                <a:solidFill>
                  <a:srgbClr val="662380"/>
                </a:solidFill>
              </a:rPr>
              <a:t>Agenda</a:t>
            </a:r>
            <a:endParaRPr sz="4600">
              <a:solidFill>
                <a:srgbClr val="662380"/>
              </a:solidFill>
              <a:latin typeface="Poppins"/>
              <a:ea typeface="Poppins"/>
              <a:cs typeface="Poppins"/>
              <a:sym typeface="Poppins"/>
            </a:endParaRPr>
          </a:p>
        </p:txBody>
      </p:sp>
      <p:sp>
        <p:nvSpPr>
          <p:cNvPr id="155" name="Google Shape;155;p20"/>
          <p:cNvSpPr txBox="1"/>
          <p:nvPr/>
        </p:nvSpPr>
        <p:spPr>
          <a:xfrm>
            <a:off x="678225" y="1407125"/>
            <a:ext cx="8510700" cy="2624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GB" sz="2700">
                <a:solidFill>
                  <a:schemeClr val="accent1"/>
                </a:solidFill>
                <a:latin typeface="Poppins"/>
                <a:ea typeface="Poppins"/>
                <a:cs typeface="Poppins"/>
                <a:sym typeface="Poppins"/>
              </a:rPr>
              <a:t>01</a:t>
            </a:r>
            <a:r>
              <a:rPr b="1" lang="en-GB" sz="2700">
                <a:solidFill>
                  <a:schemeClr val="dk1"/>
                </a:solidFill>
                <a:latin typeface="Poppins"/>
                <a:ea typeface="Poppins"/>
                <a:cs typeface="Poppins"/>
                <a:sym typeface="Poppins"/>
              </a:rPr>
              <a:t>    </a:t>
            </a:r>
            <a:r>
              <a:rPr lang="en-GB" sz="2700">
                <a:solidFill>
                  <a:schemeClr val="dk1"/>
                </a:solidFill>
                <a:latin typeface="Poppins"/>
                <a:ea typeface="Poppins"/>
                <a:cs typeface="Poppins"/>
                <a:sym typeface="Poppins"/>
              </a:rPr>
              <a:t>Overview</a:t>
            </a:r>
            <a:endParaRPr sz="27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b="1" lang="en-GB" sz="2700">
                <a:solidFill>
                  <a:schemeClr val="accent1"/>
                </a:solidFill>
                <a:latin typeface="Poppins"/>
                <a:ea typeface="Poppins"/>
                <a:cs typeface="Poppins"/>
                <a:sym typeface="Poppins"/>
              </a:rPr>
              <a:t>02</a:t>
            </a:r>
            <a:r>
              <a:rPr lang="en-GB" sz="2700">
                <a:solidFill>
                  <a:schemeClr val="dk1"/>
                </a:solidFill>
                <a:latin typeface="Poppins"/>
                <a:ea typeface="Poppins"/>
                <a:cs typeface="Poppins"/>
                <a:sym typeface="Poppins"/>
              </a:rPr>
              <a:t>   Admin Dashboard - Pain Points &amp; Solution </a:t>
            </a:r>
            <a:endParaRPr sz="27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b="1" lang="en-GB" sz="2700">
                <a:solidFill>
                  <a:schemeClr val="accent1"/>
                </a:solidFill>
                <a:latin typeface="Poppins"/>
                <a:ea typeface="Poppins"/>
                <a:cs typeface="Poppins"/>
                <a:sym typeface="Poppins"/>
              </a:rPr>
              <a:t>03</a:t>
            </a:r>
            <a:r>
              <a:rPr lang="en-GB" sz="2700">
                <a:solidFill>
                  <a:schemeClr val="accent1"/>
                </a:solidFill>
                <a:latin typeface="Poppins"/>
                <a:ea typeface="Poppins"/>
                <a:cs typeface="Poppins"/>
                <a:sym typeface="Poppins"/>
              </a:rPr>
              <a:t>   </a:t>
            </a:r>
            <a:r>
              <a:rPr lang="en-GB" sz="2700">
                <a:solidFill>
                  <a:schemeClr val="dk1"/>
                </a:solidFill>
                <a:latin typeface="Poppins"/>
                <a:ea typeface="Poppins"/>
                <a:cs typeface="Poppins"/>
                <a:sym typeface="Poppins"/>
              </a:rPr>
              <a:t>Parent Dashboard - Pain Points &amp; Solution </a:t>
            </a:r>
            <a:endParaRPr sz="27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b="1" lang="en-GB" sz="2700">
                <a:solidFill>
                  <a:schemeClr val="accent1"/>
                </a:solidFill>
                <a:latin typeface="Poppins"/>
                <a:ea typeface="Poppins"/>
                <a:cs typeface="Poppins"/>
                <a:sym typeface="Poppins"/>
              </a:rPr>
              <a:t>04</a:t>
            </a:r>
            <a:r>
              <a:rPr lang="en-GB" sz="2700">
                <a:solidFill>
                  <a:schemeClr val="dk1"/>
                </a:solidFill>
                <a:latin typeface="Poppins"/>
                <a:ea typeface="Poppins"/>
                <a:cs typeface="Poppins"/>
                <a:sym typeface="Poppins"/>
              </a:rPr>
              <a:t>   Bringing It Together</a:t>
            </a:r>
            <a:endParaRPr sz="2700">
              <a:solidFill>
                <a:schemeClr val="dk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type="title"/>
          </p:nvPr>
        </p:nvSpPr>
        <p:spPr>
          <a:xfrm>
            <a:off x="629875" y="3042700"/>
            <a:ext cx="70032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Overview</a:t>
            </a:r>
            <a:endParaRPr/>
          </a:p>
        </p:txBody>
      </p:sp>
      <p:sp>
        <p:nvSpPr>
          <p:cNvPr id="161" name="Google Shape;161;p21"/>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of Client, The Ask, Project Scope </a:t>
            </a:r>
            <a:endParaRPr/>
          </a:p>
        </p:txBody>
      </p:sp>
      <p:sp>
        <p:nvSpPr>
          <p:cNvPr id="162" name="Google Shape;162;p21"/>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Introduction</a:t>
            </a:r>
            <a:r>
              <a:rPr lang="en-GB">
                <a:solidFill>
                  <a:schemeClr val="dk2"/>
                </a:solidFill>
              </a:rPr>
              <a:t> of Scholarly</a:t>
            </a:r>
            <a:endParaRPr/>
          </a:p>
        </p:txBody>
      </p:sp>
      <p:pic>
        <p:nvPicPr>
          <p:cNvPr id="168" name="Google Shape;168;p22" title="Screenshot_2026-04-25_at_2.53.30_PM-removebg-preview.png"/>
          <p:cNvPicPr preferRelativeResize="0"/>
          <p:nvPr/>
        </p:nvPicPr>
        <p:blipFill>
          <a:blip r:embed="rId4">
            <a:alphaModFix/>
          </a:blip>
          <a:stretch>
            <a:fillRect/>
          </a:stretch>
        </p:blipFill>
        <p:spPr>
          <a:xfrm>
            <a:off x="4453575" y="1548450"/>
            <a:ext cx="3209300" cy="3052600"/>
          </a:xfrm>
          <a:prstGeom prst="rect">
            <a:avLst/>
          </a:prstGeom>
          <a:noFill/>
          <a:ln>
            <a:noFill/>
          </a:ln>
        </p:spPr>
      </p:pic>
      <p:pic>
        <p:nvPicPr>
          <p:cNvPr id="169" name="Google Shape;169;p22" title="Screenshot_2026-04-25_at_2.54.33_PM-removebg-preview.png"/>
          <p:cNvPicPr preferRelativeResize="0"/>
          <p:nvPr/>
        </p:nvPicPr>
        <p:blipFill>
          <a:blip r:embed="rId5">
            <a:alphaModFix/>
          </a:blip>
          <a:stretch>
            <a:fillRect/>
          </a:stretch>
        </p:blipFill>
        <p:spPr>
          <a:xfrm>
            <a:off x="6691325" y="169400"/>
            <a:ext cx="1719450" cy="1705375"/>
          </a:xfrm>
          <a:prstGeom prst="rect">
            <a:avLst/>
          </a:prstGeom>
          <a:noFill/>
          <a:ln>
            <a:noFill/>
          </a:ln>
        </p:spPr>
      </p:pic>
      <p:pic>
        <p:nvPicPr>
          <p:cNvPr id="170" name="Google Shape;170;p22" title="Screenshot_2026-04-25_at_2.54.33_PM-removebg-preview.png"/>
          <p:cNvPicPr preferRelativeResize="0"/>
          <p:nvPr/>
        </p:nvPicPr>
        <p:blipFill>
          <a:blip r:embed="rId5">
            <a:alphaModFix/>
          </a:blip>
          <a:stretch>
            <a:fillRect/>
          </a:stretch>
        </p:blipFill>
        <p:spPr>
          <a:xfrm>
            <a:off x="7442738" y="1693750"/>
            <a:ext cx="1451726" cy="1439825"/>
          </a:xfrm>
          <a:prstGeom prst="rect">
            <a:avLst/>
          </a:prstGeom>
          <a:noFill/>
          <a:ln>
            <a:noFill/>
          </a:ln>
        </p:spPr>
      </p:pic>
      <p:pic>
        <p:nvPicPr>
          <p:cNvPr id="171" name="Google Shape;171;p22" title="Screenshot_2026-04-25_at_2.54.33_PM-removebg-preview.png"/>
          <p:cNvPicPr preferRelativeResize="0"/>
          <p:nvPr/>
        </p:nvPicPr>
        <p:blipFill>
          <a:blip r:embed="rId5">
            <a:alphaModFix/>
          </a:blip>
          <a:stretch>
            <a:fillRect/>
          </a:stretch>
        </p:blipFill>
        <p:spPr>
          <a:xfrm>
            <a:off x="7590125" y="3297525"/>
            <a:ext cx="1156950" cy="1147474"/>
          </a:xfrm>
          <a:prstGeom prst="rect">
            <a:avLst/>
          </a:prstGeom>
          <a:noFill/>
          <a:ln>
            <a:noFill/>
          </a:ln>
        </p:spPr>
      </p:pic>
      <p:sp>
        <p:nvSpPr>
          <p:cNvPr id="172" name="Google Shape;172;p22"/>
          <p:cNvSpPr txBox="1"/>
          <p:nvPr/>
        </p:nvSpPr>
        <p:spPr>
          <a:xfrm>
            <a:off x="571475" y="1308900"/>
            <a:ext cx="4542600" cy="252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500">
                <a:solidFill>
                  <a:schemeClr val="dk1"/>
                </a:solidFill>
                <a:latin typeface="Poppins"/>
                <a:ea typeface="Poppins"/>
                <a:cs typeface="Poppins"/>
                <a:sym typeface="Poppins"/>
              </a:rPr>
              <a:t>Gamified platform designed to help guide high school students in the college application process</a:t>
            </a:r>
            <a:endParaRPr sz="15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solidFill>
                <a:schemeClr val="dk1"/>
              </a:solidFill>
              <a:latin typeface="Poppins"/>
              <a:ea typeface="Poppins"/>
              <a:cs typeface="Poppins"/>
              <a:sym typeface="Poppins"/>
            </a:endParaRPr>
          </a:p>
          <a:p>
            <a:pPr indent="-323850" lvl="0" marL="457200" rtl="0" algn="l">
              <a:lnSpc>
                <a:spcPct val="115000"/>
              </a:lnSpc>
              <a:spcBef>
                <a:spcPts val="0"/>
              </a:spcBef>
              <a:spcAft>
                <a:spcPts val="0"/>
              </a:spcAft>
              <a:buClr>
                <a:schemeClr val="dk1"/>
              </a:buClr>
              <a:buSzPts val="1500"/>
              <a:buFont typeface="Poppins"/>
              <a:buChar char="●"/>
            </a:pPr>
            <a:r>
              <a:rPr lang="en-GB" sz="1500">
                <a:solidFill>
                  <a:schemeClr val="dk1"/>
                </a:solidFill>
                <a:latin typeface="Poppins"/>
                <a:ea typeface="Poppins"/>
                <a:cs typeface="Poppins"/>
                <a:sym typeface="Poppins"/>
              </a:rPr>
              <a:t>Personality test to match students with colleges </a:t>
            </a:r>
            <a:endParaRPr sz="1500">
              <a:solidFill>
                <a:schemeClr val="dk1"/>
              </a:solidFill>
              <a:latin typeface="Poppins"/>
              <a:ea typeface="Poppins"/>
              <a:cs typeface="Poppins"/>
              <a:sym typeface="Poppins"/>
            </a:endParaRPr>
          </a:p>
          <a:p>
            <a:pPr indent="-323850" lvl="0" marL="457200" rtl="0" algn="l">
              <a:lnSpc>
                <a:spcPct val="115000"/>
              </a:lnSpc>
              <a:spcBef>
                <a:spcPts val="0"/>
              </a:spcBef>
              <a:spcAft>
                <a:spcPts val="0"/>
              </a:spcAft>
              <a:buClr>
                <a:schemeClr val="dk1"/>
              </a:buClr>
              <a:buSzPts val="1500"/>
              <a:buFont typeface="Poppins"/>
              <a:buChar char="●"/>
            </a:pPr>
            <a:r>
              <a:rPr lang="en-GB" sz="1500">
                <a:solidFill>
                  <a:schemeClr val="dk1"/>
                </a:solidFill>
                <a:latin typeface="Poppins"/>
                <a:ea typeface="Poppins"/>
                <a:cs typeface="Poppins"/>
                <a:sym typeface="Poppins"/>
              </a:rPr>
              <a:t>Case studies from college students </a:t>
            </a:r>
            <a:endParaRPr sz="1500">
              <a:solidFill>
                <a:schemeClr val="dk1"/>
              </a:solidFill>
              <a:latin typeface="Poppins"/>
              <a:ea typeface="Poppins"/>
              <a:cs typeface="Poppins"/>
              <a:sym typeface="Poppins"/>
            </a:endParaRPr>
          </a:p>
          <a:p>
            <a:pPr indent="-323850" lvl="0" marL="457200" rtl="0" algn="l">
              <a:lnSpc>
                <a:spcPct val="115000"/>
              </a:lnSpc>
              <a:spcBef>
                <a:spcPts val="0"/>
              </a:spcBef>
              <a:spcAft>
                <a:spcPts val="0"/>
              </a:spcAft>
              <a:buClr>
                <a:schemeClr val="dk1"/>
              </a:buClr>
              <a:buSzPts val="1500"/>
              <a:buFont typeface="Poppins"/>
              <a:buChar char="●"/>
            </a:pPr>
            <a:r>
              <a:rPr lang="en-GB" sz="1500">
                <a:solidFill>
                  <a:schemeClr val="dk1"/>
                </a:solidFill>
                <a:latin typeface="Poppins"/>
                <a:ea typeface="Poppins"/>
                <a:cs typeface="Poppins"/>
                <a:sym typeface="Poppins"/>
              </a:rPr>
              <a:t>Messaging feature </a:t>
            </a:r>
            <a:endParaRPr sz="1500">
              <a:solidFill>
                <a:schemeClr val="dk1"/>
              </a:solidFill>
              <a:latin typeface="Poppins"/>
              <a:ea typeface="Poppins"/>
              <a:cs typeface="Poppins"/>
              <a:sym typeface="Poppins"/>
            </a:endParaRPr>
          </a:p>
          <a:p>
            <a:pPr indent="-323850" lvl="0" marL="457200" rtl="0" algn="l">
              <a:lnSpc>
                <a:spcPct val="115000"/>
              </a:lnSpc>
              <a:spcBef>
                <a:spcPts val="0"/>
              </a:spcBef>
              <a:spcAft>
                <a:spcPts val="0"/>
              </a:spcAft>
              <a:buClr>
                <a:schemeClr val="dk1"/>
              </a:buClr>
              <a:buSzPts val="1500"/>
              <a:buFont typeface="Poppins"/>
              <a:buChar char="+"/>
            </a:pPr>
            <a:r>
              <a:rPr lang="en-GB" sz="1500">
                <a:solidFill>
                  <a:schemeClr val="dk1"/>
                </a:solidFill>
                <a:latin typeface="Poppins"/>
                <a:ea typeface="Poppins"/>
                <a:cs typeface="Poppins"/>
                <a:sym typeface="Poppins"/>
              </a:rPr>
              <a:t>More </a:t>
            </a:r>
            <a:endParaRPr sz="11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The Ask</a:t>
            </a:r>
            <a:endParaRPr/>
          </a:p>
        </p:txBody>
      </p:sp>
      <p:sp>
        <p:nvSpPr>
          <p:cNvPr id="178" name="Google Shape;178;p23"/>
          <p:cNvSpPr/>
          <p:nvPr/>
        </p:nvSpPr>
        <p:spPr>
          <a:xfrm>
            <a:off x="945045" y="1404677"/>
            <a:ext cx="7251600" cy="660000"/>
          </a:xfrm>
          <a:prstGeom prst="roundRect">
            <a:avLst>
              <a:gd fmla="val 16667" name="adj"/>
            </a:avLst>
          </a:prstGeom>
          <a:solidFill>
            <a:srgbClr val="9D8BCA"/>
          </a:solidFill>
          <a:ln cap="flat" cmpd="sng" w="7925">
            <a:solidFill>
              <a:srgbClr val="9D8BCA"/>
            </a:solidFill>
            <a:prstDash val="solid"/>
            <a:round/>
            <a:headEnd len="sm" w="sm" type="none"/>
            <a:tailEnd len="sm" w="sm" type="none"/>
          </a:ln>
        </p:spPr>
        <p:txBody>
          <a:bodyPr anchorCtr="0" anchor="ctr" bIns="76150" lIns="76150" spcFirstLastPara="1" rIns="76150" wrap="square" tIns="76150">
            <a:noAutofit/>
          </a:bodyPr>
          <a:lstStyle/>
          <a:p>
            <a:pPr indent="0" lvl="0" marL="380783" rtl="0" algn="ctr">
              <a:spcBef>
                <a:spcPts val="0"/>
              </a:spcBef>
              <a:spcAft>
                <a:spcPts val="0"/>
              </a:spcAft>
              <a:buNone/>
            </a:pPr>
            <a:r>
              <a:rPr b="1" lang="en-GB" sz="2332">
                <a:solidFill>
                  <a:srgbClr val="FFFFFF"/>
                </a:solidFill>
                <a:latin typeface="Poppins"/>
                <a:ea typeface="Poppins"/>
                <a:cs typeface="Poppins"/>
                <a:sym typeface="Poppins"/>
              </a:rPr>
              <a:t>Discovery &amp; Requirements Brief</a:t>
            </a:r>
            <a:endParaRPr b="1" sz="2332">
              <a:solidFill>
                <a:srgbClr val="FFFFFF"/>
              </a:solidFill>
              <a:latin typeface="Poppins"/>
              <a:ea typeface="Poppins"/>
              <a:cs typeface="Poppins"/>
              <a:sym typeface="Poppins"/>
            </a:endParaRPr>
          </a:p>
        </p:txBody>
      </p:sp>
      <p:sp>
        <p:nvSpPr>
          <p:cNvPr id="179" name="Google Shape;179;p23"/>
          <p:cNvSpPr/>
          <p:nvPr/>
        </p:nvSpPr>
        <p:spPr>
          <a:xfrm>
            <a:off x="945045" y="2361341"/>
            <a:ext cx="7251600" cy="660000"/>
          </a:xfrm>
          <a:prstGeom prst="roundRect">
            <a:avLst>
              <a:gd fmla="val 16667" name="adj"/>
            </a:avLst>
          </a:prstGeom>
          <a:solidFill>
            <a:srgbClr val="7B2A8D"/>
          </a:solidFill>
          <a:ln cap="flat" cmpd="sng" w="7925">
            <a:solidFill>
              <a:srgbClr val="9D8BCA"/>
            </a:solidFill>
            <a:prstDash val="solid"/>
            <a:round/>
            <a:headEnd len="sm" w="sm" type="none"/>
            <a:tailEnd len="sm" w="sm" type="none"/>
          </a:ln>
        </p:spPr>
        <p:txBody>
          <a:bodyPr anchorCtr="0" anchor="ctr" bIns="76150" lIns="76150" spcFirstLastPara="1" rIns="76150" wrap="square" tIns="76150">
            <a:noAutofit/>
          </a:bodyPr>
          <a:lstStyle/>
          <a:p>
            <a:pPr indent="0" lvl="0" marL="380783" rtl="0" algn="ctr">
              <a:spcBef>
                <a:spcPts val="0"/>
              </a:spcBef>
              <a:spcAft>
                <a:spcPts val="0"/>
              </a:spcAft>
              <a:buNone/>
            </a:pPr>
            <a:r>
              <a:rPr b="1" lang="en-GB" sz="2332">
                <a:solidFill>
                  <a:srgbClr val="FFFFFF"/>
                </a:solidFill>
                <a:latin typeface="Poppins"/>
                <a:ea typeface="Poppins"/>
                <a:cs typeface="Poppins"/>
                <a:sym typeface="Poppins"/>
              </a:rPr>
              <a:t>High-Fidelity Figma Design</a:t>
            </a:r>
            <a:endParaRPr b="1" sz="2332">
              <a:solidFill>
                <a:srgbClr val="FFFFFF"/>
              </a:solidFill>
              <a:latin typeface="Poppins"/>
              <a:ea typeface="Poppins"/>
              <a:cs typeface="Poppins"/>
              <a:sym typeface="Poppins"/>
            </a:endParaRPr>
          </a:p>
        </p:txBody>
      </p:sp>
      <p:sp>
        <p:nvSpPr>
          <p:cNvPr id="180" name="Google Shape;180;p23"/>
          <p:cNvSpPr/>
          <p:nvPr/>
        </p:nvSpPr>
        <p:spPr>
          <a:xfrm>
            <a:off x="918810" y="3353402"/>
            <a:ext cx="7251600" cy="660000"/>
          </a:xfrm>
          <a:prstGeom prst="roundRect">
            <a:avLst>
              <a:gd fmla="val 16667" name="adj"/>
            </a:avLst>
          </a:prstGeom>
          <a:solidFill>
            <a:srgbClr val="662380"/>
          </a:solidFill>
          <a:ln cap="flat" cmpd="sng" w="7925">
            <a:solidFill>
              <a:srgbClr val="9D8BCA"/>
            </a:solidFill>
            <a:prstDash val="solid"/>
            <a:round/>
            <a:headEnd len="sm" w="sm" type="none"/>
            <a:tailEnd len="sm" w="sm" type="none"/>
          </a:ln>
        </p:spPr>
        <p:txBody>
          <a:bodyPr anchorCtr="0" anchor="ctr" bIns="76150" lIns="76150" spcFirstLastPara="1" rIns="76150" wrap="square" tIns="76150">
            <a:noAutofit/>
          </a:bodyPr>
          <a:lstStyle/>
          <a:p>
            <a:pPr indent="0" lvl="0" marL="380783" rtl="0" algn="ctr">
              <a:spcBef>
                <a:spcPts val="0"/>
              </a:spcBef>
              <a:spcAft>
                <a:spcPts val="0"/>
              </a:spcAft>
              <a:buNone/>
            </a:pPr>
            <a:r>
              <a:rPr b="1" lang="en-GB" sz="2332">
                <a:solidFill>
                  <a:srgbClr val="FFFFFF"/>
                </a:solidFill>
                <a:latin typeface="Poppins"/>
                <a:ea typeface="Poppins"/>
                <a:cs typeface="Poppins"/>
                <a:sym typeface="Poppins"/>
              </a:rPr>
              <a:t>Core Flows for Admin + Parent</a:t>
            </a:r>
            <a:endParaRPr b="1" sz="2332">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Project Scope </a:t>
            </a:r>
            <a:endParaRPr/>
          </a:p>
        </p:txBody>
      </p:sp>
      <p:grpSp>
        <p:nvGrpSpPr>
          <p:cNvPr id="186" name="Google Shape;186;p24"/>
          <p:cNvGrpSpPr/>
          <p:nvPr/>
        </p:nvGrpSpPr>
        <p:grpSpPr>
          <a:xfrm>
            <a:off x="500088" y="1363979"/>
            <a:ext cx="2068657" cy="1923332"/>
            <a:chOff x="0" y="-57150"/>
            <a:chExt cx="812800" cy="755700"/>
          </a:xfrm>
        </p:grpSpPr>
        <p:sp>
          <p:nvSpPr>
            <p:cNvPr id="187" name="Google Shape;187;p24"/>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noFill/>
            <a:ln cap="sq" cmpd="sng" w="76200">
              <a:solidFill>
                <a:srgbClr val="57176D"/>
              </a:solidFill>
              <a:prstDash val="solid"/>
              <a:miter lim="8000"/>
              <a:headEnd len="sm" w="sm" type="none"/>
              <a:tailEnd len="sm" w="sm" type="none"/>
            </a:ln>
          </p:spPr>
        </p:sp>
        <p:sp>
          <p:nvSpPr>
            <p:cNvPr id="188" name="Google Shape;188;p24"/>
            <p:cNvSpPr txBox="1"/>
            <p:nvPr/>
          </p:nvSpPr>
          <p:spPr>
            <a:xfrm>
              <a:off x="114300" y="-57150"/>
              <a:ext cx="584100" cy="7557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grpSp>
        <p:nvGrpSpPr>
          <p:cNvPr id="189" name="Google Shape;189;p24"/>
          <p:cNvGrpSpPr/>
          <p:nvPr/>
        </p:nvGrpSpPr>
        <p:grpSpPr>
          <a:xfrm>
            <a:off x="3523392" y="1363979"/>
            <a:ext cx="2068657" cy="1923332"/>
            <a:chOff x="0" y="-57150"/>
            <a:chExt cx="812800" cy="755700"/>
          </a:xfrm>
        </p:grpSpPr>
        <p:sp>
          <p:nvSpPr>
            <p:cNvPr id="190" name="Google Shape;190;p24"/>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noFill/>
            <a:ln cap="sq" cmpd="sng" w="76200">
              <a:solidFill>
                <a:srgbClr val="C866AB"/>
              </a:solidFill>
              <a:prstDash val="solid"/>
              <a:miter lim="8000"/>
              <a:headEnd len="sm" w="sm" type="none"/>
              <a:tailEnd len="sm" w="sm" type="none"/>
            </a:ln>
          </p:spPr>
        </p:sp>
        <p:sp>
          <p:nvSpPr>
            <p:cNvPr id="191" name="Google Shape;191;p24"/>
            <p:cNvSpPr txBox="1"/>
            <p:nvPr/>
          </p:nvSpPr>
          <p:spPr>
            <a:xfrm>
              <a:off x="114300" y="-57150"/>
              <a:ext cx="584100" cy="7557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grpSp>
        <p:nvGrpSpPr>
          <p:cNvPr id="192" name="Google Shape;192;p24"/>
          <p:cNvGrpSpPr/>
          <p:nvPr/>
        </p:nvGrpSpPr>
        <p:grpSpPr>
          <a:xfrm>
            <a:off x="2009489" y="2238373"/>
            <a:ext cx="2068657" cy="1923332"/>
            <a:chOff x="0" y="-57150"/>
            <a:chExt cx="812800" cy="755700"/>
          </a:xfrm>
        </p:grpSpPr>
        <p:sp>
          <p:nvSpPr>
            <p:cNvPr id="193" name="Google Shape;193;p24"/>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noFill/>
            <a:ln cap="sq" cmpd="sng" w="76200">
              <a:solidFill>
                <a:srgbClr val="7A287D"/>
              </a:solidFill>
              <a:prstDash val="solid"/>
              <a:miter lim="8000"/>
              <a:headEnd len="sm" w="sm" type="none"/>
              <a:tailEnd len="sm" w="sm" type="none"/>
            </a:ln>
          </p:spPr>
        </p:sp>
        <p:sp>
          <p:nvSpPr>
            <p:cNvPr id="194" name="Google Shape;194;p24"/>
            <p:cNvSpPr txBox="1"/>
            <p:nvPr/>
          </p:nvSpPr>
          <p:spPr>
            <a:xfrm>
              <a:off x="114300" y="-57150"/>
              <a:ext cx="584100" cy="7557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grpSp>
        <p:nvGrpSpPr>
          <p:cNvPr id="195" name="Google Shape;195;p24"/>
          <p:cNvGrpSpPr/>
          <p:nvPr/>
        </p:nvGrpSpPr>
        <p:grpSpPr>
          <a:xfrm>
            <a:off x="5032794" y="2238373"/>
            <a:ext cx="2068657" cy="1923332"/>
            <a:chOff x="0" y="-57150"/>
            <a:chExt cx="812800" cy="755700"/>
          </a:xfrm>
        </p:grpSpPr>
        <p:sp>
          <p:nvSpPr>
            <p:cNvPr id="196" name="Google Shape;196;p24"/>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noFill/>
            <a:ln cap="sq" cmpd="sng" w="76200">
              <a:solidFill>
                <a:srgbClr val="ECABB1"/>
              </a:solidFill>
              <a:prstDash val="solid"/>
              <a:miter lim="8000"/>
              <a:headEnd len="sm" w="sm" type="none"/>
              <a:tailEnd len="sm" w="sm" type="none"/>
            </a:ln>
          </p:spPr>
        </p:sp>
        <p:sp>
          <p:nvSpPr>
            <p:cNvPr id="197" name="Google Shape;197;p24"/>
            <p:cNvSpPr txBox="1"/>
            <p:nvPr/>
          </p:nvSpPr>
          <p:spPr>
            <a:xfrm>
              <a:off x="114300" y="-57150"/>
              <a:ext cx="584100" cy="7557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grpSp>
        <p:nvGrpSpPr>
          <p:cNvPr id="198" name="Google Shape;198;p24"/>
          <p:cNvGrpSpPr/>
          <p:nvPr/>
        </p:nvGrpSpPr>
        <p:grpSpPr>
          <a:xfrm>
            <a:off x="6546697" y="1363979"/>
            <a:ext cx="2068657" cy="1923332"/>
            <a:chOff x="0" y="-57150"/>
            <a:chExt cx="812800" cy="755700"/>
          </a:xfrm>
        </p:grpSpPr>
        <p:sp>
          <p:nvSpPr>
            <p:cNvPr id="199" name="Google Shape;199;p24"/>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noFill/>
            <a:ln cap="sq" cmpd="sng" w="76200">
              <a:solidFill>
                <a:srgbClr val="ECBBAE"/>
              </a:solidFill>
              <a:prstDash val="solid"/>
              <a:miter lim="8000"/>
              <a:headEnd len="sm" w="sm" type="none"/>
              <a:tailEnd len="sm" w="sm" type="none"/>
            </a:ln>
          </p:spPr>
        </p:sp>
        <p:sp>
          <p:nvSpPr>
            <p:cNvPr id="200" name="Google Shape;200;p24"/>
            <p:cNvSpPr txBox="1"/>
            <p:nvPr/>
          </p:nvSpPr>
          <p:spPr>
            <a:xfrm>
              <a:off x="114300" y="-57150"/>
              <a:ext cx="584100" cy="7557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sp>
        <p:nvSpPr>
          <p:cNvPr id="201" name="Google Shape;201;p24"/>
          <p:cNvSpPr/>
          <p:nvPr/>
        </p:nvSpPr>
        <p:spPr>
          <a:xfrm>
            <a:off x="1098545" y="1108923"/>
            <a:ext cx="871776" cy="871776"/>
          </a:xfrm>
          <a:custGeom>
            <a:rect b="b" l="l" r="r" t="t"/>
            <a:pathLst>
              <a:path extrusionOk="0" h="1743551" w="1743551">
                <a:moveTo>
                  <a:pt x="0" y="0"/>
                </a:moveTo>
                <a:lnTo>
                  <a:pt x="1743552" y="0"/>
                </a:lnTo>
                <a:lnTo>
                  <a:pt x="1743552" y="1743551"/>
                </a:lnTo>
                <a:lnTo>
                  <a:pt x="0" y="1743551"/>
                </a:lnTo>
                <a:lnTo>
                  <a:pt x="0" y="0"/>
                </a:lnTo>
                <a:close/>
              </a:path>
            </a:pathLst>
          </a:custGeom>
          <a:blipFill rotWithShape="1">
            <a:blip r:embed="rId3">
              <a:alphaModFix amt="28000"/>
            </a:blip>
            <a:stretch>
              <a:fillRect b="0" l="0" r="0" t="0"/>
            </a:stretch>
          </a:blipFill>
          <a:ln>
            <a:noFill/>
          </a:ln>
        </p:spPr>
      </p:sp>
      <p:grpSp>
        <p:nvGrpSpPr>
          <p:cNvPr id="202" name="Google Shape;202;p24"/>
          <p:cNvGrpSpPr/>
          <p:nvPr/>
        </p:nvGrpSpPr>
        <p:grpSpPr>
          <a:xfrm>
            <a:off x="1202149" y="1100306"/>
            <a:ext cx="664545" cy="664545"/>
            <a:chOff x="0" y="0"/>
            <a:chExt cx="812800" cy="812800"/>
          </a:xfrm>
        </p:grpSpPr>
        <p:sp>
          <p:nvSpPr>
            <p:cNvPr id="203" name="Google Shape;203;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176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4" name="Google Shape;204;p24"/>
            <p:cNvSpPr txBox="1"/>
            <p:nvPr/>
          </p:nvSpPr>
          <p:spPr>
            <a:xfrm>
              <a:off x="76200" y="19050"/>
              <a:ext cx="660300" cy="717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sp>
        <p:nvSpPr>
          <p:cNvPr id="205" name="Google Shape;205;p24"/>
          <p:cNvSpPr/>
          <p:nvPr/>
        </p:nvSpPr>
        <p:spPr>
          <a:xfrm>
            <a:off x="4111278" y="1108923"/>
            <a:ext cx="871775" cy="871776"/>
          </a:xfrm>
          <a:custGeom>
            <a:rect b="b" l="l" r="r" t="t"/>
            <a:pathLst>
              <a:path extrusionOk="0" h="1743551" w="1743551">
                <a:moveTo>
                  <a:pt x="0" y="0"/>
                </a:moveTo>
                <a:lnTo>
                  <a:pt x="1743551" y="0"/>
                </a:lnTo>
                <a:lnTo>
                  <a:pt x="1743551" y="1743551"/>
                </a:lnTo>
                <a:lnTo>
                  <a:pt x="0" y="1743551"/>
                </a:lnTo>
                <a:lnTo>
                  <a:pt x="0" y="0"/>
                </a:lnTo>
                <a:close/>
              </a:path>
            </a:pathLst>
          </a:custGeom>
          <a:blipFill rotWithShape="1">
            <a:blip r:embed="rId4">
              <a:alphaModFix amt="28000"/>
            </a:blip>
            <a:stretch>
              <a:fillRect b="0" l="0" r="0" t="0"/>
            </a:stretch>
          </a:blipFill>
          <a:ln>
            <a:noFill/>
          </a:ln>
        </p:spPr>
      </p:sp>
      <p:grpSp>
        <p:nvGrpSpPr>
          <p:cNvPr id="206" name="Google Shape;206;p24"/>
          <p:cNvGrpSpPr/>
          <p:nvPr/>
        </p:nvGrpSpPr>
        <p:grpSpPr>
          <a:xfrm>
            <a:off x="4225454" y="1100306"/>
            <a:ext cx="664545" cy="664545"/>
            <a:chOff x="0" y="0"/>
            <a:chExt cx="812800" cy="812800"/>
          </a:xfrm>
        </p:grpSpPr>
        <p:sp>
          <p:nvSpPr>
            <p:cNvPr id="207" name="Google Shape;207;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66A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8" name="Google Shape;208;p24"/>
            <p:cNvSpPr txBox="1"/>
            <p:nvPr/>
          </p:nvSpPr>
          <p:spPr>
            <a:xfrm>
              <a:off x="76200" y="19050"/>
              <a:ext cx="660300" cy="717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sp>
        <p:nvSpPr>
          <p:cNvPr id="209" name="Google Shape;209;p24"/>
          <p:cNvSpPr/>
          <p:nvPr/>
        </p:nvSpPr>
        <p:spPr>
          <a:xfrm>
            <a:off x="2713802" y="3744593"/>
            <a:ext cx="871776" cy="871776"/>
          </a:xfrm>
          <a:custGeom>
            <a:rect b="b" l="l" r="r" t="t"/>
            <a:pathLst>
              <a:path extrusionOk="0" h="1743551" w="1743551">
                <a:moveTo>
                  <a:pt x="0" y="0"/>
                </a:moveTo>
                <a:lnTo>
                  <a:pt x="1743551" y="0"/>
                </a:lnTo>
                <a:lnTo>
                  <a:pt x="1743551" y="1743551"/>
                </a:lnTo>
                <a:lnTo>
                  <a:pt x="0" y="1743551"/>
                </a:lnTo>
                <a:lnTo>
                  <a:pt x="0" y="0"/>
                </a:lnTo>
                <a:close/>
              </a:path>
            </a:pathLst>
          </a:custGeom>
          <a:blipFill rotWithShape="1">
            <a:blip r:embed="rId3">
              <a:alphaModFix amt="28000"/>
            </a:blip>
            <a:stretch>
              <a:fillRect b="0" l="0" r="0" t="0"/>
            </a:stretch>
          </a:blipFill>
          <a:ln>
            <a:noFill/>
          </a:ln>
        </p:spPr>
      </p:sp>
      <p:grpSp>
        <p:nvGrpSpPr>
          <p:cNvPr id="210" name="Google Shape;210;p24"/>
          <p:cNvGrpSpPr/>
          <p:nvPr/>
        </p:nvGrpSpPr>
        <p:grpSpPr>
          <a:xfrm>
            <a:off x="2713802" y="3829323"/>
            <a:ext cx="664545" cy="664545"/>
            <a:chOff x="0" y="0"/>
            <a:chExt cx="812800" cy="812800"/>
          </a:xfrm>
        </p:grpSpPr>
        <p:sp>
          <p:nvSpPr>
            <p:cNvPr id="211" name="Google Shape;211;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287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2" name="Google Shape;212;p24"/>
            <p:cNvSpPr txBox="1"/>
            <p:nvPr/>
          </p:nvSpPr>
          <p:spPr>
            <a:xfrm>
              <a:off x="76200" y="19050"/>
              <a:ext cx="660300" cy="717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sp>
        <p:nvSpPr>
          <p:cNvPr id="213" name="Google Shape;213;p24"/>
          <p:cNvSpPr/>
          <p:nvPr/>
        </p:nvSpPr>
        <p:spPr>
          <a:xfrm>
            <a:off x="7145154" y="1108923"/>
            <a:ext cx="871776" cy="871776"/>
          </a:xfrm>
          <a:custGeom>
            <a:rect b="b" l="l" r="r" t="t"/>
            <a:pathLst>
              <a:path extrusionOk="0" h="1743551" w="1743551">
                <a:moveTo>
                  <a:pt x="0" y="0"/>
                </a:moveTo>
                <a:lnTo>
                  <a:pt x="1743552" y="0"/>
                </a:lnTo>
                <a:lnTo>
                  <a:pt x="1743552" y="1743551"/>
                </a:lnTo>
                <a:lnTo>
                  <a:pt x="0" y="1743551"/>
                </a:lnTo>
                <a:lnTo>
                  <a:pt x="0" y="0"/>
                </a:lnTo>
                <a:close/>
              </a:path>
            </a:pathLst>
          </a:custGeom>
          <a:blipFill rotWithShape="1">
            <a:blip r:embed="rId4">
              <a:alphaModFix amt="28000"/>
            </a:blip>
            <a:stretch>
              <a:fillRect b="0" l="0" r="0" t="0"/>
            </a:stretch>
          </a:blipFill>
          <a:ln>
            <a:noFill/>
          </a:ln>
        </p:spPr>
      </p:sp>
      <p:grpSp>
        <p:nvGrpSpPr>
          <p:cNvPr id="214" name="Google Shape;214;p24"/>
          <p:cNvGrpSpPr/>
          <p:nvPr/>
        </p:nvGrpSpPr>
        <p:grpSpPr>
          <a:xfrm>
            <a:off x="7248758" y="1100306"/>
            <a:ext cx="664545" cy="664545"/>
            <a:chOff x="0" y="0"/>
            <a:chExt cx="812800" cy="812800"/>
          </a:xfrm>
        </p:grpSpPr>
        <p:sp>
          <p:nvSpPr>
            <p:cNvPr id="215" name="Google Shape;215;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BBA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6" name="Google Shape;216;p24"/>
            <p:cNvSpPr txBox="1"/>
            <p:nvPr/>
          </p:nvSpPr>
          <p:spPr>
            <a:xfrm>
              <a:off x="76200" y="19050"/>
              <a:ext cx="660300" cy="717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sp>
        <p:nvSpPr>
          <p:cNvPr id="217" name="Google Shape;217;p24"/>
          <p:cNvSpPr/>
          <p:nvPr/>
        </p:nvSpPr>
        <p:spPr>
          <a:xfrm>
            <a:off x="5737106" y="3794974"/>
            <a:ext cx="871776" cy="871775"/>
          </a:xfrm>
          <a:custGeom>
            <a:rect b="b" l="l" r="r" t="t"/>
            <a:pathLst>
              <a:path extrusionOk="0" h="1743551" w="1743551">
                <a:moveTo>
                  <a:pt x="0" y="0"/>
                </a:moveTo>
                <a:lnTo>
                  <a:pt x="1743551" y="0"/>
                </a:lnTo>
                <a:lnTo>
                  <a:pt x="1743551" y="1743551"/>
                </a:lnTo>
                <a:lnTo>
                  <a:pt x="0" y="1743551"/>
                </a:lnTo>
                <a:lnTo>
                  <a:pt x="0" y="0"/>
                </a:lnTo>
                <a:close/>
              </a:path>
            </a:pathLst>
          </a:custGeom>
          <a:blipFill rotWithShape="1">
            <a:blip r:embed="rId4">
              <a:alphaModFix amt="28000"/>
            </a:blip>
            <a:stretch>
              <a:fillRect b="0" l="0" r="0" t="0"/>
            </a:stretch>
          </a:blipFill>
          <a:ln>
            <a:noFill/>
          </a:ln>
        </p:spPr>
      </p:sp>
      <p:grpSp>
        <p:nvGrpSpPr>
          <p:cNvPr id="218" name="Google Shape;218;p24"/>
          <p:cNvGrpSpPr/>
          <p:nvPr/>
        </p:nvGrpSpPr>
        <p:grpSpPr>
          <a:xfrm>
            <a:off x="5737106" y="3829323"/>
            <a:ext cx="664545" cy="664545"/>
            <a:chOff x="0" y="0"/>
            <a:chExt cx="812800" cy="812800"/>
          </a:xfrm>
        </p:grpSpPr>
        <p:sp>
          <p:nvSpPr>
            <p:cNvPr id="219" name="Google Shape;219;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ABB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0" name="Google Shape;220;p24"/>
            <p:cNvSpPr txBox="1"/>
            <p:nvPr/>
          </p:nvSpPr>
          <p:spPr>
            <a:xfrm>
              <a:off x="76200" y="19050"/>
              <a:ext cx="660300" cy="717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sp>
        <p:nvSpPr>
          <p:cNvPr id="221" name="Google Shape;221;p24"/>
          <p:cNvSpPr/>
          <p:nvPr/>
        </p:nvSpPr>
        <p:spPr>
          <a:xfrm rot="5400000">
            <a:off x="2630647" y="1193775"/>
            <a:ext cx="343194" cy="466931"/>
          </a:xfrm>
          <a:custGeom>
            <a:rect b="b" l="l" r="r" t="t"/>
            <a:pathLst>
              <a:path extrusionOk="0" h="933861" w="686388">
                <a:moveTo>
                  <a:pt x="0" y="0"/>
                </a:moveTo>
                <a:lnTo>
                  <a:pt x="686387" y="0"/>
                </a:lnTo>
                <a:lnTo>
                  <a:pt x="686387" y="933861"/>
                </a:lnTo>
                <a:lnTo>
                  <a:pt x="0" y="933861"/>
                </a:lnTo>
                <a:lnTo>
                  <a:pt x="0" y="0"/>
                </a:lnTo>
                <a:close/>
              </a:path>
            </a:pathLst>
          </a:custGeom>
          <a:blipFill rotWithShape="1">
            <a:blip r:embed="rId5">
              <a:alphaModFix/>
            </a:blip>
            <a:stretch>
              <a:fillRect b="0" l="0" r="0" t="0"/>
            </a:stretch>
          </a:blipFill>
          <a:ln>
            <a:noFill/>
          </a:ln>
        </p:spPr>
      </p:sp>
      <p:sp>
        <p:nvSpPr>
          <p:cNvPr id="222" name="Google Shape;222;p24"/>
          <p:cNvSpPr/>
          <p:nvPr/>
        </p:nvSpPr>
        <p:spPr>
          <a:xfrm flipH="1" rot="5400000">
            <a:off x="4140049" y="3682724"/>
            <a:ext cx="343194" cy="466931"/>
          </a:xfrm>
          <a:custGeom>
            <a:rect b="b" l="l" r="r" t="t"/>
            <a:pathLst>
              <a:path extrusionOk="0" h="933861" w="686388">
                <a:moveTo>
                  <a:pt x="686387" y="0"/>
                </a:moveTo>
                <a:lnTo>
                  <a:pt x="0" y="0"/>
                </a:lnTo>
                <a:lnTo>
                  <a:pt x="0" y="933860"/>
                </a:lnTo>
                <a:lnTo>
                  <a:pt x="686387" y="933860"/>
                </a:lnTo>
                <a:lnTo>
                  <a:pt x="686387" y="0"/>
                </a:lnTo>
                <a:close/>
              </a:path>
            </a:pathLst>
          </a:custGeom>
          <a:blipFill rotWithShape="1">
            <a:blip r:embed="rId5">
              <a:alphaModFix/>
            </a:blip>
            <a:stretch>
              <a:fillRect b="0" l="0" r="0" t="0"/>
            </a:stretch>
          </a:blipFill>
          <a:ln>
            <a:noFill/>
          </a:ln>
        </p:spPr>
      </p:sp>
      <p:sp>
        <p:nvSpPr>
          <p:cNvPr id="223" name="Google Shape;223;p24"/>
          <p:cNvSpPr/>
          <p:nvPr/>
        </p:nvSpPr>
        <p:spPr>
          <a:xfrm rot="5400000">
            <a:off x="5800872" y="1193775"/>
            <a:ext cx="343194" cy="466931"/>
          </a:xfrm>
          <a:custGeom>
            <a:rect b="b" l="l" r="r" t="t"/>
            <a:pathLst>
              <a:path extrusionOk="0" h="933861" w="686388">
                <a:moveTo>
                  <a:pt x="0" y="0"/>
                </a:moveTo>
                <a:lnTo>
                  <a:pt x="686387" y="0"/>
                </a:lnTo>
                <a:lnTo>
                  <a:pt x="686387" y="933861"/>
                </a:lnTo>
                <a:lnTo>
                  <a:pt x="0" y="933861"/>
                </a:lnTo>
                <a:lnTo>
                  <a:pt x="0" y="0"/>
                </a:lnTo>
                <a:close/>
              </a:path>
            </a:pathLst>
          </a:custGeom>
          <a:blipFill rotWithShape="1">
            <a:blip r:embed="rId5">
              <a:alphaModFix/>
            </a:blip>
            <a:stretch>
              <a:fillRect b="0" l="0" r="0" t="0"/>
            </a:stretch>
          </a:blipFill>
          <a:ln>
            <a:noFill/>
          </a:ln>
        </p:spPr>
      </p:sp>
      <p:sp>
        <p:nvSpPr>
          <p:cNvPr id="224" name="Google Shape;224;p24"/>
          <p:cNvSpPr/>
          <p:nvPr/>
        </p:nvSpPr>
        <p:spPr>
          <a:xfrm flipH="1" rot="5400000">
            <a:off x="7310274" y="3682724"/>
            <a:ext cx="343194" cy="466931"/>
          </a:xfrm>
          <a:custGeom>
            <a:rect b="b" l="l" r="r" t="t"/>
            <a:pathLst>
              <a:path extrusionOk="0" h="933861" w="686388">
                <a:moveTo>
                  <a:pt x="686387" y="0"/>
                </a:moveTo>
                <a:lnTo>
                  <a:pt x="0" y="0"/>
                </a:lnTo>
                <a:lnTo>
                  <a:pt x="0" y="933860"/>
                </a:lnTo>
                <a:lnTo>
                  <a:pt x="686387" y="933860"/>
                </a:lnTo>
                <a:lnTo>
                  <a:pt x="686387" y="0"/>
                </a:lnTo>
                <a:close/>
              </a:path>
            </a:pathLst>
          </a:custGeom>
          <a:blipFill rotWithShape="1">
            <a:blip r:embed="rId5">
              <a:alphaModFix/>
            </a:blip>
            <a:stretch>
              <a:fillRect b="0" l="0" r="0" t="0"/>
            </a:stretch>
          </a:blipFill>
          <a:ln>
            <a:noFill/>
          </a:ln>
        </p:spPr>
      </p:sp>
      <p:sp>
        <p:nvSpPr>
          <p:cNvPr id="225" name="Google Shape;225;p24"/>
          <p:cNvSpPr/>
          <p:nvPr/>
        </p:nvSpPr>
        <p:spPr>
          <a:xfrm>
            <a:off x="5904864" y="3991335"/>
            <a:ext cx="329051" cy="340545"/>
          </a:xfrm>
          <a:custGeom>
            <a:rect b="b" l="l" r="r" t="t"/>
            <a:pathLst>
              <a:path extrusionOk="0" h="681090" w="658103">
                <a:moveTo>
                  <a:pt x="0" y="0"/>
                </a:moveTo>
                <a:lnTo>
                  <a:pt x="658103" y="0"/>
                </a:lnTo>
                <a:lnTo>
                  <a:pt x="658103" y="681090"/>
                </a:lnTo>
                <a:lnTo>
                  <a:pt x="0" y="681090"/>
                </a:lnTo>
                <a:lnTo>
                  <a:pt x="0" y="0"/>
                </a:lnTo>
                <a:close/>
              </a:path>
            </a:pathLst>
          </a:custGeom>
          <a:blipFill rotWithShape="1">
            <a:blip r:embed="rId6">
              <a:alphaModFix/>
            </a:blip>
            <a:stretch>
              <a:fillRect b="0" l="0" r="0" t="0"/>
            </a:stretch>
          </a:blipFill>
          <a:ln>
            <a:noFill/>
          </a:ln>
        </p:spPr>
      </p:sp>
      <p:sp>
        <p:nvSpPr>
          <p:cNvPr id="226" name="Google Shape;226;p24"/>
          <p:cNvSpPr/>
          <p:nvPr/>
        </p:nvSpPr>
        <p:spPr>
          <a:xfrm>
            <a:off x="1326732" y="1208608"/>
            <a:ext cx="415401" cy="437265"/>
          </a:xfrm>
          <a:custGeom>
            <a:rect b="b" l="l" r="r" t="t"/>
            <a:pathLst>
              <a:path extrusionOk="0" h="874529" w="830803">
                <a:moveTo>
                  <a:pt x="0" y="0"/>
                </a:moveTo>
                <a:lnTo>
                  <a:pt x="830803" y="0"/>
                </a:lnTo>
                <a:lnTo>
                  <a:pt x="830803" y="874529"/>
                </a:lnTo>
                <a:lnTo>
                  <a:pt x="0" y="874529"/>
                </a:lnTo>
                <a:lnTo>
                  <a:pt x="0" y="0"/>
                </a:lnTo>
                <a:close/>
              </a:path>
            </a:pathLst>
          </a:custGeom>
          <a:blipFill rotWithShape="1">
            <a:blip r:embed="rId7">
              <a:alphaModFix/>
            </a:blip>
            <a:stretch>
              <a:fillRect b="0" l="0" r="0" t="0"/>
            </a:stretch>
          </a:blipFill>
          <a:ln>
            <a:noFill/>
          </a:ln>
        </p:spPr>
      </p:sp>
      <p:sp>
        <p:nvSpPr>
          <p:cNvPr id="227" name="Google Shape;227;p24"/>
          <p:cNvSpPr/>
          <p:nvPr/>
        </p:nvSpPr>
        <p:spPr>
          <a:xfrm>
            <a:off x="2834528" y="3952823"/>
            <a:ext cx="418615" cy="417568"/>
          </a:xfrm>
          <a:custGeom>
            <a:rect b="b" l="l" r="r" t="t"/>
            <a:pathLst>
              <a:path extrusionOk="0" h="835136" w="837229">
                <a:moveTo>
                  <a:pt x="0" y="0"/>
                </a:moveTo>
                <a:lnTo>
                  <a:pt x="837229" y="0"/>
                </a:lnTo>
                <a:lnTo>
                  <a:pt x="837229" y="835136"/>
                </a:lnTo>
                <a:lnTo>
                  <a:pt x="0" y="835136"/>
                </a:lnTo>
                <a:lnTo>
                  <a:pt x="0" y="0"/>
                </a:lnTo>
                <a:close/>
              </a:path>
            </a:pathLst>
          </a:custGeom>
          <a:blipFill rotWithShape="1">
            <a:blip r:embed="rId8">
              <a:alphaModFix/>
            </a:blip>
            <a:stretch>
              <a:fillRect b="0" l="0" r="0" t="0"/>
            </a:stretch>
          </a:blipFill>
          <a:ln>
            <a:noFill/>
          </a:ln>
        </p:spPr>
      </p:sp>
      <p:sp>
        <p:nvSpPr>
          <p:cNvPr id="228" name="Google Shape;228;p24"/>
          <p:cNvSpPr/>
          <p:nvPr/>
        </p:nvSpPr>
        <p:spPr>
          <a:xfrm>
            <a:off x="4361594" y="1222068"/>
            <a:ext cx="392287" cy="392287"/>
          </a:xfrm>
          <a:custGeom>
            <a:rect b="b" l="l" r="r" t="t"/>
            <a:pathLst>
              <a:path extrusionOk="0" h="784574" w="784574">
                <a:moveTo>
                  <a:pt x="0" y="0"/>
                </a:moveTo>
                <a:lnTo>
                  <a:pt x="784574" y="0"/>
                </a:lnTo>
                <a:lnTo>
                  <a:pt x="784574" y="784575"/>
                </a:lnTo>
                <a:lnTo>
                  <a:pt x="0" y="784575"/>
                </a:lnTo>
                <a:lnTo>
                  <a:pt x="0" y="0"/>
                </a:lnTo>
                <a:close/>
              </a:path>
            </a:pathLst>
          </a:custGeom>
          <a:blipFill rotWithShape="1">
            <a:blip r:embed="rId9">
              <a:alphaModFix/>
            </a:blip>
            <a:stretch>
              <a:fillRect b="0" l="0" r="0" t="0"/>
            </a:stretch>
          </a:blipFill>
          <a:ln>
            <a:noFill/>
          </a:ln>
        </p:spPr>
      </p:sp>
      <p:sp>
        <p:nvSpPr>
          <p:cNvPr id="229" name="Google Shape;229;p24"/>
          <p:cNvSpPr/>
          <p:nvPr/>
        </p:nvSpPr>
        <p:spPr>
          <a:xfrm>
            <a:off x="7432654" y="1212831"/>
            <a:ext cx="296776" cy="410762"/>
          </a:xfrm>
          <a:custGeom>
            <a:rect b="b" l="l" r="r" t="t"/>
            <a:pathLst>
              <a:path extrusionOk="0" h="821524" w="593551">
                <a:moveTo>
                  <a:pt x="0" y="0"/>
                </a:moveTo>
                <a:lnTo>
                  <a:pt x="593552" y="0"/>
                </a:lnTo>
                <a:lnTo>
                  <a:pt x="593552" y="821524"/>
                </a:lnTo>
                <a:lnTo>
                  <a:pt x="0" y="821524"/>
                </a:lnTo>
                <a:lnTo>
                  <a:pt x="0" y="0"/>
                </a:lnTo>
                <a:close/>
              </a:path>
            </a:pathLst>
          </a:custGeom>
          <a:blipFill rotWithShape="1">
            <a:blip r:embed="rId10">
              <a:alphaModFix/>
            </a:blip>
            <a:stretch>
              <a:fillRect b="0" l="0" r="0" t="0"/>
            </a:stretch>
          </a:blipFill>
          <a:ln>
            <a:noFill/>
          </a:ln>
        </p:spPr>
      </p:sp>
      <p:sp>
        <p:nvSpPr>
          <p:cNvPr id="230" name="Google Shape;230;p24"/>
          <p:cNvSpPr txBox="1"/>
          <p:nvPr/>
        </p:nvSpPr>
        <p:spPr>
          <a:xfrm>
            <a:off x="3992353" y="1899450"/>
            <a:ext cx="1130700" cy="169200"/>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lang="en-GB" sz="1100">
                <a:solidFill>
                  <a:srgbClr val="272322"/>
                </a:solidFill>
                <a:latin typeface="Poppins"/>
                <a:ea typeface="Poppins"/>
                <a:cs typeface="Poppins"/>
                <a:sym typeface="Poppins"/>
              </a:rPr>
              <a:t>Design Brief</a:t>
            </a:r>
            <a:endParaRPr sz="700"/>
          </a:p>
        </p:txBody>
      </p:sp>
      <p:sp>
        <p:nvSpPr>
          <p:cNvPr id="231" name="Google Shape;231;p24"/>
          <p:cNvSpPr txBox="1"/>
          <p:nvPr/>
        </p:nvSpPr>
        <p:spPr>
          <a:xfrm>
            <a:off x="816350" y="2397950"/>
            <a:ext cx="1436100" cy="3693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GB" sz="1000">
                <a:solidFill>
                  <a:srgbClr val="272322"/>
                </a:solidFill>
                <a:latin typeface="Poppins"/>
                <a:ea typeface="Poppins"/>
                <a:cs typeface="Poppins"/>
                <a:sym typeface="Poppins"/>
              </a:rPr>
              <a:t>Core Inspiration</a:t>
            </a:r>
            <a:endParaRPr sz="1000">
              <a:solidFill>
                <a:srgbClr val="272322"/>
              </a:solidFill>
              <a:latin typeface="Poppins"/>
              <a:ea typeface="Poppins"/>
              <a:cs typeface="Poppins"/>
              <a:sym typeface="Poppins"/>
            </a:endParaRPr>
          </a:p>
          <a:p>
            <a:pPr indent="0" lvl="0" marL="0" marR="0" rtl="0" algn="ctr">
              <a:lnSpc>
                <a:spcPct val="139980"/>
              </a:lnSpc>
              <a:spcBef>
                <a:spcPts val="0"/>
              </a:spcBef>
              <a:spcAft>
                <a:spcPts val="0"/>
              </a:spcAft>
              <a:buNone/>
            </a:pPr>
            <a:r>
              <a:rPr lang="en-GB" sz="1000">
                <a:solidFill>
                  <a:srgbClr val="272322"/>
                </a:solidFill>
                <a:latin typeface="Poppins"/>
                <a:ea typeface="Poppins"/>
                <a:cs typeface="Poppins"/>
                <a:sym typeface="Poppins"/>
              </a:rPr>
              <a:t>College Admissions</a:t>
            </a:r>
            <a:endParaRPr sz="1000">
              <a:solidFill>
                <a:srgbClr val="272322"/>
              </a:solidFill>
              <a:latin typeface="Poppins"/>
              <a:ea typeface="Poppins"/>
              <a:cs typeface="Poppins"/>
              <a:sym typeface="Poppins"/>
            </a:endParaRPr>
          </a:p>
        </p:txBody>
      </p:sp>
      <p:sp>
        <p:nvSpPr>
          <p:cNvPr id="232" name="Google Shape;232;p24"/>
          <p:cNvSpPr txBox="1"/>
          <p:nvPr/>
        </p:nvSpPr>
        <p:spPr>
          <a:xfrm>
            <a:off x="969049" y="1899450"/>
            <a:ext cx="1130700" cy="3639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GB" sz="1100">
                <a:solidFill>
                  <a:srgbClr val="272322"/>
                </a:solidFill>
                <a:latin typeface="Poppins"/>
                <a:ea typeface="Poppins"/>
                <a:cs typeface="Poppins"/>
                <a:sym typeface="Poppins"/>
              </a:rPr>
              <a:t>Competitor Analysis</a:t>
            </a:r>
            <a:endParaRPr sz="700"/>
          </a:p>
        </p:txBody>
      </p:sp>
      <p:sp>
        <p:nvSpPr>
          <p:cNvPr id="233" name="Google Shape;233;p24"/>
          <p:cNvSpPr txBox="1"/>
          <p:nvPr/>
        </p:nvSpPr>
        <p:spPr>
          <a:xfrm>
            <a:off x="3992353" y="2355251"/>
            <a:ext cx="1130700" cy="584700"/>
          </a:xfrm>
          <a:prstGeom prst="rect">
            <a:avLst/>
          </a:prstGeom>
          <a:noFill/>
          <a:ln>
            <a:noFill/>
          </a:ln>
        </p:spPr>
        <p:txBody>
          <a:bodyPr anchorCtr="0" anchor="t" bIns="0" lIns="0" spcFirstLastPara="1" rIns="0" wrap="square" tIns="0">
            <a:spAutoFit/>
          </a:bodyPr>
          <a:lstStyle/>
          <a:p>
            <a:pPr indent="0" lvl="0" marL="0" rtl="0" algn="ctr">
              <a:lnSpc>
                <a:spcPct val="139980"/>
              </a:lnSpc>
              <a:spcBef>
                <a:spcPts val="0"/>
              </a:spcBef>
              <a:spcAft>
                <a:spcPts val="0"/>
              </a:spcAft>
              <a:buClr>
                <a:schemeClr val="dk1"/>
              </a:buClr>
              <a:buFont typeface="Arial"/>
              <a:buNone/>
            </a:pPr>
            <a:r>
              <a:rPr lang="en-GB" sz="1000">
                <a:solidFill>
                  <a:srgbClr val="272322"/>
                </a:solidFill>
                <a:latin typeface="Poppins"/>
                <a:ea typeface="Poppins"/>
                <a:cs typeface="Poppins"/>
                <a:sym typeface="Poppins"/>
              </a:rPr>
              <a:t>Pain Points</a:t>
            </a:r>
            <a:endParaRPr sz="1000">
              <a:solidFill>
                <a:srgbClr val="272322"/>
              </a:solidFill>
              <a:latin typeface="Poppins"/>
              <a:ea typeface="Poppins"/>
              <a:cs typeface="Poppins"/>
              <a:sym typeface="Poppins"/>
            </a:endParaRPr>
          </a:p>
          <a:p>
            <a:pPr indent="0" lvl="0" marL="0" rtl="0" algn="ctr">
              <a:lnSpc>
                <a:spcPct val="139980"/>
              </a:lnSpc>
              <a:spcBef>
                <a:spcPts val="0"/>
              </a:spcBef>
              <a:spcAft>
                <a:spcPts val="0"/>
              </a:spcAft>
              <a:buClr>
                <a:schemeClr val="dk1"/>
              </a:buClr>
              <a:buFont typeface="Arial"/>
              <a:buNone/>
            </a:pPr>
            <a:r>
              <a:rPr lang="en-GB" sz="1000">
                <a:solidFill>
                  <a:srgbClr val="272322"/>
                </a:solidFill>
                <a:latin typeface="Poppins"/>
                <a:ea typeface="Poppins"/>
                <a:cs typeface="Poppins"/>
                <a:sym typeface="Poppins"/>
              </a:rPr>
              <a:t>Key Features</a:t>
            </a:r>
            <a:endParaRPr sz="1000">
              <a:solidFill>
                <a:srgbClr val="272322"/>
              </a:solidFill>
              <a:latin typeface="Poppins"/>
              <a:ea typeface="Poppins"/>
              <a:cs typeface="Poppins"/>
              <a:sym typeface="Poppins"/>
            </a:endParaRPr>
          </a:p>
          <a:p>
            <a:pPr indent="0" lvl="0" marL="0" rtl="0" algn="ctr">
              <a:lnSpc>
                <a:spcPct val="139980"/>
              </a:lnSpc>
              <a:spcBef>
                <a:spcPts val="0"/>
              </a:spcBef>
              <a:spcAft>
                <a:spcPts val="0"/>
              </a:spcAft>
              <a:buClr>
                <a:schemeClr val="dk1"/>
              </a:buClr>
              <a:buFont typeface="Arial"/>
              <a:buNone/>
            </a:pPr>
            <a:r>
              <a:rPr lang="en-GB" sz="1000">
                <a:solidFill>
                  <a:srgbClr val="272322"/>
                </a:solidFill>
                <a:latin typeface="Poppins"/>
                <a:ea typeface="Poppins"/>
                <a:cs typeface="Poppins"/>
                <a:sym typeface="Poppins"/>
              </a:rPr>
              <a:t>Success Criteria</a:t>
            </a:r>
            <a:endParaRPr sz="1000">
              <a:solidFill>
                <a:srgbClr val="272322"/>
              </a:solidFill>
              <a:latin typeface="Poppins"/>
              <a:ea typeface="Poppins"/>
              <a:cs typeface="Poppins"/>
              <a:sym typeface="Poppins"/>
            </a:endParaRPr>
          </a:p>
        </p:txBody>
      </p:sp>
      <p:sp>
        <p:nvSpPr>
          <p:cNvPr id="234" name="Google Shape;234;p24"/>
          <p:cNvSpPr txBox="1"/>
          <p:nvPr/>
        </p:nvSpPr>
        <p:spPr>
          <a:xfrm>
            <a:off x="2480700" y="3057278"/>
            <a:ext cx="1130700" cy="3693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GB" sz="1000">
                <a:solidFill>
                  <a:srgbClr val="272322"/>
                </a:solidFill>
                <a:latin typeface="Poppins"/>
                <a:ea typeface="Poppins"/>
                <a:cs typeface="Poppins"/>
                <a:sym typeface="Poppins"/>
              </a:rPr>
              <a:t>Surveys</a:t>
            </a:r>
            <a:endParaRPr sz="1000">
              <a:solidFill>
                <a:srgbClr val="272322"/>
              </a:solidFill>
              <a:latin typeface="Poppins"/>
              <a:ea typeface="Poppins"/>
              <a:cs typeface="Poppins"/>
              <a:sym typeface="Poppins"/>
            </a:endParaRPr>
          </a:p>
          <a:p>
            <a:pPr indent="0" lvl="0" marL="0" marR="0" rtl="0" algn="ctr">
              <a:lnSpc>
                <a:spcPct val="139980"/>
              </a:lnSpc>
              <a:spcBef>
                <a:spcPts val="0"/>
              </a:spcBef>
              <a:spcAft>
                <a:spcPts val="0"/>
              </a:spcAft>
              <a:buNone/>
            </a:pPr>
            <a:r>
              <a:rPr lang="en-GB" sz="1000">
                <a:solidFill>
                  <a:srgbClr val="272322"/>
                </a:solidFill>
                <a:latin typeface="Poppins"/>
                <a:ea typeface="Poppins"/>
                <a:cs typeface="Poppins"/>
                <a:sym typeface="Poppins"/>
              </a:rPr>
              <a:t>Interviews</a:t>
            </a:r>
            <a:endParaRPr sz="1000">
              <a:solidFill>
                <a:srgbClr val="272322"/>
              </a:solidFill>
              <a:latin typeface="Poppins"/>
              <a:ea typeface="Poppins"/>
              <a:cs typeface="Poppins"/>
              <a:sym typeface="Poppins"/>
            </a:endParaRPr>
          </a:p>
        </p:txBody>
      </p:sp>
      <p:sp>
        <p:nvSpPr>
          <p:cNvPr id="235" name="Google Shape;235;p24"/>
          <p:cNvSpPr txBox="1"/>
          <p:nvPr/>
        </p:nvSpPr>
        <p:spPr>
          <a:xfrm>
            <a:off x="2480700" y="2546403"/>
            <a:ext cx="1130700" cy="3639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GB" sz="1100">
                <a:solidFill>
                  <a:srgbClr val="272322"/>
                </a:solidFill>
                <a:latin typeface="Poppins"/>
                <a:ea typeface="Poppins"/>
                <a:cs typeface="Poppins"/>
                <a:sym typeface="Poppins"/>
              </a:rPr>
              <a:t>User </a:t>
            </a:r>
            <a:br>
              <a:rPr b="1" lang="en-GB" sz="1100">
                <a:solidFill>
                  <a:srgbClr val="272322"/>
                </a:solidFill>
                <a:latin typeface="Poppins"/>
                <a:ea typeface="Poppins"/>
                <a:cs typeface="Poppins"/>
                <a:sym typeface="Poppins"/>
              </a:rPr>
            </a:br>
            <a:r>
              <a:rPr b="1" lang="en-GB" sz="1100">
                <a:solidFill>
                  <a:srgbClr val="272322"/>
                </a:solidFill>
                <a:latin typeface="Poppins"/>
                <a:ea typeface="Poppins"/>
                <a:cs typeface="Poppins"/>
                <a:sym typeface="Poppins"/>
              </a:rPr>
              <a:t>Research</a:t>
            </a:r>
            <a:endParaRPr sz="700"/>
          </a:p>
        </p:txBody>
      </p:sp>
      <p:sp>
        <p:nvSpPr>
          <p:cNvPr id="236" name="Google Shape;236;p24"/>
          <p:cNvSpPr txBox="1"/>
          <p:nvPr/>
        </p:nvSpPr>
        <p:spPr>
          <a:xfrm>
            <a:off x="7015658" y="2256884"/>
            <a:ext cx="1130700" cy="8004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GB" sz="1000">
                <a:solidFill>
                  <a:srgbClr val="272322"/>
                </a:solidFill>
                <a:latin typeface="Poppins"/>
                <a:ea typeface="Poppins"/>
                <a:cs typeface="Poppins"/>
                <a:sym typeface="Poppins"/>
              </a:rPr>
              <a:t>High-Fidelity Figma</a:t>
            </a:r>
            <a:endParaRPr sz="1000">
              <a:solidFill>
                <a:srgbClr val="272322"/>
              </a:solidFill>
              <a:latin typeface="Poppins"/>
              <a:ea typeface="Poppins"/>
              <a:cs typeface="Poppins"/>
              <a:sym typeface="Poppins"/>
            </a:endParaRPr>
          </a:p>
          <a:p>
            <a:pPr indent="0" lvl="0" marL="0" marR="0" rtl="0" algn="ctr">
              <a:lnSpc>
                <a:spcPct val="139980"/>
              </a:lnSpc>
              <a:spcBef>
                <a:spcPts val="0"/>
              </a:spcBef>
              <a:spcAft>
                <a:spcPts val="0"/>
              </a:spcAft>
              <a:buNone/>
            </a:pPr>
            <a:r>
              <a:rPr lang="en-GB" sz="1000">
                <a:solidFill>
                  <a:srgbClr val="272322"/>
                </a:solidFill>
                <a:latin typeface="Poppins"/>
                <a:ea typeface="Poppins"/>
                <a:cs typeface="Poppins"/>
                <a:sym typeface="Poppins"/>
              </a:rPr>
              <a:t>Admin + Parent Flows</a:t>
            </a:r>
            <a:endParaRPr sz="1000">
              <a:solidFill>
                <a:srgbClr val="272322"/>
              </a:solidFill>
              <a:latin typeface="Poppins"/>
              <a:ea typeface="Poppins"/>
              <a:cs typeface="Poppins"/>
              <a:sym typeface="Poppins"/>
            </a:endParaRPr>
          </a:p>
        </p:txBody>
      </p:sp>
      <p:sp>
        <p:nvSpPr>
          <p:cNvPr id="237" name="Google Shape;237;p24"/>
          <p:cNvSpPr txBox="1"/>
          <p:nvPr/>
        </p:nvSpPr>
        <p:spPr>
          <a:xfrm>
            <a:off x="7015708" y="1926263"/>
            <a:ext cx="1130700" cy="169200"/>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lang="en-GB" sz="1100">
                <a:solidFill>
                  <a:srgbClr val="272322"/>
                </a:solidFill>
                <a:latin typeface="Poppins"/>
                <a:ea typeface="Poppins"/>
                <a:cs typeface="Poppins"/>
                <a:sym typeface="Poppins"/>
              </a:rPr>
              <a:t>Final Design</a:t>
            </a:r>
            <a:endParaRPr sz="700"/>
          </a:p>
        </p:txBody>
      </p:sp>
      <p:sp>
        <p:nvSpPr>
          <p:cNvPr id="238" name="Google Shape;238;p24"/>
          <p:cNvSpPr txBox="1"/>
          <p:nvPr/>
        </p:nvSpPr>
        <p:spPr>
          <a:xfrm>
            <a:off x="5351350" y="2893188"/>
            <a:ext cx="1436100" cy="10158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GB" sz="1000">
                <a:solidFill>
                  <a:srgbClr val="272322"/>
                </a:solidFill>
                <a:latin typeface="Poppins"/>
                <a:ea typeface="Poppins"/>
                <a:cs typeface="Poppins"/>
                <a:sym typeface="Poppins"/>
              </a:rPr>
              <a:t>User Stories</a:t>
            </a:r>
            <a:endParaRPr sz="1000">
              <a:solidFill>
                <a:srgbClr val="272322"/>
              </a:solidFill>
              <a:latin typeface="Poppins"/>
              <a:ea typeface="Poppins"/>
              <a:cs typeface="Poppins"/>
              <a:sym typeface="Poppins"/>
            </a:endParaRPr>
          </a:p>
          <a:p>
            <a:pPr indent="0" lvl="0" marL="0" marR="0" rtl="0" algn="ctr">
              <a:lnSpc>
                <a:spcPct val="139980"/>
              </a:lnSpc>
              <a:spcBef>
                <a:spcPts val="0"/>
              </a:spcBef>
              <a:spcAft>
                <a:spcPts val="0"/>
              </a:spcAft>
              <a:buNone/>
            </a:pPr>
            <a:r>
              <a:rPr lang="en-GB" sz="1000">
                <a:solidFill>
                  <a:srgbClr val="272322"/>
                </a:solidFill>
                <a:latin typeface="Poppins"/>
                <a:ea typeface="Poppins"/>
                <a:cs typeface="Poppins"/>
                <a:sym typeface="Poppins"/>
              </a:rPr>
              <a:t>What’s In / What’s Out</a:t>
            </a:r>
            <a:endParaRPr sz="1000">
              <a:solidFill>
                <a:srgbClr val="272322"/>
              </a:solidFill>
              <a:latin typeface="Poppins"/>
              <a:ea typeface="Poppins"/>
              <a:cs typeface="Poppins"/>
              <a:sym typeface="Poppins"/>
            </a:endParaRPr>
          </a:p>
          <a:p>
            <a:pPr indent="0" lvl="0" marL="0" marR="0" rtl="0" algn="ctr">
              <a:lnSpc>
                <a:spcPct val="139980"/>
              </a:lnSpc>
              <a:spcBef>
                <a:spcPts val="0"/>
              </a:spcBef>
              <a:spcAft>
                <a:spcPts val="0"/>
              </a:spcAft>
              <a:buNone/>
            </a:pPr>
            <a:r>
              <a:rPr lang="en-GB" sz="1000">
                <a:solidFill>
                  <a:srgbClr val="272322"/>
                </a:solidFill>
                <a:latin typeface="Poppins"/>
                <a:ea typeface="Poppins"/>
                <a:cs typeface="Poppins"/>
                <a:sym typeface="Poppins"/>
              </a:rPr>
              <a:t>Risks &amp; Open Questions</a:t>
            </a:r>
            <a:endParaRPr sz="1000">
              <a:solidFill>
                <a:srgbClr val="272322"/>
              </a:solidFill>
              <a:latin typeface="Poppins"/>
              <a:ea typeface="Poppins"/>
              <a:cs typeface="Poppins"/>
              <a:sym typeface="Poppins"/>
            </a:endParaRPr>
          </a:p>
          <a:p>
            <a:pPr indent="0" lvl="0" marL="0" marR="0" rtl="0" algn="ctr">
              <a:lnSpc>
                <a:spcPct val="139980"/>
              </a:lnSpc>
              <a:spcBef>
                <a:spcPts val="0"/>
              </a:spcBef>
              <a:spcAft>
                <a:spcPts val="0"/>
              </a:spcAft>
              <a:buNone/>
            </a:pPr>
            <a:r>
              <a:t/>
            </a:r>
            <a:endParaRPr sz="1000">
              <a:solidFill>
                <a:srgbClr val="272322"/>
              </a:solidFill>
              <a:latin typeface="Roboto"/>
              <a:ea typeface="Roboto"/>
              <a:cs typeface="Roboto"/>
              <a:sym typeface="Roboto"/>
            </a:endParaRPr>
          </a:p>
        </p:txBody>
      </p:sp>
      <p:sp>
        <p:nvSpPr>
          <p:cNvPr id="239" name="Google Shape;239;p24"/>
          <p:cNvSpPr txBox="1"/>
          <p:nvPr/>
        </p:nvSpPr>
        <p:spPr>
          <a:xfrm>
            <a:off x="5504005" y="2641653"/>
            <a:ext cx="1130700" cy="169200"/>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lang="en-GB" sz="1100">
                <a:solidFill>
                  <a:srgbClr val="272322"/>
                </a:solidFill>
                <a:latin typeface="Poppins"/>
                <a:ea typeface="Poppins"/>
                <a:cs typeface="Poppins"/>
                <a:sym typeface="Poppins"/>
              </a:rPr>
              <a:t>PRD</a:t>
            </a:r>
            <a:endParaRPr sz="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type="title"/>
          </p:nvPr>
        </p:nvSpPr>
        <p:spPr>
          <a:xfrm>
            <a:off x="629875" y="3042700"/>
            <a:ext cx="70032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Admin dashboard </a:t>
            </a:r>
            <a:endParaRPr/>
          </a:p>
        </p:txBody>
      </p:sp>
      <p:sp>
        <p:nvSpPr>
          <p:cNvPr id="245" name="Google Shape;245;p25"/>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02</a:t>
            </a:r>
            <a:endParaRPr/>
          </a:p>
        </p:txBody>
      </p:sp>
      <p:sp>
        <p:nvSpPr>
          <p:cNvPr id="246" name="Google Shape;246;p25"/>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Pain point &amp; the solutions we built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6"/>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Roster View Dashboard + Task and Milestone Tracker</a:t>
            </a:r>
            <a:endParaRPr/>
          </a:p>
        </p:txBody>
      </p:sp>
      <p:sp>
        <p:nvSpPr>
          <p:cNvPr id="252" name="Google Shape;252;p26"/>
          <p:cNvSpPr/>
          <p:nvPr/>
        </p:nvSpPr>
        <p:spPr>
          <a:xfrm>
            <a:off x="538150" y="1034900"/>
            <a:ext cx="8112900" cy="921000"/>
          </a:xfrm>
          <a:prstGeom prst="roundRect">
            <a:avLst>
              <a:gd fmla="val 16667" name="adj"/>
            </a:avLst>
          </a:prstGeom>
          <a:solidFill>
            <a:srgbClr val="F3E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solidFill>
                <a:schemeClr val="dk1"/>
              </a:solidFill>
              <a:latin typeface="Poppins"/>
              <a:ea typeface="Poppins"/>
              <a:cs typeface="Poppins"/>
              <a:sym typeface="Poppins"/>
            </a:endParaRPr>
          </a:p>
        </p:txBody>
      </p:sp>
      <p:sp>
        <p:nvSpPr>
          <p:cNvPr id="253" name="Google Shape;253;p26"/>
          <p:cNvSpPr/>
          <p:nvPr/>
        </p:nvSpPr>
        <p:spPr>
          <a:xfrm>
            <a:off x="538150" y="2111250"/>
            <a:ext cx="2535600" cy="2535600"/>
          </a:xfrm>
          <a:prstGeom prst="roundRect">
            <a:avLst>
              <a:gd fmla="val 16667" name="adj"/>
            </a:avLst>
          </a:prstGeom>
          <a:solidFill>
            <a:srgbClr val="FEE7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54" name="Google Shape;254;p26"/>
          <p:cNvSpPr/>
          <p:nvPr/>
        </p:nvSpPr>
        <p:spPr>
          <a:xfrm>
            <a:off x="3326800" y="2111250"/>
            <a:ext cx="2535600" cy="2535600"/>
          </a:xfrm>
          <a:prstGeom prst="roundRect">
            <a:avLst>
              <a:gd fmla="val 16667" name="adj"/>
            </a:avLst>
          </a:prstGeom>
          <a:solidFill>
            <a:srgbClr val="EDE2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55" name="Google Shape;255;p26"/>
          <p:cNvSpPr/>
          <p:nvPr/>
        </p:nvSpPr>
        <p:spPr>
          <a:xfrm>
            <a:off x="6115450" y="2111250"/>
            <a:ext cx="2535600" cy="2535600"/>
          </a:xfrm>
          <a:prstGeom prst="roundRect">
            <a:avLst>
              <a:gd fmla="val 16667" name="adj"/>
            </a:avLst>
          </a:prstGeom>
          <a:solidFill>
            <a:srgbClr val="F5F0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56" name="Google Shape;256;p26"/>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PAIN POINT</a:t>
            </a:r>
            <a:endParaRPr b="1">
              <a:solidFill>
                <a:schemeClr val="accent1"/>
              </a:solidFill>
              <a:latin typeface="Poppins"/>
              <a:ea typeface="Poppins"/>
              <a:cs typeface="Poppins"/>
              <a:sym typeface="Poppins"/>
            </a:endParaRPr>
          </a:p>
        </p:txBody>
      </p:sp>
      <p:sp>
        <p:nvSpPr>
          <p:cNvPr id="257" name="Google Shape;257;p26"/>
          <p:cNvSpPr txBox="1"/>
          <p:nvPr/>
        </p:nvSpPr>
        <p:spPr>
          <a:xfrm>
            <a:off x="3184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RESEARCH</a:t>
            </a:r>
            <a:endParaRPr b="1">
              <a:solidFill>
                <a:schemeClr val="accent1"/>
              </a:solidFill>
              <a:latin typeface="Poppins"/>
              <a:ea typeface="Poppins"/>
              <a:cs typeface="Poppins"/>
              <a:sym typeface="Poppins"/>
            </a:endParaRPr>
          </a:p>
        </p:txBody>
      </p:sp>
      <p:sp>
        <p:nvSpPr>
          <p:cNvPr id="258" name="Google Shape;258;p26"/>
          <p:cNvSpPr txBox="1"/>
          <p:nvPr/>
        </p:nvSpPr>
        <p:spPr>
          <a:xfrm>
            <a:off x="317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SOLUTION</a:t>
            </a:r>
            <a:endParaRPr b="1">
              <a:solidFill>
                <a:schemeClr val="accent1"/>
              </a:solidFill>
              <a:latin typeface="Poppins"/>
              <a:ea typeface="Poppins"/>
              <a:cs typeface="Poppins"/>
              <a:sym typeface="Poppins"/>
            </a:endParaRPr>
          </a:p>
        </p:txBody>
      </p:sp>
      <p:sp>
        <p:nvSpPr>
          <p:cNvPr id="259" name="Google Shape;259;p26"/>
          <p:cNvSpPr txBox="1"/>
          <p:nvPr/>
        </p:nvSpPr>
        <p:spPr>
          <a:xfrm>
            <a:off x="592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OUTCOME</a:t>
            </a:r>
            <a:endParaRPr b="1">
              <a:solidFill>
                <a:schemeClr val="accent1"/>
              </a:solidFill>
              <a:latin typeface="Poppins"/>
              <a:ea typeface="Poppins"/>
              <a:cs typeface="Poppins"/>
              <a:sym typeface="Poppins"/>
            </a:endParaRPr>
          </a:p>
        </p:txBody>
      </p:sp>
      <p:sp>
        <p:nvSpPr>
          <p:cNvPr id="260" name="Google Shape;260;p26"/>
          <p:cNvSpPr txBox="1"/>
          <p:nvPr/>
        </p:nvSpPr>
        <p:spPr>
          <a:xfrm>
            <a:off x="705100" y="1410200"/>
            <a:ext cx="76941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2"/>
                </a:solidFill>
                <a:latin typeface="Poppins"/>
                <a:ea typeface="Poppins"/>
                <a:cs typeface="Poppins"/>
                <a:sym typeface="Poppins"/>
              </a:rPr>
              <a:t>Information</a:t>
            </a:r>
            <a:r>
              <a:rPr lang="en-GB" sz="1500">
                <a:solidFill>
                  <a:schemeClr val="dk2"/>
                </a:solidFill>
                <a:latin typeface="Poppins"/>
                <a:ea typeface="Poppins"/>
                <a:cs typeface="Poppins"/>
                <a:sym typeface="Poppins"/>
              </a:rPr>
              <a:t> overload across multiple students</a:t>
            </a:r>
            <a:endParaRPr sz="1500">
              <a:solidFill>
                <a:schemeClr val="dk2"/>
              </a:solidFill>
              <a:latin typeface="Poppins"/>
              <a:ea typeface="Poppins"/>
              <a:cs typeface="Poppins"/>
              <a:sym typeface="Poppins"/>
            </a:endParaRPr>
          </a:p>
        </p:txBody>
      </p:sp>
      <p:sp>
        <p:nvSpPr>
          <p:cNvPr id="261" name="Google Shape;261;p26"/>
          <p:cNvSpPr txBox="1"/>
          <p:nvPr/>
        </p:nvSpPr>
        <p:spPr>
          <a:xfrm>
            <a:off x="747550" y="2631150"/>
            <a:ext cx="2068200" cy="16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1"/>
                </a:solidFill>
                <a:latin typeface="Roboto"/>
                <a:ea typeface="Roboto"/>
                <a:cs typeface="Roboto"/>
                <a:sym typeface="Roboto"/>
              </a:rPr>
              <a:t>Competitors, like Common App, Scoir, and Naviance only organize tasks by student</a:t>
            </a:r>
            <a:endParaRPr sz="1500">
              <a:solidFill>
                <a:schemeClr val="dk1"/>
              </a:solidFill>
              <a:latin typeface="Roboto"/>
              <a:ea typeface="Roboto"/>
              <a:cs typeface="Roboto"/>
              <a:sym typeface="Roboto"/>
            </a:endParaRPr>
          </a:p>
        </p:txBody>
      </p:sp>
      <p:sp>
        <p:nvSpPr>
          <p:cNvPr id="262" name="Google Shape;262;p26"/>
          <p:cNvSpPr txBox="1"/>
          <p:nvPr/>
        </p:nvSpPr>
        <p:spPr>
          <a:xfrm>
            <a:off x="3544885" y="2631150"/>
            <a:ext cx="2068200" cy="16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1"/>
                </a:solidFill>
                <a:latin typeface="Roboto"/>
                <a:ea typeface="Roboto"/>
                <a:cs typeface="Roboto"/>
                <a:sym typeface="Roboto"/>
              </a:rPr>
              <a:t>Aggregated dashboard view organized by task and </a:t>
            </a:r>
            <a:r>
              <a:rPr lang="en-GB" sz="1500">
                <a:solidFill>
                  <a:schemeClr val="dk1"/>
                </a:solidFill>
                <a:latin typeface="Roboto"/>
                <a:ea typeface="Roboto"/>
                <a:cs typeface="Roboto"/>
                <a:sym typeface="Roboto"/>
              </a:rPr>
              <a:t>deadline</a:t>
            </a:r>
            <a:endParaRPr sz="1500">
              <a:solidFill>
                <a:schemeClr val="dk1"/>
              </a:solidFill>
              <a:latin typeface="Roboto"/>
              <a:ea typeface="Roboto"/>
              <a:cs typeface="Roboto"/>
              <a:sym typeface="Roboto"/>
            </a:endParaRPr>
          </a:p>
        </p:txBody>
      </p:sp>
      <p:sp>
        <p:nvSpPr>
          <p:cNvPr id="263" name="Google Shape;263;p26"/>
          <p:cNvSpPr txBox="1"/>
          <p:nvPr/>
        </p:nvSpPr>
        <p:spPr>
          <a:xfrm>
            <a:off x="6373460" y="2631150"/>
            <a:ext cx="2068200" cy="16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1"/>
                </a:solidFill>
                <a:latin typeface="Roboto"/>
                <a:ea typeface="Roboto"/>
                <a:cs typeface="Roboto"/>
                <a:sym typeface="Roboto"/>
              </a:rPr>
              <a:t>Scholarly is more intuitive for counselors, tasks are completed efficiently, and students are more satisfied</a:t>
            </a:r>
            <a:endParaRPr sz="15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7"/>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Roster View + Task and Milestone </a:t>
            </a:r>
            <a:r>
              <a:rPr lang="en-GB"/>
              <a:t>- Figma Mockup</a:t>
            </a:r>
            <a:endParaRPr/>
          </a:p>
        </p:txBody>
      </p:sp>
      <p:sp>
        <p:nvSpPr>
          <p:cNvPr id="269" name="Google Shape;269;p27"/>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accent1"/>
              </a:solidFill>
              <a:latin typeface="Poppins"/>
              <a:ea typeface="Poppins"/>
              <a:cs typeface="Poppins"/>
              <a:sym typeface="Poppins"/>
            </a:endParaRPr>
          </a:p>
        </p:txBody>
      </p:sp>
      <p:pic>
        <p:nvPicPr>
          <p:cNvPr id="270" name="Google Shape;270;p27" title="figmamockuprecording.mp4">
            <a:hlinkClick r:id="rId4"/>
          </p:cNvPr>
          <p:cNvPicPr preferRelativeResize="0"/>
          <p:nvPr/>
        </p:nvPicPr>
        <p:blipFill>
          <a:blip r:embed="rId5">
            <a:alphaModFix/>
          </a:blip>
          <a:stretch>
            <a:fillRect/>
          </a:stretch>
        </p:blipFill>
        <p:spPr>
          <a:xfrm>
            <a:off x="1441975" y="976725"/>
            <a:ext cx="6260059" cy="3861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Communications </a:t>
            </a:r>
            <a:r>
              <a:rPr lang="en-GB"/>
              <a:t>Threads</a:t>
            </a:r>
            <a:endParaRPr/>
          </a:p>
        </p:txBody>
      </p:sp>
      <p:sp>
        <p:nvSpPr>
          <p:cNvPr id="276" name="Google Shape;276;p28"/>
          <p:cNvSpPr/>
          <p:nvPr/>
        </p:nvSpPr>
        <p:spPr>
          <a:xfrm>
            <a:off x="538150" y="1034900"/>
            <a:ext cx="8112900" cy="921000"/>
          </a:xfrm>
          <a:prstGeom prst="roundRect">
            <a:avLst>
              <a:gd fmla="val 16667" name="adj"/>
            </a:avLst>
          </a:prstGeom>
          <a:solidFill>
            <a:srgbClr val="F3E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77" name="Google Shape;277;p28"/>
          <p:cNvSpPr/>
          <p:nvPr/>
        </p:nvSpPr>
        <p:spPr>
          <a:xfrm>
            <a:off x="538150" y="2111250"/>
            <a:ext cx="2535600" cy="2535600"/>
          </a:xfrm>
          <a:prstGeom prst="roundRect">
            <a:avLst>
              <a:gd fmla="val 16667" name="adj"/>
            </a:avLst>
          </a:prstGeom>
          <a:solidFill>
            <a:srgbClr val="FEE7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78" name="Google Shape;278;p28"/>
          <p:cNvSpPr/>
          <p:nvPr/>
        </p:nvSpPr>
        <p:spPr>
          <a:xfrm>
            <a:off x="3326800" y="2111250"/>
            <a:ext cx="2535600" cy="2535600"/>
          </a:xfrm>
          <a:prstGeom prst="roundRect">
            <a:avLst>
              <a:gd fmla="val 16667" name="adj"/>
            </a:avLst>
          </a:prstGeom>
          <a:solidFill>
            <a:srgbClr val="EDE2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79" name="Google Shape;279;p28"/>
          <p:cNvSpPr/>
          <p:nvPr/>
        </p:nvSpPr>
        <p:spPr>
          <a:xfrm>
            <a:off x="6025425" y="2108700"/>
            <a:ext cx="2535600" cy="2535600"/>
          </a:xfrm>
          <a:prstGeom prst="roundRect">
            <a:avLst>
              <a:gd fmla="val 16667" name="adj"/>
            </a:avLst>
          </a:prstGeom>
          <a:solidFill>
            <a:srgbClr val="F5F0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80" name="Google Shape;280;p28"/>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PAIN POINT </a:t>
            </a:r>
            <a:endParaRPr b="1">
              <a:solidFill>
                <a:schemeClr val="accent1"/>
              </a:solidFill>
              <a:latin typeface="Poppins"/>
              <a:ea typeface="Poppins"/>
              <a:cs typeface="Poppins"/>
              <a:sym typeface="Poppins"/>
            </a:endParaRPr>
          </a:p>
        </p:txBody>
      </p:sp>
      <p:sp>
        <p:nvSpPr>
          <p:cNvPr id="281" name="Google Shape;281;p28"/>
          <p:cNvSpPr txBox="1"/>
          <p:nvPr/>
        </p:nvSpPr>
        <p:spPr>
          <a:xfrm>
            <a:off x="3184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RESEARCH</a:t>
            </a:r>
            <a:endParaRPr b="1">
              <a:solidFill>
                <a:schemeClr val="accent1"/>
              </a:solidFill>
              <a:latin typeface="Poppins"/>
              <a:ea typeface="Poppins"/>
              <a:cs typeface="Poppins"/>
              <a:sym typeface="Poppins"/>
            </a:endParaRPr>
          </a:p>
        </p:txBody>
      </p:sp>
      <p:sp>
        <p:nvSpPr>
          <p:cNvPr id="282" name="Google Shape;282;p28"/>
          <p:cNvSpPr txBox="1"/>
          <p:nvPr/>
        </p:nvSpPr>
        <p:spPr>
          <a:xfrm>
            <a:off x="317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SOLUTION</a:t>
            </a:r>
            <a:endParaRPr b="1">
              <a:solidFill>
                <a:schemeClr val="accent1"/>
              </a:solidFill>
              <a:latin typeface="Poppins"/>
              <a:ea typeface="Poppins"/>
              <a:cs typeface="Poppins"/>
              <a:sym typeface="Poppins"/>
            </a:endParaRPr>
          </a:p>
        </p:txBody>
      </p:sp>
      <p:sp>
        <p:nvSpPr>
          <p:cNvPr id="283" name="Google Shape;283;p28"/>
          <p:cNvSpPr txBox="1"/>
          <p:nvPr/>
        </p:nvSpPr>
        <p:spPr>
          <a:xfrm>
            <a:off x="592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OUTCOME</a:t>
            </a:r>
            <a:endParaRPr b="1">
              <a:solidFill>
                <a:schemeClr val="accent1"/>
              </a:solidFill>
              <a:latin typeface="Poppins"/>
              <a:ea typeface="Poppins"/>
              <a:cs typeface="Poppins"/>
              <a:sym typeface="Poppins"/>
            </a:endParaRPr>
          </a:p>
        </p:txBody>
      </p:sp>
      <p:sp>
        <p:nvSpPr>
          <p:cNvPr id="284" name="Google Shape;284;p28"/>
          <p:cNvSpPr txBox="1"/>
          <p:nvPr/>
        </p:nvSpPr>
        <p:spPr>
          <a:xfrm>
            <a:off x="711125" y="1336238"/>
            <a:ext cx="79398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200">
                <a:solidFill>
                  <a:schemeClr val="dk2"/>
                </a:solidFill>
                <a:latin typeface="Poppins"/>
                <a:ea typeface="Poppins"/>
                <a:cs typeface="Poppins"/>
                <a:sym typeface="Poppins"/>
              </a:rPr>
              <a:t>Counselors manage communication between students and parents across multiple platforms, leading to duplicated questions, missed updates, and extra follow-up for counselors.</a:t>
            </a:r>
            <a:endParaRPr sz="1200">
              <a:solidFill>
                <a:schemeClr val="dk2"/>
              </a:solidFill>
              <a:latin typeface="Poppins"/>
              <a:ea typeface="Poppins"/>
              <a:cs typeface="Poppins"/>
              <a:sym typeface="Poppins"/>
            </a:endParaRPr>
          </a:p>
        </p:txBody>
      </p:sp>
      <p:sp>
        <p:nvSpPr>
          <p:cNvPr id="285" name="Google Shape;285;p28"/>
          <p:cNvSpPr txBox="1"/>
          <p:nvPr/>
        </p:nvSpPr>
        <p:spPr>
          <a:xfrm>
            <a:off x="3375888" y="2659550"/>
            <a:ext cx="25356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500">
              <a:solidFill>
                <a:schemeClr val="dk1"/>
              </a:solidFill>
              <a:latin typeface="Poppins"/>
              <a:ea typeface="Poppins"/>
              <a:cs typeface="Poppins"/>
              <a:sym typeface="Poppins"/>
            </a:endParaRPr>
          </a:p>
        </p:txBody>
      </p:sp>
      <p:sp>
        <p:nvSpPr>
          <p:cNvPr id="286" name="Google Shape;286;p28"/>
          <p:cNvSpPr txBox="1"/>
          <p:nvPr/>
        </p:nvSpPr>
        <p:spPr>
          <a:xfrm>
            <a:off x="794125" y="2515250"/>
            <a:ext cx="22725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Roboto"/>
                <a:ea typeface="Roboto"/>
                <a:cs typeface="Roboto"/>
                <a:sym typeface="Roboto"/>
              </a:rPr>
              <a:t>Competitors like Common App and Naviance lack integrated messaging for both parents and students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200">
                <a:solidFill>
                  <a:schemeClr val="dk1"/>
                </a:solidFill>
                <a:latin typeface="Roboto"/>
                <a:ea typeface="Roboto"/>
                <a:cs typeface="Roboto"/>
                <a:sym typeface="Roboto"/>
              </a:rPr>
              <a:t>Counselors must manually track conversations across external platforms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287" name="Google Shape;287;p28"/>
          <p:cNvSpPr txBox="1"/>
          <p:nvPr/>
        </p:nvSpPr>
        <p:spPr>
          <a:xfrm>
            <a:off x="3544775" y="2515250"/>
            <a:ext cx="22725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200">
                <a:solidFill>
                  <a:schemeClr val="dk1"/>
                </a:solidFill>
                <a:latin typeface="Roboto"/>
                <a:ea typeface="Roboto"/>
                <a:cs typeface="Roboto"/>
                <a:sym typeface="Roboto"/>
              </a:rPr>
              <a:t>Create dedicated communication threads separating student-counselor and parent-counselor interactions</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200">
                <a:solidFill>
                  <a:schemeClr val="dk1"/>
                </a:solidFill>
                <a:latin typeface="Roboto"/>
                <a:ea typeface="Roboto"/>
                <a:cs typeface="Roboto"/>
                <a:sym typeface="Roboto"/>
              </a:rPr>
              <a:t>Centralize all messages within the platform with clear visibility and history for each relationship</a:t>
            </a:r>
            <a:endParaRPr sz="1200">
              <a:solidFill>
                <a:schemeClr val="dk1"/>
              </a:solidFill>
              <a:latin typeface="Roboto"/>
              <a:ea typeface="Roboto"/>
              <a:cs typeface="Roboto"/>
              <a:sym typeface="Roboto"/>
            </a:endParaRPr>
          </a:p>
        </p:txBody>
      </p:sp>
      <p:sp>
        <p:nvSpPr>
          <p:cNvPr id="288" name="Google Shape;288;p28"/>
          <p:cNvSpPr txBox="1"/>
          <p:nvPr/>
        </p:nvSpPr>
        <p:spPr>
          <a:xfrm>
            <a:off x="3349413" y="2517450"/>
            <a:ext cx="37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999999"/>
                </a:solidFill>
                <a:latin typeface="Roboto"/>
                <a:ea typeface="Roboto"/>
                <a:cs typeface="Roboto"/>
                <a:sym typeface="Roboto"/>
              </a:rPr>
              <a:t>1.</a:t>
            </a:r>
            <a:endParaRPr sz="1200">
              <a:solidFill>
                <a:srgbClr val="999999"/>
              </a:solidFill>
              <a:latin typeface="Roboto"/>
              <a:ea typeface="Roboto"/>
              <a:cs typeface="Roboto"/>
              <a:sym typeface="Roboto"/>
            </a:endParaRPr>
          </a:p>
          <a:p>
            <a:pPr indent="0" lvl="0" marL="0" rtl="0" algn="l">
              <a:spcBef>
                <a:spcPts val="0"/>
              </a:spcBef>
              <a:spcAft>
                <a:spcPts val="0"/>
              </a:spcAft>
              <a:buNone/>
            </a:pPr>
            <a:r>
              <a:t/>
            </a:r>
            <a:endParaRPr sz="1200">
              <a:solidFill>
                <a:srgbClr val="999999"/>
              </a:solidFill>
              <a:latin typeface="Roboto"/>
              <a:ea typeface="Roboto"/>
              <a:cs typeface="Roboto"/>
              <a:sym typeface="Roboto"/>
            </a:endParaRPr>
          </a:p>
        </p:txBody>
      </p:sp>
      <p:sp>
        <p:nvSpPr>
          <p:cNvPr id="289" name="Google Shape;289;p28"/>
          <p:cNvSpPr txBox="1"/>
          <p:nvPr/>
        </p:nvSpPr>
        <p:spPr>
          <a:xfrm>
            <a:off x="3349434" y="3633109"/>
            <a:ext cx="3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
        <p:nvSpPr>
          <p:cNvPr id="290" name="Google Shape;290;p28"/>
          <p:cNvSpPr txBox="1"/>
          <p:nvPr/>
        </p:nvSpPr>
        <p:spPr>
          <a:xfrm>
            <a:off x="6220775" y="2571425"/>
            <a:ext cx="2272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Roboto"/>
                <a:ea typeface="Roboto"/>
                <a:cs typeface="Roboto"/>
                <a:sym typeface="Roboto"/>
              </a:rPr>
              <a:t>Counselors stay aligned on all conversations without </a:t>
            </a:r>
            <a:r>
              <a:rPr lang="en-GB" sz="1200">
                <a:solidFill>
                  <a:schemeClr val="dk1"/>
                </a:solidFill>
                <a:latin typeface="Roboto"/>
                <a:ea typeface="Roboto"/>
                <a:cs typeface="Roboto"/>
                <a:sym typeface="Roboto"/>
              </a:rPr>
              <a:t>searching</a:t>
            </a:r>
            <a:r>
              <a:rPr lang="en-GB" sz="1200">
                <a:solidFill>
                  <a:schemeClr val="dk1"/>
                </a:solidFill>
                <a:latin typeface="Roboto"/>
                <a:ea typeface="Roboto"/>
                <a:cs typeface="Roboto"/>
                <a:sym typeface="Roboto"/>
              </a:rPr>
              <a:t> across platforms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Follow-ups are streamlined, reducing time spent on coordination</a:t>
            </a:r>
            <a:endParaRPr sz="1200">
              <a:solidFill>
                <a:schemeClr val="dk1"/>
              </a:solidFill>
              <a:latin typeface="Roboto"/>
              <a:ea typeface="Roboto"/>
              <a:cs typeface="Roboto"/>
              <a:sym typeface="Roboto"/>
            </a:endParaRPr>
          </a:p>
        </p:txBody>
      </p:sp>
      <p:sp>
        <p:nvSpPr>
          <p:cNvPr id="291" name="Google Shape;291;p28"/>
          <p:cNvSpPr txBox="1"/>
          <p:nvPr/>
        </p:nvSpPr>
        <p:spPr>
          <a:xfrm>
            <a:off x="6025413" y="2573625"/>
            <a:ext cx="37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999999"/>
                </a:solidFill>
                <a:latin typeface="Roboto"/>
                <a:ea typeface="Roboto"/>
                <a:cs typeface="Roboto"/>
                <a:sym typeface="Roboto"/>
              </a:rPr>
              <a:t>1.</a:t>
            </a:r>
            <a:endParaRPr sz="1200">
              <a:solidFill>
                <a:srgbClr val="999999"/>
              </a:solidFill>
              <a:latin typeface="Roboto"/>
              <a:ea typeface="Roboto"/>
              <a:cs typeface="Roboto"/>
              <a:sym typeface="Roboto"/>
            </a:endParaRPr>
          </a:p>
          <a:p>
            <a:pPr indent="0" lvl="0" marL="0" rtl="0" algn="l">
              <a:spcBef>
                <a:spcPts val="0"/>
              </a:spcBef>
              <a:spcAft>
                <a:spcPts val="0"/>
              </a:spcAft>
              <a:buNone/>
            </a:pPr>
            <a:r>
              <a:t/>
            </a:r>
            <a:endParaRPr sz="1200">
              <a:solidFill>
                <a:srgbClr val="999999"/>
              </a:solidFill>
              <a:latin typeface="Roboto"/>
              <a:ea typeface="Roboto"/>
              <a:cs typeface="Roboto"/>
              <a:sym typeface="Roboto"/>
            </a:endParaRPr>
          </a:p>
        </p:txBody>
      </p:sp>
      <p:sp>
        <p:nvSpPr>
          <p:cNvPr id="292" name="Google Shape;292;p28"/>
          <p:cNvSpPr txBox="1"/>
          <p:nvPr/>
        </p:nvSpPr>
        <p:spPr>
          <a:xfrm>
            <a:off x="6025434" y="3689284"/>
            <a:ext cx="3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
        <p:nvSpPr>
          <p:cNvPr id="293" name="Google Shape;293;p28"/>
          <p:cNvSpPr txBox="1"/>
          <p:nvPr/>
        </p:nvSpPr>
        <p:spPr>
          <a:xfrm>
            <a:off x="621938" y="2517450"/>
            <a:ext cx="37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999999"/>
                </a:solidFill>
                <a:latin typeface="Roboto"/>
                <a:ea typeface="Roboto"/>
                <a:cs typeface="Roboto"/>
                <a:sym typeface="Roboto"/>
              </a:rPr>
              <a:t>1.</a:t>
            </a:r>
            <a:endParaRPr sz="1200">
              <a:solidFill>
                <a:srgbClr val="999999"/>
              </a:solidFill>
              <a:latin typeface="Roboto"/>
              <a:ea typeface="Roboto"/>
              <a:cs typeface="Roboto"/>
              <a:sym typeface="Roboto"/>
            </a:endParaRPr>
          </a:p>
          <a:p>
            <a:pPr indent="0" lvl="0" marL="0" rtl="0" algn="l">
              <a:spcBef>
                <a:spcPts val="0"/>
              </a:spcBef>
              <a:spcAft>
                <a:spcPts val="0"/>
              </a:spcAft>
              <a:buNone/>
            </a:pPr>
            <a:r>
              <a:t/>
            </a:r>
            <a:endParaRPr sz="1200">
              <a:solidFill>
                <a:srgbClr val="999999"/>
              </a:solidFill>
              <a:latin typeface="Roboto"/>
              <a:ea typeface="Roboto"/>
              <a:cs typeface="Roboto"/>
              <a:sym typeface="Roboto"/>
            </a:endParaRPr>
          </a:p>
        </p:txBody>
      </p:sp>
      <p:sp>
        <p:nvSpPr>
          <p:cNvPr id="294" name="Google Shape;294;p28"/>
          <p:cNvSpPr txBox="1"/>
          <p:nvPr/>
        </p:nvSpPr>
        <p:spPr>
          <a:xfrm>
            <a:off x="621934" y="3633109"/>
            <a:ext cx="3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Communications Threads </a:t>
            </a:r>
            <a:r>
              <a:rPr lang="en-GB"/>
              <a:t>- Figma Mockup</a:t>
            </a:r>
            <a:endParaRPr/>
          </a:p>
        </p:txBody>
      </p:sp>
      <p:sp>
        <p:nvSpPr>
          <p:cNvPr id="300" name="Google Shape;300;p29"/>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accent1"/>
              </a:solidFill>
              <a:latin typeface="Poppins"/>
              <a:ea typeface="Poppins"/>
              <a:cs typeface="Poppins"/>
              <a:sym typeface="Poppins"/>
            </a:endParaRPr>
          </a:p>
        </p:txBody>
      </p:sp>
      <p:pic>
        <p:nvPicPr>
          <p:cNvPr id="301" name="Google Shape;301;p29" title="Screen Recording 2026-04-28 at 8.29.30 PM.mov">
            <a:hlinkClick r:id="rId3"/>
          </p:cNvPr>
          <p:cNvPicPr preferRelativeResize="0"/>
          <p:nvPr/>
        </p:nvPicPr>
        <p:blipFill>
          <a:blip r:embed="rId4">
            <a:alphaModFix/>
          </a:blip>
          <a:stretch>
            <a:fillRect/>
          </a:stretch>
        </p:blipFill>
        <p:spPr>
          <a:xfrm>
            <a:off x="1608263" y="976725"/>
            <a:ext cx="5927475" cy="3578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0"/>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Student Requests + Flags</a:t>
            </a:r>
            <a:endParaRPr/>
          </a:p>
        </p:txBody>
      </p:sp>
      <p:sp>
        <p:nvSpPr>
          <p:cNvPr id="307" name="Google Shape;307;p30"/>
          <p:cNvSpPr/>
          <p:nvPr/>
        </p:nvSpPr>
        <p:spPr>
          <a:xfrm>
            <a:off x="538150" y="1034900"/>
            <a:ext cx="8112900" cy="921000"/>
          </a:xfrm>
          <a:prstGeom prst="roundRect">
            <a:avLst>
              <a:gd fmla="val 16667" name="adj"/>
            </a:avLst>
          </a:prstGeom>
          <a:solidFill>
            <a:srgbClr val="F3E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solidFill>
                <a:schemeClr val="dk2"/>
              </a:solidFill>
              <a:latin typeface="Poppins"/>
              <a:ea typeface="Poppins"/>
              <a:cs typeface="Poppins"/>
              <a:sym typeface="Poppins"/>
            </a:endParaRPr>
          </a:p>
        </p:txBody>
      </p:sp>
      <p:sp>
        <p:nvSpPr>
          <p:cNvPr id="308" name="Google Shape;308;p30"/>
          <p:cNvSpPr/>
          <p:nvPr/>
        </p:nvSpPr>
        <p:spPr>
          <a:xfrm>
            <a:off x="538150" y="2111250"/>
            <a:ext cx="2535600" cy="2535600"/>
          </a:xfrm>
          <a:prstGeom prst="roundRect">
            <a:avLst>
              <a:gd fmla="val 16667" name="adj"/>
            </a:avLst>
          </a:prstGeom>
          <a:solidFill>
            <a:srgbClr val="FEE7F3"/>
          </a:solidFill>
          <a:ln>
            <a:noFill/>
          </a:ln>
        </p:spPr>
        <p:txBody>
          <a:bodyPr anchorCtr="0" anchor="ctr" bIns="91425" lIns="91425" spcFirstLastPara="1" rIns="91425" wrap="square" tIns="540000">
            <a:noAutofit/>
          </a:bodyPr>
          <a:lstStyle/>
          <a:p>
            <a:pPr indent="0" lvl="0" marL="0" rtl="0" algn="l">
              <a:spcBef>
                <a:spcPts val="0"/>
              </a:spcBef>
              <a:spcAft>
                <a:spcPts val="0"/>
              </a:spcAft>
              <a:buClr>
                <a:schemeClr val="dk1"/>
              </a:buClr>
              <a:buSzPts val="1100"/>
              <a:buFont typeface="Arial"/>
              <a:buNone/>
            </a:pPr>
            <a:r>
              <a:rPr lang="en-GB" sz="1500">
                <a:solidFill>
                  <a:schemeClr val="dk1"/>
                </a:solidFill>
                <a:latin typeface="Roboto"/>
                <a:ea typeface="Roboto"/>
                <a:cs typeface="Roboto"/>
                <a:sym typeface="Roboto"/>
              </a:rPr>
              <a:t>There is a gap across competitor apps (Common App, Naviance) for limiting parent involvement whilst ensuring student self-sufficiency</a:t>
            </a:r>
            <a:endParaRPr sz="1500">
              <a:solidFill>
                <a:schemeClr val="dk1"/>
              </a:solidFill>
              <a:latin typeface="Roboto"/>
              <a:ea typeface="Roboto"/>
              <a:cs typeface="Roboto"/>
              <a:sym typeface="Roboto"/>
            </a:endParaRPr>
          </a:p>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09" name="Google Shape;309;p30"/>
          <p:cNvSpPr/>
          <p:nvPr/>
        </p:nvSpPr>
        <p:spPr>
          <a:xfrm>
            <a:off x="3326800" y="2111250"/>
            <a:ext cx="2535600" cy="2535600"/>
          </a:xfrm>
          <a:prstGeom prst="roundRect">
            <a:avLst>
              <a:gd fmla="val 16667" name="adj"/>
            </a:avLst>
          </a:prstGeom>
          <a:solidFill>
            <a:srgbClr val="EDE2F7"/>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500">
                <a:solidFill>
                  <a:schemeClr val="dk1"/>
                </a:solidFill>
                <a:latin typeface="Roboto"/>
                <a:ea typeface="Roboto"/>
                <a:cs typeface="Roboto"/>
                <a:sym typeface="Roboto"/>
              </a:rPr>
              <a:t>Request dashboard which allows students to consult admin on how much to involve the parent</a:t>
            </a:r>
            <a:endParaRPr sz="1500">
              <a:solidFill>
                <a:schemeClr val="dk1"/>
              </a:solidFill>
              <a:latin typeface="Roboto"/>
              <a:ea typeface="Roboto"/>
              <a:cs typeface="Roboto"/>
              <a:sym typeface="Roboto"/>
            </a:endParaRPr>
          </a:p>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10" name="Google Shape;310;p30"/>
          <p:cNvSpPr/>
          <p:nvPr/>
        </p:nvSpPr>
        <p:spPr>
          <a:xfrm>
            <a:off x="6115450" y="2111250"/>
            <a:ext cx="2535600" cy="2535600"/>
          </a:xfrm>
          <a:prstGeom prst="roundRect">
            <a:avLst>
              <a:gd fmla="val 17651" name="adj"/>
            </a:avLst>
          </a:prstGeom>
          <a:solidFill>
            <a:srgbClr val="F5F0FA"/>
          </a:solidFill>
          <a:ln>
            <a:noFill/>
          </a:ln>
        </p:spPr>
        <p:txBody>
          <a:bodyPr anchorCtr="0" anchor="ctr" bIns="91425" lIns="91425" spcFirstLastPara="1" rIns="91425" wrap="square" tIns="540000">
            <a:noAutofit/>
          </a:bodyPr>
          <a:lstStyle/>
          <a:p>
            <a:pPr indent="0" lvl="0" marL="0" rtl="0" algn="l">
              <a:spcBef>
                <a:spcPts val="0"/>
              </a:spcBef>
              <a:spcAft>
                <a:spcPts val="0"/>
              </a:spcAft>
              <a:buClr>
                <a:schemeClr val="dk1"/>
              </a:buClr>
              <a:buSzPts val="1100"/>
              <a:buFont typeface="Arial"/>
              <a:buNone/>
            </a:pPr>
            <a:r>
              <a:rPr lang="en-GB" sz="1500">
                <a:solidFill>
                  <a:schemeClr val="dk1"/>
                </a:solidFill>
                <a:latin typeface="Roboto"/>
                <a:ea typeface="Roboto"/>
                <a:cs typeface="Roboto"/>
                <a:sym typeface="Roboto"/>
              </a:rPr>
              <a:t>Scholarly hands students the wheel, making admin responsible for moderating parent access, acting as a neutral third party.</a:t>
            </a:r>
            <a:endParaRPr sz="1500">
              <a:solidFill>
                <a:schemeClr val="dk1"/>
              </a:solidFill>
              <a:latin typeface="Roboto"/>
              <a:ea typeface="Roboto"/>
              <a:cs typeface="Roboto"/>
              <a:sym typeface="Roboto"/>
            </a:endParaRPr>
          </a:p>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11" name="Google Shape;311;p30"/>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PAIN POINT </a:t>
            </a:r>
            <a:endParaRPr b="1">
              <a:solidFill>
                <a:schemeClr val="accent1"/>
              </a:solidFill>
              <a:latin typeface="Poppins"/>
              <a:ea typeface="Poppins"/>
              <a:cs typeface="Poppins"/>
              <a:sym typeface="Poppins"/>
            </a:endParaRPr>
          </a:p>
        </p:txBody>
      </p:sp>
      <p:sp>
        <p:nvSpPr>
          <p:cNvPr id="312" name="Google Shape;312;p30"/>
          <p:cNvSpPr txBox="1"/>
          <p:nvPr/>
        </p:nvSpPr>
        <p:spPr>
          <a:xfrm>
            <a:off x="3184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RESEARCH</a:t>
            </a:r>
            <a:endParaRPr b="1">
              <a:solidFill>
                <a:schemeClr val="accent1"/>
              </a:solidFill>
              <a:latin typeface="Poppins"/>
              <a:ea typeface="Poppins"/>
              <a:cs typeface="Poppins"/>
              <a:sym typeface="Poppins"/>
            </a:endParaRPr>
          </a:p>
        </p:txBody>
      </p:sp>
      <p:sp>
        <p:nvSpPr>
          <p:cNvPr id="313" name="Google Shape;313;p30"/>
          <p:cNvSpPr txBox="1"/>
          <p:nvPr/>
        </p:nvSpPr>
        <p:spPr>
          <a:xfrm>
            <a:off x="317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SOLUTION</a:t>
            </a:r>
            <a:endParaRPr b="1">
              <a:solidFill>
                <a:schemeClr val="accent1"/>
              </a:solidFill>
              <a:latin typeface="Poppins"/>
              <a:ea typeface="Poppins"/>
              <a:cs typeface="Poppins"/>
              <a:sym typeface="Poppins"/>
            </a:endParaRPr>
          </a:p>
        </p:txBody>
      </p:sp>
      <p:sp>
        <p:nvSpPr>
          <p:cNvPr id="314" name="Google Shape;314;p30"/>
          <p:cNvSpPr txBox="1"/>
          <p:nvPr/>
        </p:nvSpPr>
        <p:spPr>
          <a:xfrm>
            <a:off x="592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accent1"/>
                </a:solidFill>
                <a:latin typeface="Poppins"/>
                <a:ea typeface="Poppins"/>
                <a:cs typeface="Poppins"/>
                <a:sym typeface="Poppins"/>
              </a:rPr>
              <a:t>OUTCOME</a:t>
            </a:r>
            <a:endParaRPr b="1">
              <a:solidFill>
                <a:schemeClr val="accent1"/>
              </a:solidFill>
              <a:latin typeface="Poppins"/>
              <a:ea typeface="Poppins"/>
              <a:cs typeface="Poppins"/>
              <a:sym typeface="Poppins"/>
            </a:endParaRPr>
          </a:p>
        </p:txBody>
      </p:sp>
      <p:sp>
        <p:nvSpPr>
          <p:cNvPr id="315" name="Google Shape;315;p30"/>
          <p:cNvSpPr txBox="1"/>
          <p:nvPr/>
        </p:nvSpPr>
        <p:spPr>
          <a:xfrm>
            <a:off x="633227" y="1433073"/>
            <a:ext cx="6921000" cy="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500">
                <a:solidFill>
                  <a:schemeClr val="dk2"/>
                </a:solidFill>
                <a:latin typeface="Poppins"/>
                <a:ea typeface="Poppins"/>
                <a:cs typeface="Poppins"/>
                <a:sym typeface="Poppins"/>
              </a:rPr>
              <a:t>Inconsistent expectations for student autonomy &amp; parent interference</a:t>
            </a:r>
            <a:endParaRPr sz="1500">
              <a:solidFill>
                <a:schemeClr val="dk2"/>
              </a:solidFill>
              <a:latin typeface="Poppins"/>
              <a:ea typeface="Poppins"/>
              <a:cs typeface="Poppins"/>
              <a:sym typeface="Poppins"/>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1"/>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Student Requests + Flags</a:t>
            </a:r>
            <a:r>
              <a:rPr lang="en-GB"/>
              <a:t> - Figma Mockup</a:t>
            </a:r>
            <a:endParaRPr/>
          </a:p>
        </p:txBody>
      </p:sp>
      <p:sp>
        <p:nvSpPr>
          <p:cNvPr id="321" name="Google Shape;321;p31"/>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accent1"/>
              </a:solidFill>
              <a:latin typeface="Poppins"/>
              <a:ea typeface="Poppins"/>
              <a:cs typeface="Poppins"/>
              <a:sym typeface="Poppins"/>
            </a:endParaRPr>
          </a:p>
        </p:txBody>
      </p:sp>
      <p:pic>
        <p:nvPicPr>
          <p:cNvPr id="322" name="Google Shape;322;p31"/>
          <p:cNvPicPr preferRelativeResize="0"/>
          <p:nvPr/>
        </p:nvPicPr>
        <p:blipFill>
          <a:blip r:embed="rId3">
            <a:alphaModFix/>
          </a:blip>
          <a:stretch>
            <a:fillRect/>
          </a:stretch>
        </p:blipFill>
        <p:spPr>
          <a:xfrm>
            <a:off x="2663463" y="976725"/>
            <a:ext cx="3788537" cy="3861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2"/>
          <p:cNvSpPr txBox="1"/>
          <p:nvPr>
            <p:ph type="title"/>
          </p:nvPr>
        </p:nvSpPr>
        <p:spPr>
          <a:xfrm>
            <a:off x="629875" y="3042700"/>
            <a:ext cx="70032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Parent dashboard</a:t>
            </a:r>
            <a:endParaRPr/>
          </a:p>
        </p:txBody>
      </p:sp>
      <p:sp>
        <p:nvSpPr>
          <p:cNvPr id="328" name="Google Shape;328;p32"/>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03</a:t>
            </a:r>
            <a:endParaRPr/>
          </a:p>
        </p:txBody>
      </p:sp>
      <p:sp>
        <p:nvSpPr>
          <p:cNvPr id="329" name="Google Shape;329;p32"/>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Pain point &amp; the solutions we built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3"/>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Progress Tracking + Parent Insight Layer</a:t>
            </a:r>
            <a:endParaRPr/>
          </a:p>
        </p:txBody>
      </p:sp>
      <p:sp>
        <p:nvSpPr>
          <p:cNvPr id="335" name="Google Shape;335;p33"/>
          <p:cNvSpPr/>
          <p:nvPr/>
        </p:nvSpPr>
        <p:spPr>
          <a:xfrm>
            <a:off x="538150" y="1034900"/>
            <a:ext cx="8112900" cy="921000"/>
          </a:xfrm>
          <a:prstGeom prst="roundRect">
            <a:avLst>
              <a:gd fmla="val 16667" name="adj"/>
            </a:avLst>
          </a:prstGeom>
          <a:solidFill>
            <a:srgbClr val="EDE1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36" name="Google Shape;336;p33"/>
          <p:cNvSpPr/>
          <p:nvPr/>
        </p:nvSpPr>
        <p:spPr>
          <a:xfrm>
            <a:off x="538150" y="2111250"/>
            <a:ext cx="2535600" cy="2535600"/>
          </a:xfrm>
          <a:prstGeom prst="roundRect">
            <a:avLst>
              <a:gd fmla="val 16667" name="adj"/>
            </a:avLst>
          </a:prstGeom>
          <a:solidFill>
            <a:srgbClr val="EDE1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37" name="Google Shape;337;p33"/>
          <p:cNvSpPr/>
          <p:nvPr/>
        </p:nvSpPr>
        <p:spPr>
          <a:xfrm>
            <a:off x="3326800" y="2111250"/>
            <a:ext cx="2535600" cy="2535600"/>
          </a:xfrm>
          <a:prstGeom prst="roundRect">
            <a:avLst>
              <a:gd fmla="val 16667" name="adj"/>
            </a:avLst>
          </a:prstGeom>
          <a:solidFill>
            <a:srgbClr val="DCC9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38" name="Google Shape;338;p33"/>
          <p:cNvSpPr/>
          <p:nvPr/>
        </p:nvSpPr>
        <p:spPr>
          <a:xfrm>
            <a:off x="6115450" y="2111250"/>
            <a:ext cx="2535600" cy="2535600"/>
          </a:xfrm>
          <a:prstGeom prst="roundRect">
            <a:avLst>
              <a:gd fmla="val 16667" name="adj"/>
            </a:avLst>
          </a:prstGeom>
          <a:solidFill>
            <a:srgbClr val="F5F0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39" name="Google Shape;339;p33"/>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PAIN POINT </a:t>
            </a:r>
            <a:endParaRPr b="1">
              <a:solidFill>
                <a:schemeClr val="dk2"/>
              </a:solidFill>
              <a:latin typeface="Poppins"/>
              <a:ea typeface="Poppins"/>
              <a:cs typeface="Poppins"/>
              <a:sym typeface="Poppins"/>
            </a:endParaRPr>
          </a:p>
        </p:txBody>
      </p:sp>
      <p:sp>
        <p:nvSpPr>
          <p:cNvPr id="340" name="Google Shape;340;p33"/>
          <p:cNvSpPr txBox="1"/>
          <p:nvPr/>
        </p:nvSpPr>
        <p:spPr>
          <a:xfrm>
            <a:off x="3184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RESEARCH</a:t>
            </a:r>
            <a:endParaRPr b="1">
              <a:solidFill>
                <a:schemeClr val="dk2"/>
              </a:solidFill>
              <a:latin typeface="Poppins"/>
              <a:ea typeface="Poppins"/>
              <a:cs typeface="Poppins"/>
              <a:sym typeface="Poppins"/>
            </a:endParaRPr>
          </a:p>
        </p:txBody>
      </p:sp>
      <p:sp>
        <p:nvSpPr>
          <p:cNvPr id="341" name="Google Shape;341;p33"/>
          <p:cNvSpPr txBox="1"/>
          <p:nvPr/>
        </p:nvSpPr>
        <p:spPr>
          <a:xfrm>
            <a:off x="317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SOLUTION</a:t>
            </a:r>
            <a:endParaRPr b="1">
              <a:solidFill>
                <a:schemeClr val="dk2"/>
              </a:solidFill>
              <a:latin typeface="Poppins"/>
              <a:ea typeface="Poppins"/>
              <a:cs typeface="Poppins"/>
              <a:sym typeface="Poppins"/>
            </a:endParaRPr>
          </a:p>
        </p:txBody>
      </p:sp>
      <p:sp>
        <p:nvSpPr>
          <p:cNvPr id="342" name="Google Shape;342;p33"/>
          <p:cNvSpPr txBox="1"/>
          <p:nvPr/>
        </p:nvSpPr>
        <p:spPr>
          <a:xfrm>
            <a:off x="592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OUTCOME</a:t>
            </a:r>
            <a:endParaRPr b="1">
              <a:solidFill>
                <a:schemeClr val="dk2"/>
              </a:solidFill>
              <a:latin typeface="Poppins"/>
              <a:ea typeface="Poppins"/>
              <a:cs typeface="Poppins"/>
              <a:sym typeface="Poppins"/>
            </a:endParaRPr>
          </a:p>
        </p:txBody>
      </p:sp>
      <p:sp>
        <p:nvSpPr>
          <p:cNvPr id="343" name="Google Shape;343;p33"/>
          <p:cNvSpPr txBox="1"/>
          <p:nvPr/>
        </p:nvSpPr>
        <p:spPr>
          <a:xfrm>
            <a:off x="705100" y="1410200"/>
            <a:ext cx="76941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Roboto"/>
              <a:ea typeface="Roboto"/>
              <a:cs typeface="Roboto"/>
              <a:sym typeface="Roboto"/>
            </a:endParaRPr>
          </a:p>
        </p:txBody>
      </p:sp>
      <p:sp>
        <p:nvSpPr>
          <p:cNvPr id="344" name="Google Shape;344;p33"/>
          <p:cNvSpPr txBox="1"/>
          <p:nvPr/>
        </p:nvSpPr>
        <p:spPr>
          <a:xfrm>
            <a:off x="617425" y="1347650"/>
            <a:ext cx="79698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Poppins"/>
                <a:ea typeface="Poppins"/>
                <a:cs typeface="Poppins"/>
                <a:sym typeface="Poppins"/>
              </a:rPr>
              <a:t>Parents seek basic progress tracking in students, who often do not take the initiative to tell their parents their work. Parents do not comprehensively know what needs to be completed for themselves or for their students. </a:t>
            </a:r>
            <a:endParaRPr sz="1100">
              <a:solidFill>
                <a:schemeClr val="dk2"/>
              </a:solidFill>
              <a:latin typeface="Poppins"/>
              <a:ea typeface="Poppins"/>
              <a:cs typeface="Poppins"/>
              <a:sym typeface="Poppins"/>
            </a:endParaRPr>
          </a:p>
        </p:txBody>
      </p:sp>
      <p:sp>
        <p:nvSpPr>
          <p:cNvPr id="345" name="Google Shape;345;p33"/>
          <p:cNvSpPr txBox="1"/>
          <p:nvPr/>
        </p:nvSpPr>
        <p:spPr>
          <a:xfrm>
            <a:off x="849213" y="2913725"/>
            <a:ext cx="2199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Roboto"/>
                <a:ea typeface="Roboto"/>
                <a:cs typeface="Roboto"/>
                <a:sym typeface="Roboto"/>
              </a:rPr>
              <a:t>Timelines would reassure confidence in progress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Most parents find out about college information by request from their kids</a:t>
            </a:r>
            <a:endParaRPr sz="1200">
              <a:solidFill>
                <a:schemeClr val="dk1"/>
              </a:solidFill>
              <a:latin typeface="Roboto"/>
              <a:ea typeface="Roboto"/>
              <a:cs typeface="Roboto"/>
              <a:sym typeface="Roboto"/>
            </a:endParaRPr>
          </a:p>
        </p:txBody>
      </p:sp>
      <p:sp>
        <p:nvSpPr>
          <p:cNvPr id="346" name="Google Shape;346;p33"/>
          <p:cNvSpPr txBox="1"/>
          <p:nvPr/>
        </p:nvSpPr>
        <p:spPr>
          <a:xfrm>
            <a:off x="499682" y="2501959"/>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User Research</a:t>
            </a:r>
            <a:endParaRPr b="1">
              <a:solidFill>
                <a:schemeClr val="dk2"/>
              </a:solidFill>
              <a:latin typeface="Poppins"/>
              <a:ea typeface="Poppins"/>
              <a:cs typeface="Poppins"/>
              <a:sym typeface="Poppins"/>
            </a:endParaRPr>
          </a:p>
        </p:txBody>
      </p:sp>
      <p:sp>
        <p:nvSpPr>
          <p:cNvPr id="347" name="Google Shape;347;p33"/>
          <p:cNvSpPr txBox="1"/>
          <p:nvPr/>
        </p:nvSpPr>
        <p:spPr>
          <a:xfrm>
            <a:off x="649241" y="2909675"/>
            <a:ext cx="506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999999"/>
                </a:solidFill>
                <a:latin typeface="Roboto"/>
                <a:ea typeface="Roboto"/>
                <a:cs typeface="Roboto"/>
                <a:sym typeface="Roboto"/>
              </a:rPr>
              <a:t>1.</a:t>
            </a:r>
            <a:endParaRPr sz="1200">
              <a:solidFill>
                <a:srgbClr val="999999"/>
              </a:solidFill>
              <a:latin typeface="Roboto"/>
              <a:ea typeface="Roboto"/>
              <a:cs typeface="Roboto"/>
              <a:sym typeface="Roboto"/>
            </a:endParaRPr>
          </a:p>
          <a:p>
            <a:pPr indent="0" lvl="0" marL="0" rtl="0" algn="l">
              <a:spcBef>
                <a:spcPts val="0"/>
              </a:spcBef>
              <a:spcAft>
                <a:spcPts val="0"/>
              </a:spcAft>
              <a:buNone/>
            </a:pPr>
            <a:r>
              <a:t/>
            </a:r>
            <a:endParaRPr sz="1200">
              <a:solidFill>
                <a:srgbClr val="999999"/>
              </a:solidFill>
              <a:latin typeface="Roboto"/>
              <a:ea typeface="Roboto"/>
              <a:cs typeface="Roboto"/>
              <a:sym typeface="Roboto"/>
            </a:endParaRPr>
          </a:p>
        </p:txBody>
      </p:sp>
      <p:sp>
        <p:nvSpPr>
          <p:cNvPr id="348" name="Google Shape;348;p33"/>
          <p:cNvSpPr txBox="1"/>
          <p:nvPr/>
        </p:nvSpPr>
        <p:spPr>
          <a:xfrm>
            <a:off x="660337" y="3496209"/>
            <a:ext cx="3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
        <p:nvSpPr>
          <p:cNvPr id="349" name="Google Shape;349;p33"/>
          <p:cNvSpPr txBox="1"/>
          <p:nvPr/>
        </p:nvSpPr>
        <p:spPr>
          <a:xfrm>
            <a:off x="3611126" y="2631150"/>
            <a:ext cx="2199000" cy="223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Roboto"/>
                <a:ea typeface="Roboto"/>
                <a:cs typeface="Roboto"/>
                <a:sym typeface="Roboto"/>
              </a:rPr>
              <a:t>Allow the parent to see student’s overall, brainstorming, </a:t>
            </a:r>
            <a:r>
              <a:rPr lang="en-GB" sz="1200">
                <a:solidFill>
                  <a:schemeClr val="dk1"/>
                </a:solidFill>
                <a:latin typeface="Roboto"/>
                <a:ea typeface="Roboto"/>
                <a:cs typeface="Roboto"/>
                <a:sym typeface="Roboto"/>
              </a:rPr>
              <a:t>housekeeping</a:t>
            </a:r>
            <a:r>
              <a:rPr lang="en-GB" sz="1200">
                <a:solidFill>
                  <a:schemeClr val="dk1"/>
                </a:solidFill>
                <a:latin typeface="Roboto"/>
                <a:ea typeface="Roboto"/>
                <a:cs typeface="Roboto"/>
                <a:sym typeface="Roboto"/>
              </a:rPr>
              <a:t>, and essay progress.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Inform parents what they must complete first and how long and how urgent it is to complete.</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
        <p:nvSpPr>
          <p:cNvPr id="350" name="Google Shape;350;p33"/>
          <p:cNvSpPr txBox="1"/>
          <p:nvPr/>
        </p:nvSpPr>
        <p:spPr>
          <a:xfrm>
            <a:off x="3393449" y="2634349"/>
            <a:ext cx="37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999999"/>
                </a:solidFill>
                <a:latin typeface="Roboto"/>
                <a:ea typeface="Roboto"/>
                <a:cs typeface="Roboto"/>
                <a:sym typeface="Roboto"/>
              </a:rPr>
              <a:t>1.</a:t>
            </a:r>
            <a:endParaRPr sz="1200">
              <a:solidFill>
                <a:srgbClr val="999999"/>
              </a:solidFill>
              <a:latin typeface="Roboto"/>
              <a:ea typeface="Roboto"/>
              <a:cs typeface="Roboto"/>
              <a:sym typeface="Roboto"/>
            </a:endParaRPr>
          </a:p>
          <a:p>
            <a:pPr indent="0" lvl="0" marL="0" rtl="0" algn="l">
              <a:spcBef>
                <a:spcPts val="0"/>
              </a:spcBef>
              <a:spcAft>
                <a:spcPts val="0"/>
              </a:spcAft>
              <a:buNone/>
            </a:pPr>
            <a:r>
              <a:t/>
            </a:r>
            <a:endParaRPr sz="1200">
              <a:solidFill>
                <a:srgbClr val="999999"/>
              </a:solidFill>
              <a:latin typeface="Roboto"/>
              <a:ea typeface="Roboto"/>
              <a:cs typeface="Roboto"/>
              <a:sym typeface="Roboto"/>
            </a:endParaRPr>
          </a:p>
        </p:txBody>
      </p:sp>
      <p:sp>
        <p:nvSpPr>
          <p:cNvPr id="351" name="Google Shape;351;p33"/>
          <p:cNvSpPr txBox="1"/>
          <p:nvPr/>
        </p:nvSpPr>
        <p:spPr>
          <a:xfrm>
            <a:off x="3404551" y="3543046"/>
            <a:ext cx="3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
        <p:nvSpPr>
          <p:cNvPr id="352" name="Google Shape;352;p33"/>
          <p:cNvSpPr txBox="1"/>
          <p:nvPr/>
        </p:nvSpPr>
        <p:spPr>
          <a:xfrm>
            <a:off x="6441073" y="2621375"/>
            <a:ext cx="2068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rPr>
              <a:t>Parents stay informed without relying on their student and get a view of progress across all stages.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GB" sz="1200">
                <a:solidFill>
                  <a:schemeClr val="dk1"/>
                </a:solidFill>
              </a:rPr>
              <a:t>Parents know exactly what they need to do and when. </a:t>
            </a:r>
            <a:endParaRPr sz="1200">
              <a:solidFill>
                <a:schemeClr val="dk1"/>
              </a:solidFill>
            </a:endParaRPr>
          </a:p>
        </p:txBody>
      </p:sp>
      <p:sp>
        <p:nvSpPr>
          <p:cNvPr id="353" name="Google Shape;353;p33"/>
          <p:cNvSpPr txBox="1"/>
          <p:nvPr/>
        </p:nvSpPr>
        <p:spPr>
          <a:xfrm>
            <a:off x="6215430" y="2634349"/>
            <a:ext cx="37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999999"/>
                </a:solidFill>
                <a:latin typeface="Roboto"/>
                <a:ea typeface="Roboto"/>
                <a:cs typeface="Roboto"/>
                <a:sym typeface="Roboto"/>
              </a:rPr>
              <a:t>1.</a:t>
            </a:r>
            <a:endParaRPr sz="1200">
              <a:solidFill>
                <a:srgbClr val="999999"/>
              </a:solidFill>
              <a:latin typeface="Roboto"/>
              <a:ea typeface="Roboto"/>
              <a:cs typeface="Roboto"/>
              <a:sym typeface="Roboto"/>
            </a:endParaRPr>
          </a:p>
          <a:p>
            <a:pPr indent="0" lvl="0" marL="0" rtl="0" algn="l">
              <a:spcBef>
                <a:spcPts val="0"/>
              </a:spcBef>
              <a:spcAft>
                <a:spcPts val="0"/>
              </a:spcAft>
              <a:buNone/>
            </a:pPr>
            <a:r>
              <a:t/>
            </a:r>
            <a:endParaRPr sz="1200">
              <a:solidFill>
                <a:srgbClr val="999999"/>
              </a:solidFill>
              <a:latin typeface="Roboto"/>
              <a:ea typeface="Roboto"/>
              <a:cs typeface="Roboto"/>
              <a:sym typeface="Roboto"/>
            </a:endParaRPr>
          </a:p>
        </p:txBody>
      </p:sp>
      <p:sp>
        <p:nvSpPr>
          <p:cNvPr id="354" name="Google Shape;354;p33"/>
          <p:cNvSpPr txBox="1"/>
          <p:nvPr/>
        </p:nvSpPr>
        <p:spPr>
          <a:xfrm>
            <a:off x="6226533" y="3543046"/>
            <a:ext cx="3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4"/>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Progress Tracking + Parent Insight </a:t>
            </a:r>
            <a:r>
              <a:rPr lang="en-GB"/>
              <a:t>- Figma Mockup</a:t>
            </a:r>
            <a:endParaRPr/>
          </a:p>
        </p:txBody>
      </p:sp>
      <p:sp>
        <p:nvSpPr>
          <p:cNvPr id="360" name="Google Shape;360;p34"/>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accent1"/>
              </a:solidFill>
              <a:latin typeface="Poppins"/>
              <a:ea typeface="Poppins"/>
              <a:cs typeface="Poppins"/>
              <a:sym typeface="Poppins"/>
            </a:endParaRPr>
          </a:p>
        </p:txBody>
      </p:sp>
      <p:pic>
        <p:nvPicPr>
          <p:cNvPr id="361" name="Google Shape;361;p34" title="FigmaMockup.mov">
            <a:hlinkClick r:id="rId4"/>
          </p:cNvPr>
          <p:cNvPicPr preferRelativeResize="0"/>
          <p:nvPr/>
        </p:nvPicPr>
        <p:blipFill>
          <a:blip r:embed="rId5">
            <a:alphaModFix/>
          </a:blip>
          <a:stretch>
            <a:fillRect/>
          </a:stretch>
        </p:blipFill>
        <p:spPr>
          <a:xfrm>
            <a:off x="1934538" y="976725"/>
            <a:ext cx="5274924" cy="3956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5"/>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Selective Visibility Controls </a:t>
            </a:r>
            <a:endParaRPr/>
          </a:p>
        </p:txBody>
      </p:sp>
      <p:sp>
        <p:nvSpPr>
          <p:cNvPr id="367" name="Google Shape;367;p35"/>
          <p:cNvSpPr/>
          <p:nvPr/>
        </p:nvSpPr>
        <p:spPr>
          <a:xfrm>
            <a:off x="538150" y="1034900"/>
            <a:ext cx="8112900" cy="921000"/>
          </a:xfrm>
          <a:prstGeom prst="roundRect">
            <a:avLst>
              <a:gd fmla="val 16667" name="adj"/>
            </a:avLst>
          </a:prstGeom>
          <a:solidFill>
            <a:srgbClr val="EDE1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68" name="Google Shape;368;p35"/>
          <p:cNvSpPr/>
          <p:nvPr/>
        </p:nvSpPr>
        <p:spPr>
          <a:xfrm>
            <a:off x="538150" y="2111250"/>
            <a:ext cx="2535600" cy="2535600"/>
          </a:xfrm>
          <a:prstGeom prst="roundRect">
            <a:avLst>
              <a:gd fmla="val 16667" name="adj"/>
            </a:avLst>
          </a:prstGeom>
          <a:solidFill>
            <a:srgbClr val="EDE1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69" name="Google Shape;369;p35"/>
          <p:cNvSpPr/>
          <p:nvPr/>
        </p:nvSpPr>
        <p:spPr>
          <a:xfrm>
            <a:off x="3326800" y="2111250"/>
            <a:ext cx="2535600" cy="2535600"/>
          </a:xfrm>
          <a:prstGeom prst="roundRect">
            <a:avLst>
              <a:gd fmla="val 16667" name="adj"/>
            </a:avLst>
          </a:prstGeom>
          <a:solidFill>
            <a:srgbClr val="DCC9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70" name="Google Shape;370;p35"/>
          <p:cNvSpPr/>
          <p:nvPr/>
        </p:nvSpPr>
        <p:spPr>
          <a:xfrm>
            <a:off x="6115450" y="2111250"/>
            <a:ext cx="2535600" cy="2535600"/>
          </a:xfrm>
          <a:prstGeom prst="roundRect">
            <a:avLst>
              <a:gd fmla="val 16667" name="adj"/>
            </a:avLst>
          </a:prstGeom>
          <a:solidFill>
            <a:srgbClr val="F5F0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71" name="Google Shape;371;p35"/>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PAIN </a:t>
            </a:r>
            <a:r>
              <a:rPr b="1" lang="en-GB">
                <a:solidFill>
                  <a:schemeClr val="dk2"/>
                </a:solidFill>
                <a:latin typeface="Poppins"/>
                <a:ea typeface="Poppins"/>
                <a:cs typeface="Poppins"/>
                <a:sym typeface="Poppins"/>
              </a:rPr>
              <a:t>POINT</a:t>
            </a:r>
            <a:r>
              <a:rPr b="1" lang="en-GB">
                <a:solidFill>
                  <a:schemeClr val="dk2"/>
                </a:solidFill>
                <a:latin typeface="Poppins"/>
                <a:ea typeface="Poppins"/>
                <a:cs typeface="Poppins"/>
                <a:sym typeface="Poppins"/>
              </a:rPr>
              <a:t> </a:t>
            </a:r>
            <a:endParaRPr b="1">
              <a:solidFill>
                <a:schemeClr val="dk2"/>
              </a:solidFill>
              <a:latin typeface="Poppins"/>
              <a:ea typeface="Poppins"/>
              <a:cs typeface="Poppins"/>
              <a:sym typeface="Poppins"/>
            </a:endParaRPr>
          </a:p>
        </p:txBody>
      </p:sp>
      <p:sp>
        <p:nvSpPr>
          <p:cNvPr id="372" name="Google Shape;372;p35"/>
          <p:cNvSpPr txBox="1"/>
          <p:nvPr/>
        </p:nvSpPr>
        <p:spPr>
          <a:xfrm>
            <a:off x="3184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RESEARCH</a:t>
            </a:r>
            <a:endParaRPr b="1">
              <a:solidFill>
                <a:schemeClr val="dk2"/>
              </a:solidFill>
              <a:latin typeface="Poppins"/>
              <a:ea typeface="Poppins"/>
              <a:cs typeface="Poppins"/>
              <a:sym typeface="Poppins"/>
            </a:endParaRPr>
          </a:p>
        </p:txBody>
      </p:sp>
      <p:sp>
        <p:nvSpPr>
          <p:cNvPr id="373" name="Google Shape;373;p35"/>
          <p:cNvSpPr txBox="1"/>
          <p:nvPr/>
        </p:nvSpPr>
        <p:spPr>
          <a:xfrm>
            <a:off x="317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SOLUTION</a:t>
            </a:r>
            <a:endParaRPr b="1">
              <a:solidFill>
                <a:schemeClr val="dk2"/>
              </a:solidFill>
              <a:latin typeface="Poppins"/>
              <a:ea typeface="Poppins"/>
              <a:cs typeface="Poppins"/>
              <a:sym typeface="Poppins"/>
            </a:endParaRPr>
          </a:p>
        </p:txBody>
      </p:sp>
      <p:sp>
        <p:nvSpPr>
          <p:cNvPr id="374" name="Google Shape;374;p35"/>
          <p:cNvSpPr txBox="1"/>
          <p:nvPr/>
        </p:nvSpPr>
        <p:spPr>
          <a:xfrm>
            <a:off x="592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OUTCOME</a:t>
            </a:r>
            <a:endParaRPr b="1">
              <a:solidFill>
                <a:schemeClr val="dk2"/>
              </a:solidFill>
              <a:latin typeface="Poppins"/>
              <a:ea typeface="Poppins"/>
              <a:cs typeface="Poppins"/>
              <a:sym typeface="Poppins"/>
            </a:endParaRPr>
          </a:p>
        </p:txBody>
      </p:sp>
      <p:sp>
        <p:nvSpPr>
          <p:cNvPr id="375" name="Google Shape;375;p35"/>
          <p:cNvSpPr txBox="1"/>
          <p:nvPr/>
        </p:nvSpPr>
        <p:spPr>
          <a:xfrm>
            <a:off x="616227" y="1387982"/>
            <a:ext cx="76941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Poppins"/>
                <a:ea typeface="Poppins"/>
                <a:cs typeface="Poppins"/>
                <a:sym typeface="Poppins"/>
              </a:rPr>
              <a:t>Parents seek visibility into student progress, while students prefer to maintain control over sensitive or early-stage work (e.g., rough essay drafts).</a:t>
            </a:r>
            <a:endParaRPr sz="1200">
              <a:solidFill>
                <a:schemeClr val="dk2"/>
              </a:solidFill>
              <a:latin typeface="Poppins"/>
              <a:ea typeface="Poppins"/>
              <a:cs typeface="Poppins"/>
              <a:sym typeface="Poppins"/>
            </a:endParaRPr>
          </a:p>
        </p:txBody>
      </p:sp>
      <p:sp>
        <p:nvSpPr>
          <p:cNvPr id="376" name="Google Shape;376;p35"/>
          <p:cNvSpPr txBox="1"/>
          <p:nvPr/>
        </p:nvSpPr>
        <p:spPr>
          <a:xfrm>
            <a:off x="3560458" y="2631150"/>
            <a:ext cx="20991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latin typeface="Roboto"/>
                <a:ea typeface="Roboto"/>
                <a:cs typeface="Roboto"/>
                <a:sym typeface="Roboto"/>
              </a:rPr>
              <a:t>Allow the student opportunities to select what information is shared with the parent.</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rPr lang="en-GB" sz="1100">
                <a:solidFill>
                  <a:schemeClr val="dk1"/>
                </a:solidFill>
                <a:latin typeface="Roboto"/>
                <a:ea typeface="Roboto"/>
                <a:cs typeface="Roboto"/>
                <a:sym typeface="Roboto"/>
              </a:rPr>
              <a:t>Limit parents to a primarily observational role, with little to no ability to edit or modify content</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p:txBody>
      </p:sp>
      <p:sp>
        <p:nvSpPr>
          <p:cNvPr id="377" name="Google Shape;377;p35"/>
          <p:cNvSpPr txBox="1"/>
          <p:nvPr/>
        </p:nvSpPr>
        <p:spPr>
          <a:xfrm>
            <a:off x="3354385" y="2632131"/>
            <a:ext cx="267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1</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
        <p:nvSpPr>
          <p:cNvPr id="378" name="Google Shape;378;p35"/>
          <p:cNvSpPr txBox="1"/>
          <p:nvPr/>
        </p:nvSpPr>
        <p:spPr>
          <a:xfrm>
            <a:off x="6333708" y="2609400"/>
            <a:ext cx="20991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latin typeface="Roboto"/>
                <a:ea typeface="Roboto"/>
                <a:cs typeface="Roboto"/>
                <a:sym typeface="Roboto"/>
              </a:rPr>
              <a:t>Keep parents informed on student progress—on the student’s timing and terms</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rPr lang="en-GB" sz="1100">
                <a:solidFill>
                  <a:schemeClr val="dk1"/>
                </a:solidFill>
                <a:latin typeface="Roboto"/>
                <a:ea typeface="Roboto"/>
                <a:cs typeface="Roboto"/>
                <a:sym typeface="Roboto"/>
              </a:rPr>
              <a:t>Expand transparency while preserving healthy boundaries and minimizing potential conflict</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p:txBody>
      </p:sp>
      <p:sp>
        <p:nvSpPr>
          <p:cNvPr id="379" name="Google Shape;379;p35"/>
          <p:cNvSpPr txBox="1"/>
          <p:nvPr/>
        </p:nvSpPr>
        <p:spPr>
          <a:xfrm>
            <a:off x="6148787" y="2632131"/>
            <a:ext cx="267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1</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
        <p:nvSpPr>
          <p:cNvPr id="380" name="Google Shape;380;p35"/>
          <p:cNvSpPr txBox="1"/>
          <p:nvPr/>
        </p:nvSpPr>
        <p:spPr>
          <a:xfrm>
            <a:off x="756408" y="2607150"/>
            <a:ext cx="20991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latin typeface="Roboto"/>
                <a:ea typeface="Roboto"/>
                <a:cs typeface="Roboto"/>
                <a:sym typeface="Roboto"/>
              </a:rPr>
              <a:t>Parents feel isolated and lacking in information about the application process </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rPr lang="en-GB" sz="1100">
                <a:solidFill>
                  <a:schemeClr val="dk1"/>
                </a:solidFill>
                <a:latin typeface="Roboto"/>
                <a:ea typeface="Roboto"/>
                <a:cs typeface="Roboto"/>
                <a:sym typeface="Roboto"/>
              </a:rPr>
              <a:t>Students feel pressure from parents to reveal information, causing tension</a:t>
            </a:r>
            <a:endParaRPr sz="1100">
              <a:solidFill>
                <a:schemeClr val="dk1"/>
              </a:solidFill>
              <a:latin typeface="Roboto"/>
              <a:ea typeface="Roboto"/>
              <a:cs typeface="Roboto"/>
              <a:sym typeface="Roboto"/>
            </a:endParaRPr>
          </a:p>
        </p:txBody>
      </p:sp>
      <p:sp>
        <p:nvSpPr>
          <p:cNvPr id="381" name="Google Shape;381;p35"/>
          <p:cNvSpPr txBox="1"/>
          <p:nvPr/>
        </p:nvSpPr>
        <p:spPr>
          <a:xfrm>
            <a:off x="582478" y="2606780"/>
            <a:ext cx="5451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1</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6"/>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Selective Visibility Controls </a:t>
            </a:r>
            <a:r>
              <a:rPr lang="en-GB"/>
              <a:t>- Figma Mockup</a:t>
            </a:r>
            <a:endParaRPr/>
          </a:p>
        </p:txBody>
      </p:sp>
      <p:sp>
        <p:nvSpPr>
          <p:cNvPr id="387" name="Google Shape;387;p36"/>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accent1"/>
              </a:solidFill>
              <a:latin typeface="Poppins"/>
              <a:ea typeface="Poppins"/>
              <a:cs typeface="Poppins"/>
              <a:sym typeface="Poppins"/>
            </a:endParaRPr>
          </a:p>
        </p:txBody>
      </p:sp>
      <p:pic>
        <p:nvPicPr>
          <p:cNvPr id="388" name="Google Shape;388;p36" title="Screen Recording 2026-04-26 at 2.20.24 PM.mov">
            <a:hlinkClick r:id="rId3"/>
          </p:cNvPr>
          <p:cNvPicPr preferRelativeResize="0"/>
          <p:nvPr/>
        </p:nvPicPr>
        <p:blipFill>
          <a:blip r:embed="rId4">
            <a:alphaModFix/>
          </a:blip>
          <a:stretch>
            <a:fillRect/>
          </a:stretch>
        </p:blipFill>
        <p:spPr>
          <a:xfrm>
            <a:off x="3374125" y="976725"/>
            <a:ext cx="2188754" cy="38619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7"/>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Case Study Library </a:t>
            </a:r>
            <a:endParaRPr/>
          </a:p>
        </p:txBody>
      </p:sp>
      <p:sp>
        <p:nvSpPr>
          <p:cNvPr id="394" name="Google Shape;394;p37"/>
          <p:cNvSpPr/>
          <p:nvPr/>
        </p:nvSpPr>
        <p:spPr>
          <a:xfrm>
            <a:off x="538150" y="1034900"/>
            <a:ext cx="8112900" cy="921000"/>
          </a:xfrm>
          <a:prstGeom prst="roundRect">
            <a:avLst>
              <a:gd fmla="val 16667" name="adj"/>
            </a:avLst>
          </a:prstGeom>
          <a:solidFill>
            <a:srgbClr val="EDE1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95" name="Google Shape;395;p37"/>
          <p:cNvSpPr/>
          <p:nvPr/>
        </p:nvSpPr>
        <p:spPr>
          <a:xfrm>
            <a:off x="538150" y="2111250"/>
            <a:ext cx="2535600" cy="2535600"/>
          </a:xfrm>
          <a:prstGeom prst="roundRect">
            <a:avLst>
              <a:gd fmla="val 16667" name="adj"/>
            </a:avLst>
          </a:prstGeom>
          <a:solidFill>
            <a:srgbClr val="EDE1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96" name="Google Shape;396;p37"/>
          <p:cNvSpPr/>
          <p:nvPr/>
        </p:nvSpPr>
        <p:spPr>
          <a:xfrm>
            <a:off x="3326800" y="2111250"/>
            <a:ext cx="2535600" cy="2535600"/>
          </a:xfrm>
          <a:prstGeom prst="roundRect">
            <a:avLst>
              <a:gd fmla="val 16667" name="adj"/>
            </a:avLst>
          </a:prstGeom>
          <a:solidFill>
            <a:srgbClr val="DCC9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97" name="Google Shape;397;p37"/>
          <p:cNvSpPr/>
          <p:nvPr/>
        </p:nvSpPr>
        <p:spPr>
          <a:xfrm>
            <a:off x="6115450" y="2111250"/>
            <a:ext cx="2535600" cy="2535600"/>
          </a:xfrm>
          <a:prstGeom prst="roundRect">
            <a:avLst>
              <a:gd fmla="val 16667" name="adj"/>
            </a:avLst>
          </a:prstGeom>
          <a:solidFill>
            <a:srgbClr val="F5F0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98" name="Google Shape;398;p37"/>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PAIN POINT </a:t>
            </a:r>
            <a:endParaRPr b="1">
              <a:solidFill>
                <a:schemeClr val="dk2"/>
              </a:solidFill>
              <a:latin typeface="Poppins"/>
              <a:ea typeface="Poppins"/>
              <a:cs typeface="Poppins"/>
              <a:sym typeface="Poppins"/>
            </a:endParaRPr>
          </a:p>
        </p:txBody>
      </p:sp>
      <p:sp>
        <p:nvSpPr>
          <p:cNvPr id="399" name="Google Shape;399;p37"/>
          <p:cNvSpPr txBox="1"/>
          <p:nvPr/>
        </p:nvSpPr>
        <p:spPr>
          <a:xfrm>
            <a:off x="3184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RESEARCH</a:t>
            </a:r>
            <a:endParaRPr b="1">
              <a:solidFill>
                <a:schemeClr val="dk2"/>
              </a:solidFill>
              <a:latin typeface="Poppins"/>
              <a:ea typeface="Poppins"/>
              <a:cs typeface="Poppins"/>
              <a:sym typeface="Poppins"/>
            </a:endParaRPr>
          </a:p>
        </p:txBody>
      </p:sp>
      <p:sp>
        <p:nvSpPr>
          <p:cNvPr id="400" name="Google Shape;400;p37"/>
          <p:cNvSpPr txBox="1"/>
          <p:nvPr/>
        </p:nvSpPr>
        <p:spPr>
          <a:xfrm>
            <a:off x="317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SOLUTION</a:t>
            </a:r>
            <a:endParaRPr b="1">
              <a:solidFill>
                <a:schemeClr val="dk2"/>
              </a:solidFill>
              <a:latin typeface="Poppins"/>
              <a:ea typeface="Poppins"/>
              <a:cs typeface="Poppins"/>
              <a:sym typeface="Poppins"/>
            </a:endParaRPr>
          </a:p>
        </p:txBody>
      </p:sp>
      <p:sp>
        <p:nvSpPr>
          <p:cNvPr id="401" name="Google Shape;401;p37"/>
          <p:cNvSpPr txBox="1"/>
          <p:nvPr/>
        </p:nvSpPr>
        <p:spPr>
          <a:xfrm>
            <a:off x="5921925" y="219405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Poppins"/>
                <a:ea typeface="Poppins"/>
                <a:cs typeface="Poppins"/>
                <a:sym typeface="Poppins"/>
              </a:rPr>
              <a:t>OUTCOME</a:t>
            </a:r>
            <a:endParaRPr b="1">
              <a:solidFill>
                <a:schemeClr val="dk2"/>
              </a:solidFill>
              <a:latin typeface="Poppins"/>
              <a:ea typeface="Poppins"/>
              <a:cs typeface="Poppins"/>
              <a:sym typeface="Poppins"/>
            </a:endParaRPr>
          </a:p>
        </p:txBody>
      </p:sp>
      <p:sp>
        <p:nvSpPr>
          <p:cNvPr id="402" name="Google Shape;402;p37"/>
          <p:cNvSpPr txBox="1"/>
          <p:nvPr/>
        </p:nvSpPr>
        <p:spPr>
          <a:xfrm>
            <a:off x="607850" y="1422395"/>
            <a:ext cx="79128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Poppins"/>
                <a:ea typeface="Poppins"/>
                <a:cs typeface="Poppins"/>
                <a:sym typeface="Poppins"/>
              </a:rPr>
              <a:t>Parents lack clear examples of what successful applicants looks like, so their support becomes generic.</a:t>
            </a:r>
            <a:endParaRPr sz="1200">
              <a:solidFill>
                <a:schemeClr val="dk2"/>
              </a:solidFill>
              <a:latin typeface="Poppins"/>
              <a:ea typeface="Poppins"/>
              <a:cs typeface="Poppins"/>
              <a:sym typeface="Poppins"/>
            </a:endParaRPr>
          </a:p>
        </p:txBody>
      </p:sp>
      <p:sp>
        <p:nvSpPr>
          <p:cNvPr id="403" name="Google Shape;403;p37"/>
          <p:cNvSpPr txBox="1"/>
          <p:nvPr/>
        </p:nvSpPr>
        <p:spPr>
          <a:xfrm>
            <a:off x="756400" y="2631150"/>
            <a:ext cx="20991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latin typeface="Roboto"/>
                <a:ea typeface="Roboto"/>
                <a:cs typeface="Roboto"/>
                <a:sym typeface="Roboto"/>
              </a:rPr>
              <a:t>Khan Academy uses student stories to build confidence, but lacks personalization to a student’s profil</a:t>
            </a:r>
            <a:r>
              <a:rPr lang="en-GB" sz="1100">
                <a:solidFill>
                  <a:schemeClr val="dk1"/>
                </a:solidFill>
                <a:latin typeface="Roboto"/>
                <a:ea typeface="Roboto"/>
                <a:cs typeface="Roboto"/>
                <a:sym typeface="Roboto"/>
              </a:rPr>
              <a:t>e</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rPr lang="en-GB" sz="1100">
                <a:solidFill>
                  <a:schemeClr val="dk1"/>
                </a:solidFill>
                <a:latin typeface="Roboto"/>
                <a:ea typeface="Roboto"/>
                <a:cs typeface="Roboto"/>
                <a:sym typeface="Roboto"/>
              </a:rPr>
              <a:t>Parents need modern admissions context because they feel out of date and want to provide specific help.</a:t>
            </a:r>
            <a:endParaRPr sz="1100">
              <a:solidFill>
                <a:schemeClr val="dk1"/>
              </a:solidFill>
              <a:latin typeface="Roboto"/>
              <a:ea typeface="Roboto"/>
              <a:cs typeface="Roboto"/>
              <a:sym typeface="Roboto"/>
            </a:endParaRPr>
          </a:p>
        </p:txBody>
      </p:sp>
      <p:sp>
        <p:nvSpPr>
          <p:cNvPr id="404" name="Google Shape;404;p37"/>
          <p:cNvSpPr txBox="1"/>
          <p:nvPr/>
        </p:nvSpPr>
        <p:spPr>
          <a:xfrm>
            <a:off x="3560458" y="2631150"/>
            <a:ext cx="20991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latin typeface="Roboto"/>
                <a:ea typeface="Roboto"/>
                <a:cs typeface="Roboto"/>
                <a:sym typeface="Roboto"/>
              </a:rPr>
              <a:t>Recommend case studies based on the child’s profile attributes</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rPr lang="en-GB" sz="1100">
                <a:solidFill>
                  <a:schemeClr val="dk1"/>
                </a:solidFill>
                <a:latin typeface="Roboto"/>
                <a:ea typeface="Roboto"/>
                <a:cs typeface="Roboto"/>
                <a:sym typeface="Roboto"/>
              </a:rPr>
              <a:t>Present relevant examples of successful applicants for parents to grasp strategy and acceptance criteria.</a:t>
            </a:r>
            <a:endParaRPr sz="1100">
              <a:solidFill>
                <a:schemeClr val="dk1"/>
              </a:solidFill>
              <a:latin typeface="Roboto"/>
              <a:ea typeface="Roboto"/>
              <a:cs typeface="Roboto"/>
              <a:sym typeface="Roboto"/>
            </a:endParaRPr>
          </a:p>
        </p:txBody>
      </p:sp>
      <p:sp>
        <p:nvSpPr>
          <p:cNvPr id="405" name="Google Shape;405;p37"/>
          <p:cNvSpPr txBox="1"/>
          <p:nvPr/>
        </p:nvSpPr>
        <p:spPr>
          <a:xfrm>
            <a:off x="6300088" y="2631150"/>
            <a:ext cx="20991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latin typeface="Roboto"/>
                <a:ea typeface="Roboto"/>
                <a:cs typeface="Roboto"/>
                <a:sym typeface="Roboto"/>
              </a:rPr>
              <a:t>Enables parents to have supportive conversations grounded in similar student examples.</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0"/>
              </a:spcAft>
              <a:buNone/>
            </a:pPr>
            <a:r>
              <a:rPr lang="en-GB" sz="1100">
                <a:solidFill>
                  <a:schemeClr val="dk1"/>
                </a:solidFill>
                <a:latin typeface="Roboto"/>
                <a:ea typeface="Roboto"/>
                <a:cs typeface="Roboto"/>
                <a:sym typeface="Roboto"/>
              </a:rPr>
              <a:t>Increases dashboard value by providing admissions context, making the parent experience more actionable and less reactive.</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p:txBody>
      </p:sp>
      <p:sp>
        <p:nvSpPr>
          <p:cNvPr id="406" name="Google Shape;406;p37"/>
          <p:cNvSpPr txBox="1"/>
          <p:nvPr/>
        </p:nvSpPr>
        <p:spPr>
          <a:xfrm>
            <a:off x="552300" y="2629900"/>
            <a:ext cx="267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1</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
        <p:nvSpPr>
          <p:cNvPr id="407" name="Google Shape;407;p37"/>
          <p:cNvSpPr txBox="1"/>
          <p:nvPr/>
        </p:nvSpPr>
        <p:spPr>
          <a:xfrm>
            <a:off x="3354385" y="2632131"/>
            <a:ext cx="2679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1</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
        <p:nvSpPr>
          <p:cNvPr id="408" name="Google Shape;408;p37"/>
          <p:cNvSpPr txBox="1"/>
          <p:nvPr/>
        </p:nvSpPr>
        <p:spPr>
          <a:xfrm>
            <a:off x="6133792" y="2631150"/>
            <a:ext cx="267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999999"/>
                </a:solidFill>
                <a:latin typeface="Roboto"/>
                <a:ea typeface="Roboto"/>
                <a:cs typeface="Roboto"/>
                <a:sym typeface="Roboto"/>
              </a:rPr>
              <a:t>1</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t/>
            </a:r>
            <a:endParaRPr sz="1100">
              <a:solidFill>
                <a:srgbClr val="999999"/>
              </a:solidFill>
              <a:latin typeface="Roboto"/>
              <a:ea typeface="Roboto"/>
              <a:cs typeface="Roboto"/>
              <a:sym typeface="Roboto"/>
            </a:endParaRPr>
          </a:p>
          <a:p>
            <a:pPr indent="0" lvl="0" marL="0" rtl="0" algn="l">
              <a:spcBef>
                <a:spcPts val="0"/>
              </a:spcBef>
              <a:spcAft>
                <a:spcPts val="0"/>
              </a:spcAft>
              <a:buNone/>
            </a:pPr>
            <a:r>
              <a:rPr lang="en-GB" sz="1100">
                <a:solidFill>
                  <a:srgbClr val="999999"/>
                </a:solidFill>
                <a:latin typeface="Roboto"/>
                <a:ea typeface="Roboto"/>
                <a:cs typeface="Roboto"/>
                <a:sym typeface="Roboto"/>
              </a:rPr>
              <a:t>2</a:t>
            </a:r>
            <a:endParaRPr sz="1100">
              <a:solidFill>
                <a:srgbClr val="999999"/>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8"/>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Case Study Library</a:t>
            </a:r>
            <a:r>
              <a:rPr lang="en-GB"/>
              <a:t> - Figma Mockup</a:t>
            </a:r>
            <a:endParaRPr/>
          </a:p>
        </p:txBody>
      </p:sp>
      <p:sp>
        <p:nvSpPr>
          <p:cNvPr id="414" name="Google Shape;414;p38"/>
          <p:cNvSpPr txBox="1"/>
          <p:nvPr/>
        </p:nvSpPr>
        <p:spPr>
          <a:xfrm>
            <a:off x="318425" y="1034900"/>
            <a:ext cx="1896300" cy="43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accent1"/>
              </a:solidFill>
              <a:latin typeface="Poppins"/>
              <a:ea typeface="Poppins"/>
              <a:cs typeface="Poppins"/>
              <a:sym typeface="Poppins"/>
            </a:endParaRPr>
          </a:p>
        </p:txBody>
      </p:sp>
      <p:pic>
        <p:nvPicPr>
          <p:cNvPr id="415" name="Google Shape;415;p38" title="case-study mockup.mov">
            <a:hlinkClick r:id="rId4"/>
          </p:cNvPr>
          <p:cNvPicPr preferRelativeResize="0"/>
          <p:nvPr/>
        </p:nvPicPr>
        <p:blipFill>
          <a:blip r:embed="rId5">
            <a:alphaModFix/>
          </a:blip>
          <a:stretch>
            <a:fillRect/>
          </a:stretch>
        </p:blipFill>
        <p:spPr>
          <a:xfrm>
            <a:off x="1466300" y="976725"/>
            <a:ext cx="6182848" cy="38806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9"/>
          <p:cNvSpPr txBox="1"/>
          <p:nvPr>
            <p:ph type="title"/>
          </p:nvPr>
        </p:nvSpPr>
        <p:spPr>
          <a:xfrm>
            <a:off x="629875" y="3042700"/>
            <a:ext cx="70032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Bringing it together</a:t>
            </a:r>
            <a:endParaRPr/>
          </a:p>
        </p:txBody>
      </p:sp>
      <p:sp>
        <p:nvSpPr>
          <p:cNvPr id="421" name="Google Shape;421;p39"/>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04</a:t>
            </a:r>
            <a:endParaRPr/>
          </a:p>
        </p:txBody>
      </p:sp>
      <p:sp>
        <p:nvSpPr>
          <p:cNvPr id="422" name="Google Shape;422;p39"/>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Takeaways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0"/>
          <p:cNvSpPr txBox="1"/>
          <p:nvPr>
            <p:ph type="title"/>
          </p:nvPr>
        </p:nvSpPr>
        <p:spPr>
          <a:xfrm>
            <a:off x="464525" y="404025"/>
            <a:ext cx="818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dk2"/>
                </a:solidFill>
              </a:rPr>
              <a:t>Takeaways</a:t>
            </a:r>
            <a:endParaRPr/>
          </a:p>
        </p:txBody>
      </p:sp>
      <p:sp>
        <p:nvSpPr>
          <p:cNvPr id="428" name="Google Shape;428;p40"/>
          <p:cNvSpPr/>
          <p:nvPr/>
        </p:nvSpPr>
        <p:spPr>
          <a:xfrm>
            <a:off x="578375" y="1275975"/>
            <a:ext cx="7922700" cy="762300"/>
          </a:xfrm>
          <a:prstGeom prst="roundRect">
            <a:avLst>
              <a:gd fmla="val 16667" name="adj"/>
            </a:avLst>
          </a:prstGeom>
          <a:solidFill>
            <a:srgbClr val="9D8BCA"/>
          </a:solidFill>
          <a:ln cap="flat" cmpd="sng" w="7925">
            <a:solidFill>
              <a:srgbClr val="9D8BCA"/>
            </a:solidFill>
            <a:prstDash val="solid"/>
            <a:round/>
            <a:headEnd len="sm" w="sm" type="none"/>
            <a:tailEnd len="sm" w="sm" type="none"/>
          </a:ln>
        </p:spPr>
        <p:txBody>
          <a:bodyPr anchorCtr="0" anchor="ctr" bIns="76150" lIns="76150" spcFirstLastPara="1" rIns="76150" wrap="square" tIns="76150">
            <a:noAutofit/>
          </a:bodyPr>
          <a:lstStyle/>
          <a:p>
            <a:pPr indent="0" lvl="0" marL="457200" rtl="0" algn="l">
              <a:spcBef>
                <a:spcPts val="0"/>
              </a:spcBef>
              <a:spcAft>
                <a:spcPts val="0"/>
              </a:spcAft>
              <a:buNone/>
            </a:pPr>
            <a:r>
              <a:rPr b="1" lang="en-GB" sz="2032">
                <a:solidFill>
                  <a:srgbClr val="FFFFFF"/>
                </a:solidFill>
                <a:latin typeface="Poppins"/>
                <a:ea typeface="Poppins"/>
                <a:cs typeface="Poppins"/>
                <a:sym typeface="Poppins"/>
              </a:rPr>
              <a:t>Prioritize role-based visibility to balance transparency and control across users </a:t>
            </a:r>
            <a:endParaRPr b="1" sz="2032">
              <a:solidFill>
                <a:srgbClr val="FFFFFF"/>
              </a:solidFill>
              <a:latin typeface="Poppins"/>
              <a:ea typeface="Poppins"/>
              <a:cs typeface="Poppins"/>
              <a:sym typeface="Poppins"/>
            </a:endParaRPr>
          </a:p>
        </p:txBody>
      </p:sp>
      <p:sp>
        <p:nvSpPr>
          <p:cNvPr id="429" name="Google Shape;429;p40"/>
          <p:cNvSpPr/>
          <p:nvPr/>
        </p:nvSpPr>
        <p:spPr>
          <a:xfrm>
            <a:off x="610650" y="2302777"/>
            <a:ext cx="7922700" cy="762300"/>
          </a:xfrm>
          <a:prstGeom prst="roundRect">
            <a:avLst>
              <a:gd fmla="val 16667" name="adj"/>
            </a:avLst>
          </a:prstGeom>
          <a:solidFill>
            <a:srgbClr val="7B2A8D"/>
          </a:solidFill>
          <a:ln cap="flat" cmpd="sng" w="7925">
            <a:solidFill>
              <a:srgbClr val="9D8BCA"/>
            </a:solidFill>
            <a:prstDash val="solid"/>
            <a:round/>
            <a:headEnd len="sm" w="sm" type="none"/>
            <a:tailEnd len="sm" w="sm" type="none"/>
          </a:ln>
        </p:spPr>
        <p:txBody>
          <a:bodyPr anchorCtr="0" anchor="ctr" bIns="76150" lIns="76150" spcFirstLastPara="1" rIns="76150" wrap="square" tIns="76150">
            <a:noAutofit/>
          </a:bodyPr>
          <a:lstStyle/>
          <a:p>
            <a:pPr indent="0" lvl="0" marL="380783" rtl="0" algn="l">
              <a:spcBef>
                <a:spcPts val="0"/>
              </a:spcBef>
              <a:spcAft>
                <a:spcPts val="0"/>
              </a:spcAft>
              <a:buNone/>
            </a:pPr>
            <a:r>
              <a:rPr b="1" lang="en-GB" sz="2000">
                <a:solidFill>
                  <a:srgbClr val="FFFFFF"/>
                </a:solidFill>
                <a:latin typeface="Poppins"/>
                <a:ea typeface="Poppins"/>
                <a:cs typeface="Poppins"/>
                <a:sym typeface="Poppins"/>
              </a:rPr>
              <a:t>Use gamification to drive action</a:t>
            </a:r>
            <a:endParaRPr b="1" sz="2000">
              <a:solidFill>
                <a:srgbClr val="FFFFFF"/>
              </a:solidFill>
              <a:latin typeface="Poppins"/>
              <a:ea typeface="Poppins"/>
              <a:cs typeface="Poppins"/>
              <a:sym typeface="Poppins"/>
            </a:endParaRPr>
          </a:p>
        </p:txBody>
      </p:sp>
      <p:sp>
        <p:nvSpPr>
          <p:cNvPr id="430" name="Google Shape;430;p40"/>
          <p:cNvSpPr/>
          <p:nvPr/>
        </p:nvSpPr>
        <p:spPr>
          <a:xfrm>
            <a:off x="596325" y="3329575"/>
            <a:ext cx="7922700" cy="762300"/>
          </a:xfrm>
          <a:prstGeom prst="roundRect">
            <a:avLst>
              <a:gd fmla="val 16667" name="adj"/>
            </a:avLst>
          </a:prstGeom>
          <a:solidFill>
            <a:srgbClr val="662380"/>
          </a:solidFill>
          <a:ln cap="flat" cmpd="sng" w="7925">
            <a:solidFill>
              <a:srgbClr val="9D8BCA"/>
            </a:solidFill>
            <a:prstDash val="solid"/>
            <a:round/>
            <a:headEnd len="sm" w="sm" type="none"/>
            <a:tailEnd len="sm" w="sm" type="none"/>
          </a:ln>
        </p:spPr>
        <p:txBody>
          <a:bodyPr anchorCtr="0" anchor="ctr" bIns="76150" lIns="76150" spcFirstLastPara="1" rIns="76150" wrap="square" tIns="76150">
            <a:noAutofit/>
          </a:bodyPr>
          <a:lstStyle/>
          <a:p>
            <a:pPr indent="0" lvl="0" marL="380783" rtl="0" algn="l">
              <a:spcBef>
                <a:spcPts val="0"/>
              </a:spcBef>
              <a:spcAft>
                <a:spcPts val="0"/>
              </a:spcAft>
              <a:buNone/>
            </a:pPr>
            <a:r>
              <a:rPr b="1" lang="en-GB" sz="2000">
                <a:solidFill>
                  <a:srgbClr val="FFFFFF"/>
                </a:solidFill>
                <a:latin typeface="Poppins"/>
                <a:ea typeface="Poppins"/>
                <a:cs typeface="Poppins"/>
                <a:sym typeface="Poppins"/>
              </a:rPr>
              <a:t>Create stronger connections between roles to enable collaboration</a:t>
            </a:r>
            <a:endParaRPr b="1" sz="2000">
              <a:solidFill>
                <a:srgbClr val="FFFFFF"/>
              </a:solidFill>
              <a:latin typeface="Poppins"/>
              <a:ea typeface="Poppins"/>
              <a:cs typeface="Poppins"/>
              <a:sym typeface="Poppins"/>
            </a:endParaRPr>
          </a:p>
        </p:txBody>
      </p:sp>
      <p:sp>
        <p:nvSpPr>
          <p:cNvPr id="431" name="Google Shape;431;p40"/>
          <p:cNvSpPr txBox="1"/>
          <p:nvPr/>
        </p:nvSpPr>
        <p:spPr>
          <a:xfrm>
            <a:off x="251375" y="1391050"/>
            <a:ext cx="726000" cy="497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GB" sz="2032">
                <a:solidFill>
                  <a:schemeClr val="lt1"/>
                </a:solidFill>
                <a:latin typeface="Poppins"/>
                <a:ea typeface="Poppins"/>
                <a:cs typeface="Poppins"/>
                <a:sym typeface="Poppins"/>
              </a:rPr>
              <a:t>1</a:t>
            </a:r>
            <a:endParaRPr/>
          </a:p>
        </p:txBody>
      </p:sp>
      <p:sp>
        <p:nvSpPr>
          <p:cNvPr id="432" name="Google Shape;432;p40"/>
          <p:cNvSpPr txBox="1"/>
          <p:nvPr/>
        </p:nvSpPr>
        <p:spPr>
          <a:xfrm>
            <a:off x="251375" y="2435225"/>
            <a:ext cx="726000" cy="497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GB" sz="2032">
                <a:solidFill>
                  <a:schemeClr val="lt1"/>
                </a:solidFill>
                <a:latin typeface="Poppins"/>
                <a:ea typeface="Poppins"/>
                <a:cs typeface="Poppins"/>
                <a:sym typeface="Poppins"/>
              </a:rPr>
              <a:t>2</a:t>
            </a:r>
            <a:endParaRPr/>
          </a:p>
        </p:txBody>
      </p:sp>
      <p:sp>
        <p:nvSpPr>
          <p:cNvPr id="433" name="Google Shape;433;p40"/>
          <p:cNvSpPr txBox="1"/>
          <p:nvPr/>
        </p:nvSpPr>
        <p:spPr>
          <a:xfrm>
            <a:off x="251375" y="3479400"/>
            <a:ext cx="726000" cy="497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GB" sz="2032">
                <a:solidFill>
                  <a:schemeClr val="lt1"/>
                </a:solidFill>
                <a:latin typeface="Poppins"/>
                <a:ea typeface="Poppins"/>
                <a:cs typeface="Poppins"/>
                <a:sym typeface="Poppins"/>
              </a:rPr>
              <a:t>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1"/>
          <p:cNvSpPr txBox="1"/>
          <p:nvPr>
            <p:ph idx="4294967295" type="title"/>
          </p:nvPr>
        </p:nvSpPr>
        <p:spPr>
          <a:xfrm>
            <a:off x="1070400" y="2056050"/>
            <a:ext cx="7003200" cy="103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Space Template by Richelle Lim">
  <a:themeElements>
    <a:clrScheme name="Simple Light">
      <a:dk1>
        <a:srgbClr val="000000"/>
      </a:dk1>
      <a:lt1>
        <a:srgbClr val="FFFFFF"/>
      </a:lt1>
      <a:dk2>
        <a:srgbClr val="671E75"/>
      </a:dk2>
      <a:lt2>
        <a:srgbClr val="832098"/>
      </a:lt2>
      <a:accent1>
        <a:srgbClr val="E06287"/>
      </a:accent1>
      <a:accent2>
        <a:srgbClr val="E48F93"/>
      </a:accent2>
      <a:accent3>
        <a:srgbClr val="FDD086"/>
      </a:accent3>
      <a:accent4>
        <a:srgbClr val="C3D7EE"/>
      </a:accent4>
      <a:accent5>
        <a:srgbClr val="5576D1"/>
      </a:accent5>
      <a:accent6>
        <a:srgbClr val="070707"/>
      </a:accent6>
      <a:hlink>
        <a:srgbClr val="0B539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